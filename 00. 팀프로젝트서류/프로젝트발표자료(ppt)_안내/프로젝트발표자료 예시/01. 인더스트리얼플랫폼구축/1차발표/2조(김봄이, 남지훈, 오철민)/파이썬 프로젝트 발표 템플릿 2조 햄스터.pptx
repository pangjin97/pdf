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62" r:id="rId6"/>
    <p:sldId id="263" r:id="rId7"/>
    <p:sldId id="264" r:id="rId8"/>
    <p:sldId id="265" r:id="rId9"/>
    <p:sldId id="273" r:id="rId10"/>
    <p:sldId id="274" r:id="rId11"/>
    <p:sldId id="275" r:id="rId12"/>
    <p:sldId id="276" r:id="rId13"/>
    <p:sldId id="266" r:id="rId14"/>
    <p:sldId id="267" r:id="rId15"/>
    <p:sldId id="269" r:id="rId16"/>
    <p:sldId id="272" r:id="rId17"/>
  </p:sldIdLst>
  <p:sldSz cx="18288000" cy="10287000"/>
  <p:notesSz cx="10287000" cy="1828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2" d="100"/>
          <a:sy n="72" d="100"/>
        </p:scale>
        <p:origin x="654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66F1F-CE9B-4651-A6AA-CD717754106B}" type="datetimeFigureOut">
              <a:rPr lang="en-US" smtClean="0"/>
              <a:t>3/27/2024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har char="•"/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3/27/2024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3/27/2024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3/27/2024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3/27/2024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3/27/2024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3/27/2024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3/27/2024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3/27/2024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3/27/2024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3/27/2024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166F1F-CE9B-4651-A6AA-CD717754106B}" type="datetimeFigureOut">
              <a:rPr lang="en-US" smtClean="0"/>
              <a:t>3/27/2024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021451-1387-4CA6-816F-3879F97B5CBC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�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�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png"/><Relationship Id="rId18" Type="http://schemas.openxmlformats.org/officeDocument/2006/relationships/image" Target="../media/image3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17" Type="http://schemas.openxmlformats.org/officeDocument/2006/relationships/image" Target="../media/image33.png"/><Relationship Id="rId2" Type="http://schemas.openxmlformats.org/officeDocument/2006/relationships/image" Target="../media/image18.png"/><Relationship Id="rId16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5" Type="http://schemas.openxmlformats.org/officeDocument/2006/relationships/image" Target="../media/image31.png"/><Relationship Id="rId10" Type="http://schemas.openxmlformats.org/officeDocument/2006/relationships/image" Target="../media/image26.png"/><Relationship Id="rId19" Type="http://schemas.openxmlformats.org/officeDocument/2006/relationships/image" Target="../media/image10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Relationship Id="rId14" Type="http://schemas.openxmlformats.org/officeDocument/2006/relationships/image" Target="../media/image3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11" Type="http://schemas.openxmlformats.org/officeDocument/2006/relationships/image" Target="../media/image19.png"/><Relationship Id="rId5" Type="http://schemas.openxmlformats.org/officeDocument/2006/relationships/image" Target="../media/image43.png"/><Relationship Id="rId10" Type="http://schemas.openxmlformats.org/officeDocument/2006/relationships/image" Target="../media/image18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13" Type="http://schemas.openxmlformats.org/officeDocument/2006/relationships/image" Target="../media/image55.JPG"/><Relationship Id="rId3" Type="http://schemas.openxmlformats.org/officeDocument/2006/relationships/image" Target="../media/image41.png"/><Relationship Id="rId7" Type="http://schemas.openxmlformats.org/officeDocument/2006/relationships/image" Target="../media/image51.png"/><Relationship Id="rId12" Type="http://schemas.openxmlformats.org/officeDocument/2006/relationships/image" Target="../media/image10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11" Type="http://schemas.openxmlformats.org/officeDocument/2006/relationships/image" Target="../media/image54.png"/><Relationship Id="rId5" Type="http://schemas.openxmlformats.org/officeDocument/2006/relationships/image" Target="../media/image18.png"/><Relationship Id="rId10" Type="http://schemas.openxmlformats.org/officeDocument/2006/relationships/image" Target="../media/image53.png"/><Relationship Id="rId4" Type="http://schemas.openxmlformats.org/officeDocument/2006/relationships/image" Target="../media/image42.png"/><Relationship Id="rId9" Type="http://schemas.openxmlformats.org/officeDocument/2006/relationships/image" Target="../media/image52.png"/><Relationship Id="rId14" Type="http://schemas.openxmlformats.org/officeDocument/2006/relationships/image" Target="../media/image56.JP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13" Type="http://schemas.openxmlformats.org/officeDocument/2006/relationships/image" Target="../media/image60.JPG"/><Relationship Id="rId3" Type="http://schemas.openxmlformats.org/officeDocument/2006/relationships/image" Target="../media/image41.png"/><Relationship Id="rId7" Type="http://schemas.openxmlformats.org/officeDocument/2006/relationships/image" Target="../media/image43.png"/><Relationship Id="rId12" Type="http://schemas.openxmlformats.org/officeDocument/2006/relationships/image" Target="../media/image59.JP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11" Type="http://schemas.openxmlformats.org/officeDocument/2006/relationships/image" Target="../media/image58.JPG"/><Relationship Id="rId5" Type="http://schemas.openxmlformats.org/officeDocument/2006/relationships/image" Target="../media/image18.png"/><Relationship Id="rId10" Type="http://schemas.openxmlformats.org/officeDocument/2006/relationships/image" Target="../media/image10.png"/><Relationship Id="rId4" Type="http://schemas.openxmlformats.org/officeDocument/2006/relationships/image" Target="../media/image42.png"/><Relationship Id="rId9" Type="http://schemas.openxmlformats.org/officeDocument/2006/relationships/image" Target="../media/image54.png"/><Relationship Id="rId14" Type="http://schemas.openxmlformats.org/officeDocument/2006/relationships/image" Target="../media/image61.JP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41.png"/><Relationship Id="rId7" Type="http://schemas.openxmlformats.org/officeDocument/2006/relationships/image" Target="../media/image43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11" Type="http://schemas.openxmlformats.org/officeDocument/2006/relationships/image" Target="../media/image63.JPG"/><Relationship Id="rId5" Type="http://schemas.openxmlformats.org/officeDocument/2006/relationships/image" Target="../media/image18.png"/><Relationship Id="rId10" Type="http://schemas.openxmlformats.org/officeDocument/2006/relationships/image" Target="../media/image10.png"/><Relationship Id="rId4" Type="http://schemas.openxmlformats.org/officeDocument/2006/relationships/image" Target="../media/image42.png"/><Relationship Id="rId9" Type="http://schemas.openxmlformats.org/officeDocument/2006/relationships/image" Target="../media/image5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13" Type="http://schemas.openxmlformats.org/officeDocument/2006/relationships/image" Target="../media/image67.JPG"/><Relationship Id="rId3" Type="http://schemas.openxmlformats.org/officeDocument/2006/relationships/image" Target="../media/image41.png"/><Relationship Id="rId7" Type="http://schemas.openxmlformats.org/officeDocument/2006/relationships/image" Target="../media/image43.png"/><Relationship Id="rId12" Type="http://schemas.openxmlformats.org/officeDocument/2006/relationships/image" Target="../media/image66.jp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11" Type="http://schemas.openxmlformats.org/officeDocument/2006/relationships/image" Target="../media/image65.jpg"/><Relationship Id="rId5" Type="http://schemas.openxmlformats.org/officeDocument/2006/relationships/image" Target="../media/image18.png"/><Relationship Id="rId10" Type="http://schemas.openxmlformats.org/officeDocument/2006/relationships/image" Target="../media/image10.png"/><Relationship Id="rId4" Type="http://schemas.openxmlformats.org/officeDocument/2006/relationships/image" Target="../media/image42.png"/><Relationship Id="rId9" Type="http://schemas.openxmlformats.org/officeDocument/2006/relationships/image" Target="../media/image5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13" Type="http://schemas.openxmlformats.org/officeDocument/2006/relationships/image" Target="../media/image71.JPG"/><Relationship Id="rId3" Type="http://schemas.openxmlformats.org/officeDocument/2006/relationships/image" Target="../media/image41.png"/><Relationship Id="rId7" Type="http://schemas.openxmlformats.org/officeDocument/2006/relationships/image" Target="../media/image43.png"/><Relationship Id="rId12" Type="http://schemas.openxmlformats.org/officeDocument/2006/relationships/image" Target="../media/image70.JP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11" Type="http://schemas.openxmlformats.org/officeDocument/2006/relationships/image" Target="../media/image69.JPG"/><Relationship Id="rId5" Type="http://schemas.openxmlformats.org/officeDocument/2006/relationships/image" Target="../media/image18.png"/><Relationship Id="rId10" Type="http://schemas.openxmlformats.org/officeDocument/2006/relationships/image" Target="../media/image10.png"/><Relationship Id="rId4" Type="http://schemas.openxmlformats.org/officeDocument/2006/relationships/image" Target="../media/image42.png"/><Relationship Id="rId9" Type="http://schemas.openxmlformats.org/officeDocument/2006/relationships/image" Target="../media/image5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13" Type="http://schemas.openxmlformats.org/officeDocument/2006/relationships/image" Target="../media/image74.JPG"/><Relationship Id="rId3" Type="http://schemas.openxmlformats.org/officeDocument/2006/relationships/image" Target="../media/image41.png"/><Relationship Id="rId7" Type="http://schemas.openxmlformats.org/officeDocument/2006/relationships/image" Target="../media/image43.png"/><Relationship Id="rId12" Type="http://schemas.openxmlformats.org/officeDocument/2006/relationships/image" Target="../media/image73.JP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11" Type="http://schemas.openxmlformats.org/officeDocument/2006/relationships/image" Target="../media/image72.JPG"/><Relationship Id="rId5" Type="http://schemas.openxmlformats.org/officeDocument/2006/relationships/image" Target="../media/image18.png"/><Relationship Id="rId10" Type="http://schemas.openxmlformats.org/officeDocument/2006/relationships/image" Target="../media/image10.png"/><Relationship Id="rId4" Type="http://schemas.openxmlformats.org/officeDocument/2006/relationships/image" Target="../media/image42.png"/><Relationship Id="rId9" Type="http://schemas.openxmlformats.org/officeDocument/2006/relationships/image" Target="../media/image54.png"/><Relationship Id="rId14" Type="http://schemas.openxmlformats.org/officeDocument/2006/relationships/image" Target="../media/image75.JP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41.png"/><Relationship Id="rId7" Type="http://schemas.openxmlformats.org/officeDocument/2006/relationships/image" Target="../media/image43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11" Type="http://schemas.openxmlformats.org/officeDocument/2006/relationships/image" Target="../media/image76.JPG"/><Relationship Id="rId5" Type="http://schemas.openxmlformats.org/officeDocument/2006/relationships/image" Target="../media/image18.png"/><Relationship Id="rId10" Type="http://schemas.openxmlformats.org/officeDocument/2006/relationships/image" Target="../media/image10.png"/><Relationship Id="rId4" Type="http://schemas.openxmlformats.org/officeDocument/2006/relationships/image" Target="../media/image42.png"/><Relationship Id="rId9" Type="http://schemas.openxmlformats.org/officeDocument/2006/relationships/image" Target="../media/image5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9.png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13" Type="http://schemas.openxmlformats.org/officeDocument/2006/relationships/image" Target="../media/image84.JPG"/><Relationship Id="rId3" Type="http://schemas.openxmlformats.org/officeDocument/2006/relationships/image" Target="../media/image41.png"/><Relationship Id="rId7" Type="http://schemas.openxmlformats.org/officeDocument/2006/relationships/image" Target="../media/image43.png"/><Relationship Id="rId12" Type="http://schemas.openxmlformats.org/officeDocument/2006/relationships/image" Target="../media/image83.JP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11" Type="http://schemas.openxmlformats.org/officeDocument/2006/relationships/image" Target="../media/image82.JPG"/><Relationship Id="rId5" Type="http://schemas.openxmlformats.org/officeDocument/2006/relationships/image" Target="../media/image18.png"/><Relationship Id="rId10" Type="http://schemas.openxmlformats.org/officeDocument/2006/relationships/image" Target="../media/image10.png"/><Relationship Id="rId4" Type="http://schemas.openxmlformats.org/officeDocument/2006/relationships/image" Target="../media/image42.png"/><Relationship Id="rId9" Type="http://schemas.openxmlformats.org/officeDocument/2006/relationships/image" Target="../media/image81.png"/><Relationship Id="rId14" Type="http://schemas.openxmlformats.org/officeDocument/2006/relationships/image" Target="../media/image85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8.png"/><Relationship Id="rId5" Type="http://schemas.openxmlformats.org/officeDocument/2006/relationships/image" Target="../media/image87.png"/><Relationship Id="rId4" Type="http://schemas.openxmlformats.org/officeDocument/2006/relationships/image" Target="../media/image8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1.png"/><Relationship Id="rId5" Type="http://schemas.openxmlformats.org/officeDocument/2006/relationships/image" Target="../media/image90.png"/><Relationship Id="rId4" Type="http://schemas.openxmlformats.org/officeDocument/2006/relationships/image" Target="../media/image8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2613986" y="1940979"/>
            <a:ext cx="13095238" cy="15110"/>
            <a:chOff x="2613986" y="1940979"/>
            <a:chExt cx="13095238" cy="15110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13986" y="1940979"/>
              <a:ext cx="13095238" cy="15110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2613986" y="1999725"/>
            <a:ext cx="13095238" cy="50000"/>
            <a:chOff x="2613986" y="1999725"/>
            <a:chExt cx="13095238" cy="50000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13986" y="1999725"/>
              <a:ext cx="13095238" cy="50000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2613986" y="4357143"/>
            <a:ext cx="13095238" cy="92857"/>
            <a:chOff x="2613986" y="4357143"/>
            <a:chExt cx="13095238" cy="92857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13986" y="4357143"/>
              <a:ext cx="13095238" cy="92857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13423509" y="7165143"/>
            <a:ext cx="4571429" cy="35714"/>
            <a:chOff x="13423509" y="7165143"/>
            <a:chExt cx="4571429" cy="35714"/>
          </a:xfrm>
        </p:grpSpPr>
        <p:pic>
          <p:nvPicPr>
            <p:cNvPr id="12" name="Object 11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423509" y="7165143"/>
              <a:ext cx="4571429" cy="35714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13443098" y="7919880"/>
            <a:ext cx="4571429" cy="7143"/>
            <a:chOff x="13443098" y="7919880"/>
            <a:chExt cx="4571429" cy="7143"/>
          </a:xfrm>
        </p:grpSpPr>
        <p:pic>
          <p:nvPicPr>
            <p:cNvPr id="15" name="Object 14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443098" y="7919880"/>
              <a:ext cx="4571429" cy="7143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13423509" y="9689126"/>
            <a:ext cx="4571429" cy="14286"/>
            <a:chOff x="13423509" y="9689126"/>
            <a:chExt cx="4571429" cy="14286"/>
          </a:xfrm>
        </p:grpSpPr>
        <p:pic>
          <p:nvPicPr>
            <p:cNvPr id="18" name="Object 17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423509" y="9689126"/>
              <a:ext cx="4571429" cy="14286"/>
            </a:xfrm>
            <a:prstGeom prst="rect">
              <a:avLst/>
            </a:prstGeom>
          </p:spPr>
        </p:pic>
      </p:grpSp>
      <p:grpSp>
        <p:nvGrpSpPr>
          <p:cNvPr id="1007" name="그룹 1007"/>
          <p:cNvGrpSpPr/>
          <p:nvPr/>
        </p:nvGrpSpPr>
        <p:grpSpPr>
          <a:xfrm>
            <a:off x="13218499" y="8446027"/>
            <a:ext cx="2441750" cy="9524"/>
            <a:chOff x="13218499" y="8446027"/>
            <a:chExt cx="2441750" cy="9524"/>
          </a:xfrm>
        </p:grpSpPr>
        <p:pic>
          <p:nvPicPr>
            <p:cNvPr id="21" name="Object 20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 rot="5400000">
              <a:off x="13218499" y="8446027"/>
              <a:ext cx="2441750" cy="9524"/>
            </a:xfrm>
            <a:prstGeom prst="rect">
              <a:avLst/>
            </a:prstGeom>
          </p:spPr>
        </p:pic>
      </p:grpSp>
      <p:grpSp>
        <p:nvGrpSpPr>
          <p:cNvPr id="1008" name="그룹 1008"/>
          <p:cNvGrpSpPr/>
          <p:nvPr/>
        </p:nvGrpSpPr>
        <p:grpSpPr>
          <a:xfrm>
            <a:off x="13423509" y="8514511"/>
            <a:ext cx="4571429" cy="7143"/>
            <a:chOff x="13423509" y="8514511"/>
            <a:chExt cx="4571429" cy="7143"/>
          </a:xfrm>
        </p:grpSpPr>
        <p:pic>
          <p:nvPicPr>
            <p:cNvPr id="24" name="Object 23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423509" y="8514511"/>
              <a:ext cx="4571429" cy="7143"/>
            </a:xfrm>
            <a:prstGeom prst="rect">
              <a:avLst/>
            </a:prstGeom>
          </p:spPr>
        </p:pic>
      </p:grpSp>
      <p:grpSp>
        <p:nvGrpSpPr>
          <p:cNvPr id="1009" name="그룹 1009"/>
          <p:cNvGrpSpPr/>
          <p:nvPr/>
        </p:nvGrpSpPr>
        <p:grpSpPr>
          <a:xfrm>
            <a:off x="13423509" y="9143667"/>
            <a:ext cx="4571429" cy="7143"/>
            <a:chOff x="13423509" y="9143667"/>
            <a:chExt cx="4571429" cy="7143"/>
          </a:xfrm>
        </p:grpSpPr>
        <p:pic>
          <p:nvPicPr>
            <p:cNvPr id="27" name="Object 26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423509" y="9143667"/>
              <a:ext cx="4571429" cy="7143"/>
            </a:xfrm>
            <a:prstGeom prst="rect">
              <a:avLst/>
            </a:prstGeom>
          </p:spPr>
        </p:pic>
      </p:grpSp>
      <p:pic>
        <p:nvPicPr>
          <p:cNvPr id="29" name="Object 28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-801557" y="1525032"/>
            <a:ext cx="17334448" cy="3755667"/>
          </a:xfrm>
          <a:prstGeom prst="rect">
            <a:avLst/>
          </a:prstGeom>
        </p:spPr>
      </p:pic>
      <p:pic>
        <p:nvPicPr>
          <p:cNvPr id="30" name="Object 29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5976636" y="4381877"/>
            <a:ext cx="6083857" cy="1122943"/>
          </a:xfrm>
          <a:prstGeom prst="rect">
            <a:avLst/>
          </a:prstGeom>
        </p:spPr>
      </p:pic>
      <p:pic>
        <p:nvPicPr>
          <p:cNvPr id="31" name="Object 30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17004916" y="202103"/>
            <a:ext cx="1097943" cy="797924"/>
          </a:xfrm>
          <a:prstGeom prst="rect">
            <a:avLst/>
          </a:prstGeom>
        </p:spPr>
      </p:pic>
      <p:pic>
        <p:nvPicPr>
          <p:cNvPr id="32" name="Object 31"/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13507505" y="7208576"/>
            <a:ext cx="1015619" cy="882390"/>
          </a:xfrm>
          <a:prstGeom prst="rect">
            <a:avLst/>
          </a:prstGeom>
        </p:spPr>
      </p:pic>
      <p:pic>
        <p:nvPicPr>
          <p:cNvPr id="33" name="Object 32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13507391" y="7871314"/>
            <a:ext cx="1044419" cy="882733"/>
          </a:xfrm>
          <a:prstGeom prst="rect">
            <a:avLst/>
          </a:prstGeom>
        </p:spPr>
      </p:pic>
      <p:pic>
        <p:nvPicPr>
          <p:cNvPr id="34" name="Object 33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13507391" y="8426038"/>
            <a:ext cx="1025371" cy="882733"/>
          </a:xfrm>
          <a:prstGeom prst="rect">
            <a:avLst/>
          </a:prstGeom>
        </p:spPr>
      </p:pic>
      <p:pic>
        <p:nvPicPr>
          <p:cNvPr id="35" name="Object 34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13543581" y="9024134"/>
            <a:ext cx="1025371" cy="882733"/>
          </a:xfrm>
          <a:prstGeom prst="rect">
            <a:avLst/>
          </a:prstGeom>
        </p:spPr>
      </p:pic>
      <p:pic>
        <p:nvPicPr>
          <p:cNvPr id="36" name="Object 35"/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14895591" y="7096166"/>
            <a:ext cx="2385705" cy="1078581"/>
          </a:xfrm>
          <a:prstGeom prst="rect">
            <a:avLst/>
          </a:prstGeom>
        </p:spPr>
      </p:pic>
      <p:pic>
        <p:nvPicPr>
          <p:cNvPr id="37" name="Object 36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14903210" y="7741880"/>
            <a:ext cx="2385705" cy="1069057"/>
          </a:xfrm>
          <a:prstGeom prst="rect">
            <a:avLst/>
          </a:prstGeom>
        </p:spPr>
      </p:pic>
      <p:pic>
        <p:nvPicPr>
          <p:cNvPr id="38" name="Object 37"/>
          <p:cNvPicPr>
            <a:picLocks noChangeAspect="1"/>
          </p:cNvPicPr>
          <p:nvPr/>
        </p:nvPicPr>
        <p:blipFill>
          <a:blip r:embed="rId17" cstate="print"/>
          <a:stretch>
            <a:fillRect/>
          </a:stretch>
        </p:blipFill>
        <p:spPr>
          <a:xfrm>
            <a:off x="14901305" y="8368547"/>
            <a:ext cx="2423800" cy="1078581"/>
          </a:xfrm>
          <a:prstGeom prst="rect">
            <a:avLst/>
          </a:prstGeom>
        </p:spPr>
      </p:pic>
      <p:pic>
        <p:nvPicPr>
          <p:cNvPr id="39" name="Object 38"/>
          <p:cNvPicPr>
            <a:picLocks noChangeAspect="1"/>
          </p:cNvPicPr>
          <p:nvPr/>
        </p:nvPicPr>
        <p:blipFill>
          <a:blip r:embed="rId18" cstate="print"/>
          <a:stretch>
            <a:fillRect/>
          </a:stretch>
        </p:blipFill>
        <p:spPr>
          <a:xfrm>
            <a:off x="14901305" y="8949499"/>
            <a:ext cx="2490467" cy="107858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428271" y="9410439"/>
            <a:ext cx="17428571" cy="9524"/>
            <a:chOff x="428271" y="9410439"/>
            <a:chExt cx="17428571" cy="9524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8271" y="9410439"/>
              <a:ext cx="17428571" cy="9524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461605" y="9477105"/>
            <a:ext cx="17361905" cy="28571"/>
            <a:chOff x="461605" y="9477105"/>
            <a:chExt cx="17361905" cy="28571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1605" y="9477105"/>
              <a:ext cx="17361905" cy="28571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1494884" y="3370049"/>
            <a:ext cx="670426" cy="670426"/>
            <a:chOff x="1494884" y="3370049"/>
            <a:chExt cx="670426" cy="670426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94884" y="3370049"/>
              <a:ext cx="670426" cy="670426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1494884" y="4030952"/>
            <a:ext cx="4606697" cy="9524"/>
            <a:chOff x="1494884" y="4030952"/>
            <a:chExt cx="4606697" cy="9524"/>
          </a:xfrm>
        </p:grpSpPr>
        <p:pic>
          <p:nvPicPr>
            <p:cNvPr id="12" name="Object 11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94884" y="4030952"/>
              <a:ext cx="4606697" cy="9524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1494884" y="3971377"/>
            <a:ext cx="670426" cy="66667"/>
            <a:chOff x="1494884" y="3971377"/>
            <a:chExt cx="670426" cy="66667"/>
          </a:xfrm>
        </p:grpSpPr>
        <p:pic>
          <p:nvPicPr>
            <p:cNvPr id="15" name="Object 14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94884" y="3971377"/>
              <a:ext cx="670426" cy="66667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6745633" y="3398620"/>
            <a:ext cx="670426" cy="670426"/>
            <a:chOff x="6745633" y="3398620"/>
            <a:chExt cx="670426" cy="670426"/>
          </a:xfrm>
        </p:grpSpPr>
        <p:pic>
          <p:nvPicPr>
            <p:cNvPr id="18" name="Object 17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745633" y="3398620"/>
              <a:ext cx="670426" cy="670426"/>
            </a:xfrm>
            <a:prstGeom prst="rect">
              <a:avLst/>
            </a:prstGeom>
          </p:spPr>
        </p:pic>
      </p:grpSp>
      <p:grpSp>
        <p:nvGrpSpPr>
          <p:cNvPr id="1007" name="그룹 1007"/>
          <p:cNvGrpSpPr/>
          <p:nvPr/>
        </p:nvGrpSpPr>
        <p:grpSpPr>
          <a:xfrm>
            <a:off x="6745633" y="4059523"/>
            <a:ext cx="4606697" cy="9524"/>
            <a:chOff x="6745633" y="4059523"/>
            <a:chExt cx="4606697" cy="9524"/>
          </a:xfrm>
        </p:grpSpPr>
        <p:pic>
          <p:nvPicPr>
            <p:cNvPr id="21" name="Object 20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745633" y="4059523"/>
              <a:ext cx="4606697" cy="9524"/>
            </a:xfrm>
            <a:prstGeom prst="rect">
              <a:avLst/>
            </a:prstGeom>
          </p:spPr>
        </p:pic>
      </p:grpSp>
      <p:grpSp>
        <p:nvGrpSpPr>
          <p:cNvPr id="1008" name="그룹 1008"/>
          <p:cNvGrpSpPr/>
          <p:nvPr/>
        </p:nvGrpSpPr>
        <p:grpSpPr>
          <a:xfrm>
            <a:off x="6745633" y="3999948"/>
            <a:ext cx="670426" cy="66667"/>
            <a:chOff x="6745633" y="3999948"/>
            <a:chExt cx="670426" cy="66667"/>
          </a:xfrm>
        </p:grpSpPr>
        <p:pic>
          <p:nvPicPr>
            <p:cNvPr id="24" name="Object 23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745633" y="3999948"/>
              <a:ext cx="670426" cy="66667"/>
            </a:xfrm>
            <a:prstGeom prst="rect">
              <a:avLst/>
            </a:prstGeom>
          </p:spPr>
        </p:pic>
      </p:grpSp>
      <p:grpSp>
        <p:nvGrpSpPr>
          <p:cNvPr id="1009" name="그룹 1009"/>
          <p:cNvGrpSpPr/>
          <p:nvPr/>
        </p:nvGrpSpPr>
        <p:grpSpPr>
          <a:xfrm>
            <a:off x="11996382" y="3398620"/>
            <a:ext cx="670426" cy="670426"/>
            <a:chOff x="11996382" y="3398620"/>
            <a:chExt cx="670426" cy="670426"/>
          </a:xfrm>
        </p:grpSpPr>
        <p:pic>
          <p:nvPicPr>
            <p:cNvPr id="27" name="Object 26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996382" y="3398620"/>
              <a:ext cx="670426" cy="670426"/>
            </a:xfrm>
            <a:prstGeom prst="rect">
              <a:avLst/>
            </a:prstGeom>
          </p:spPr>
        </p:pic>
      </p:grpSp>
      <p:grpSp>
        <p:nvGrpSpPr>
          <p:cNvPr id="1010" name="그룹 1010"/>
          <p:cNvGrpSpPr/>
          <p:nvPr/>
        </p:nvGrpSpPr>
        <p:grpSpPr>
          <a:xfrm>
            <a:off x="11996382" y="4059523"/>
            <a:ext cx="4606697" cy="9524"/>
            <a:chOff x="11996382" y="4059523"/>
            <a:chExt cx="4606697" cy="9524"/>
          </a:xfrm>
        </p:grpSpPr>
        <p:pic>
          <p:nvPicPr>
            <p:cNvPr id="30" name="Object 29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996382" y="4059523"/>
              <a:ext cx="4606697" cy="9524"/>
            </a:xfrm>
            <a:prstGeom prst="rect">
              <a:avLst/>
            </a:prstGeom>
          </p:spPr>
        </p:pic>
      </p:grpSp>
      <p:grpSp>
        <p:nvGrpSpPr>
          <p:cNvPr id="1011" name="그룹 1011"/>
          <p:cNvGrpSpPr/>
          <p:nvPr/>
        </p:nvGrpSpPr>
        <p:grpSpPr>
          <a:xfrm>
            <a:off x="11996382" y="3999948"/>
            <a:ext cx="670426" cy="66667"/>
            <a:chOff x="11996382" y="3999948"/>
            <a:chExt cx="670426" cy="66667"/>
          </a:xfrm>
        </p:grpSpPr>
        <p:pic>
          <p:nvPicPr>
            <p:cNvPr id="33" name="Object 32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996382" y="3999948"/>
              <a:ext cx="670426" cy="66667"/>
            </a:xfrm>
            <a:prstGeom prst="rect">
              <a:avLst/>
            </a:prstGeom>
          </p:spPr>
        </p:pic>
      </p:grpSp>
      <p:grpSp>
        <p:nvGrpSpPr>
          <p:cNvPr id="1012" name="그룹 1012"/>
          <p:cNvGrpSpPr/>
          <p:nvPr/>
        </p:nvGrpSpPr>
        <p:grpSpPr>
          <a:xfrm>
            <a:off x="1494884" y="6084335"/>
            <a:ext cx="670426" cy="670426"/>
            <a:chOff x="1494884" y="6084335"/>
            <a:chExt cx="670426" cy="670426"/>
          </a:xfrm>
        </p:grpSpPr>
        <p:pic>
          <p:nvPicPr>
            <p:cNvPr id="36" name="Object 35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94884" y="6084335"/>
              <a:ext cx="670426" cy="670426"/>
            </a:xfrm>
            <a:prstGeom prst="rect">
              <a:avLst/>
            </a:prstGeom>
          </p:spPr>
        </p:pic>
      </p:grpSp>
      <p:grpSp>
        <p:nvGrpSpPr>
          <p:cNvPr id="1013" name="그룹 1013"/>
          <p:cNvGrpSpPr/>
          <p:nvPr/>
        </p:nvGrpSpPr>
        <p:grpSpPr>
          <a:xfrm>
            <a:off x="1494884" y="6745237"/>
            <a:ext cx="4606697" cy="9524"/>
            <a:chOff x="1494884" y="6745237"/>
            <a:chExt cx="4606697" cy="9524"/>
          </a:xfrm>
        </p:grpSpPr>
        <p:pic>
          <p:nvPicPr>
            <p:cNvPr id="39" name="Object 38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94884" y="6745237"/>
              <a:ext cx="4606697" cy="9524"/>
            </a:xfrm>
            <a:prstGeom prst="rect">
              <a:avLst/>
            </a:prstGeom>
          </p:spPr>
        </p:pic>
      </p:grpSp>
      <p:grpSp>
        <p:nvGrpSpPr>
          <p:cNvPr id="1014" name="그룹 1014"/>
          <p:cNvGrpSpPr/>
          <p:nvPr/>
        </p:nvGrpSpPr>
        <p:grpSpPr>
          <a:xfrm>
            <a:off x="1494884" y="6685663"/>
            <a:ext cx="670426" cy="66667"/>
            <a:chOff x="1494884" y="6685663"/>
            <a:chExt cx="670426" cy="66667"/>
          </a:xfrm>
        </p:grpSpPr>
        <p:pic>
          <p:nvPicPr>
            <p:cNvPr id="42" name="Object 41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94884" y="6685663"/>
              <a:ext cx="670426" cy="66667"/>
            </a:xfrm>
            <a:prstGeom prst="rect">
              <a:avLst/>
            </a:prstGeom>
          </p:spPr>
        </p:pic>
      </p:grpSp>
      <p:grpSp>
        <p:nvGrpSpPr>
          <p:cNvPr id="1015" name="그룹 1015"/>
          <p:cNvGrpSpPr/>
          <p:nvPr/>
        </p:nvGrpSpPr>
        <p:grpSpPr>
          <a:xfrm>
            <a:off x="6745633" y="6112906"/>
            <a:ext cx="670426" cy="670426"/>
            <a:chOff x="6745633" y="6112906"/>
            <a:chExt cx="670426" cy="670426"/>
          </a:xfrm>
        </p:grpSpPr>
        <p:pic>
          <p:nvPicPr>
            <p:cNvPr id="45" name="Object 44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745633" y="6112906"/>
              <a:ext cx="670426" cy="670426"/>
            </a:xfrm>
            <a:prstGeom prst="rect">
              <a:avLst/>
            </a:prstGeom>
          </p:spPr>
        </p:pic>
      </p:grpSp>
      <p:grpSp>
        <p:nvGrpSpPr>
          <p:cNvPr id="1016" name="그룹 1016"/>
          <p:cNvGrpSpPr/>
          <p:nvPr/>
        </p:nvGrpSpPr>
        <p:grpSpPr>
          <a:xfrm>
            <a:off x="6745633" y="6773809"/>
            <a:ext cx="4606697" cy="9524"/>
            <a:chOff x="6745633" y="6773809"/>
            <a:chExt cx="4606697" cy="9524"/>
          </a:xfrm>
        </p:grpSpPr>
        <p:pic>
          <p:nvPicPr>
            <p:cNvPr id="48" name="Object 47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745633" y="6773809"/>
              <a:ext cx="4606697" cy="9524"/>
            </a:xfrm>
            <a:prstGeom prst="rect">
              <a:avLst/>
            </a:prstGeom>
          </p:spPr>
        </p:pic>
      </p:grpSp>
      <p:grpSp>
        <p:nvGrpSpPr>
          <p:cNvPr id="1017" name="그룹 1017"/>
          <p:cNvGrpSpPr/>
          <p:nvPr/>
        </p:nvGrpSpPr>
        <p:grpSpPr>
          <a:xfrm>
            <a:off x="6745633" y="6714234"/>
            <a:ext cx="670426" cy="66667"/>
            <a:chOff x="6745633" y="6714234"/>
            <a:chExt cx="670426" cy="66667"/>
          </a:xfrm>
        </p:grpSpPr>
        <p:pic>
          <p:nvPicPr>
            <p:cNvPr id="51" name="Object 50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745633" y="6714234"/>
              <a:ext cx="670426" cy="66667"/>
            </a:xfrm>
            <a:prstGeom prst="rect">
              <a:avLst/>
            </a:prstGeom>
          </p:spPr>
        </p:pic>
      </p:grpSp>
      <p:grpSp>
        <p:nvGrpSpPr>
          <p:cNvPr id="1018" name="그룹 1018"/>
          <p:cNvGrpSpPr/>
          <p:nvPr/>
        </p:nvGrpSpPr>
        <p:grpSpPr>
          <a:xfrm>
            <a:off x="1229619" y="1532412"/>
            <a:ext cx="3053047" cy="47619"/>
            <a:chOff x="1229619" y="1532412"/>
            <a:chExt cx="3053047" cy="47619"/>
          </a:xfrm>
        </p:grpSpPr>
        <p:pic>
          <p:nvPicPr>
            <p:cNvPr id="54" name="Object 53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29619" y="1532412"/>
              <a:ext cx="3053047" cy="47619"/>
            </a:xfrm>
            <a:prstGeom prst="rect">
              <a:avLst/>
            </a:prstGeom>
          </p:spPr>
        </p:pic>
      </p:grpSp>
      <p:pic>
        <p:nvPicPr>
          <p:cNvPr id="56" name="Object 55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1016286" y="419974"/>
            <a:ext cx="2084581" cy="1683981"/>
          </a:xfrm>
          <a:prstGeom prst="rect">
            <a:avLst/>
          </a:prstGeom>
        </p:spPr>
      </p:pic>
      <p:pic>
        <p:nvPicPr>
          <p:cNvPr id="57" name="Object 56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2221298" y="3230511"/>
            <a:ext cx="1615467" cy="1086019"/>
          </a:xfrm>
          <a:prstGeom prst="rect">
            <a:avLst/>
          </a:prstGeom>
        </p:spPr>
      </p:pic>
      <p:pic>
        <p:nvPicPr>
          <p:cNvPr id="58" name="Object 57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1531748" y="3230030"/>
            <a:ext cx="736886" cy="981819"/>
          </a:xfrm>
          <a:prstGeom prst="rect">
            <a:avLst/>
          </a:prstGeom>
        </p:spPr>
      </p:pic>
      <p:pic>
        <p:nvPicPr>
          <p:cNvPr id="59" name="Object 58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7481570" y="3259082"/>
            <a:ext cx="3043295" cy="1086019"/>
          </a:xfrm>
          <a:prstGeom prst="rect">
            <a:avLst/>
          </a:prstGeom>
        </p:spPr>
      </p:pic>
      <p:pic>
        <p:nvPicPr>
          <p:cNvPr id="60" name="Object 59"/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6806905" y="3258600"/>
            <a:ext cx="739848" cy="981819"/>
          </a:xfrm>
          <a:prstGeom prst="rect">
            <a:avLst/>
          </a:prstGeom>
        </p:spPr>
      </p:pic>
      <p:pic>
        <p:nvPicPr>
          <p:cNvPr id="61" name="Object 60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12741843" y="3298663"/>
            <a:ext cx="2931562" cy="1635448"/>
          </a:xfrm>
          <a:prstGeom prst="rect">
            <a:avLst/>
          </a:prstGeom>
        </p:spPr>
      </p:pic>
      <p:pic>
        <p:nvPicPr>
          <p:cNvPr id="62" name="Object 61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12062543" y="3258600"/>
            <a:ext cx="725133" cy="991343"/>
          </a:xfrm>
          <a:prstGeom prst="rect">
            <a:avLst/>
          </a:prstGeom>
        </p:spPr>
      </p:pic>
      <p:pic>
        <p:nvPicPr>
          <p:cNvPr id="63" name="Object 62"/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2230821" y="5944796"/>
            <a:ext cx="3229152" cy="1086019"/>
          </a:xfrm>
          <a:prstGeom prst="rect">
            <a:avLst/>
          </a:prstGeom>
        </p:spPr>
      </p:pic>
      <p:pic>
        <p:nvPicPr>
          <p:cNvPr id="64" name="Object 63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1573571" y="5944314"/>
            <a:ext cx="687619" cy="981819"/>
          </a:xfrm>
          <a:prstGeom prst="rect">
            <a:avLst/>
          </a:prstGeom>
        </p:spPr>
      </p:pic>
      <p:pic>
        <p:nvPicPr>
          <p:cNvPr id="65" name="Object 64"/>
          <p:cNvPicPr>
            <a:picLocks noChangeAspect="1"/>
          </p:cNvPicPr>
          <p:nvPr/>
        </p:nvPicPr>
        <p:blipFill>
          <a:blip r:embed="rId17" cstate="print"/>
          <a:stretch>
            <a:fillRect/>
          </a:stretch>
        </p:blipFill>
        <p:spPr>
          <a:xfrm>
            <a:off x="7529189" y="5925749"/>
            <a:ext cx="1594610" cy="1124114"/>
          </a:xfrm>
          <a:prstGeom prst="rect">
            <a:avLst/>
          </a:prstGeom>
        </p:spPr>
      </p:pic>
      <p:pic>
        <p:nvPicPr>
          <p:cNvPr id="66" name="Object 65"/>
          <p:cNvPicPr>
            <a:picLocks noChangeAspect="1"/>
          </p:cNvPicPr>
          <p:nvPr/>
        </p:nvPicPr>
        <p:blipFill>
          <a:blip r:embed="rId18" cstate="print"/>
          <a:stretch>
            <a:fillRect/>
          </a:stretch>
        </p:blipFill>
        <p:spPr>
          <a:xfrm>
            <a:off x="6809733" y="5972886"/>
            <a:ext cx="731362" cy="991343"/>
          </a:xfrm>
          <a:prstGeom prst="rect">
            <a:avLst/>
          </a:prstGeom>
        </p:spPr>
      </p:pic>
      <p:pic>
        <p:nvPicPr>
          <p:cNvPr id="67" name="Object 66"/>
          <p:cNvPicPr>
            <a:picLocks noChangeAspect="1"/>
          </p:cNvPicPr>
          <p:nvPr/>
        </p:nvPicPr>
        <p:blipFill>
          <a:blip r:embed="rId19" cstate="print"/>
          <a:stretch>
            <a:fillRect/>
          </a:stretch>
        </p:blipFill>
        <p:spPr>
          <a:xfrm>
            <a:off x="16799913" y="9658752"/>
            <a:ext cx="1097943" cy="79792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8122591" y="3565673"/>
            <a:ext cx="2040531" cy="2040531"/>
            <a:chOff x="8122591" y="3565673"/>
            <a:chExt cx="2040531" cy="2040531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22591" y="3565673"/>
              <a:ext cx="2040531" cy="2040531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8122591" y="5494457"/>
            <a:ext cx="2040531" cy="111748"/>
            <a:chOff x="8122591" y="5494457"/>
            <a:chExt cx="2040531" cy="111748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22591" y="5494457"/>
              <a:ext cx="2040531" cy="111748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7886723" y="6717733"/>
            <a:ext cx="2531941" cy="9524"/>
            <a:chOff x="7886723" y="6717733"/>
            <a:chExt cx="2531941" cy="9524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86723" y="6717733"/>
              <a:ext cx="2531941" cy="9524"/>
            </a:xfrm>
            <a:prstGeom prst="rect">
              <a:avLst/>
            </a:prstGeom>
          </p:spPr>
        </p:pic>
      </p:grpSp>
      <p:pic>
        <p:nvPicPr>
          <p:cNvPr id="11" name="Object 10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8225709" y="3123374"/>
            <a:ext cx="2263829" cy="3025886"/>
          </a:xfrm>
          <a:prstGeom prst="rect">
            <a:avLst/>
          </a:prstGeom>
        </p:spPr>
      </p:pic>
      <p:pic>
        <p:nvPicPr>
          <p:cNvPr id="12" name="Object 11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7337497" y="5346357"/>
            <a:ext cx="3945381" cy="2075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476190" y="496416"/>
            <a:ext cx="1432331" cy="1432331"/>
            <a:chOff x="476190" y="496416"/>
            <a:chExt cx="1432331" cy="1432331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190" y="496416"/>
              <a:ext cx="1432331" cy="1432331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476190" y="492488"/>
            <a:ext cx="17333333" cy="1436260"/>
            <a:chOff x="476190" y="492488"/>
            <a:chExt cx="17333333" cy="1436260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6190" y="492488"/>
              <a:ext cx="17333333" cy="1436260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1184712" y="1210702"/>
            <a:ext cx="1438095" cy="9524"/>
            <a:chOff x="1184712" y="1210702"/>
            <a:chExt cx="1438095" cy="9524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 rot="5400000">
              <a:off x="1184712" y="1210702"/>
              <a:ext cx="1438095" cy="9524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1892356" y="1890652"/>
            <a:ext cx="3690816" cy="47619"/>
            <a:chOff x="1892356" y="1890652"/>
            <a:chExt cx="3690816" cy="47619"/>
          </a:xfrm>
        </p:grpSpPr>
        <p:pic>
          <p:nvPicPr>
            <p:cNvPr id="12" name="Object 11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92356" y="1890652"/>
              <a:ext cx="3690816" cy="47619"/>
            </a:xfrm>
            <a:prstGeom prst="rect">
              <a:avLst/>
            </a:prstGeom>
          </p:spPr>
        </p:pic>
      </p:grpSp>
      <p:pic>
        <p:nvPicPr>
          <p:cNvPr id="14" name="Object 13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2029381" y="544367"/>
            <a:ext cx="2732162" cy="1683981"/>
          </a:xfrm>
          <a:prstGeom prst="rect">
            <a:avLst/>
          </a:prstGeom>
        </p:spPr>
      </p:pic>
      <p:pic>
        <p:nvPicPr>
          <p:cNvPr id="15" name="Object 14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6962539" y="3039711"/>
            <a:ext cx="4713771" cy="2470324"/>
          </a:xfrm>
          <a:prstGeom prst="rect">
            <a:avLst/>
          </a:prstGeom>
        </p:spPr>
      </p:pic>
      <p:pic>
        <p:nvPicPr>
          <p:cNvPr id="16" name="Object 15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6650400" y="4601649"/>
            <a:ext cx="4855800" cy="1457619"/>
          </a:xfrm>
          <a:prstGeom prst="rect">
            <a:avLst/>
          </a:prstGeom>
        </p:spPr>
      </p:pic>
      <p:pic>
        <p:nvPicPr>
          <p:cNvPr id="17" name="Object 16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684358" y="343701"/>
            <a:ext cx="1412971" cy="1922952"/>
          </a:xfrm>
          <a:prstGeom prst="rect">
            <a:avLst/>
          </a:prstGeom>
        </p:spPr>
      </p:pic>
      <p:grpSp>
        <p:nvGrpSpPr>
          <p:cNvPr id="18" name="그룹 1004">
            <a:extLst>
              <a:ext uri="{FF2B5EF4-FFF2-40B4-BE49-F238E27FC236}">
                <a16:creationId xmlns:a16="http://schemas.microsoft.com/office/drawing/2014/main" id="{5C7CC105-C610-4EDD-87FE-327AC6D2455C}"/>
              </a:ext>
            </a:extLst>
          </p:cNvPr>
          <p:cNvGrpSpPr/>
          <p:nvPr/>
        </p:nvGrpSpPr>
        <p:grpSpPr>
          <a:xfrm>
            <a:off x="428271" y="9410439"/>
            <a:ext cx="17428571" cy="9524"/>
            <a:chOff x="428271" y="9410439"/>
            <a:chExt cx="17428571" cy="9524"/>
          </a:xfrm>
        </p:grpSpPr>
        <p:pic>
          <p:nvPicPr>
            <p:cNvPr id="19" name="Object 11">
              <a:extLst>
                <a:ext uri="{FF2B5EF4-FFF2-40B4-BE49-F238E27FC236}">
                  <a16:creationId xmlns:a16="http://schemas.microsoft.com/office/drawing/2014/main" id="{F3994119-C19C-4F31-8736-949A90C4277B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28271" y="9410439"/>
              <a:ext cx="17428571" cy="9524"/>
            </a:xfrm>
            <a:prstGeom prst="rect">
              <a:avLst/>
            </a:prstGeom>
          </p:spPr>
        </p:pic>
      </p:grpSp>
      <p:grpSp>
        <p:nvGrpSpPr>
          <p:cNvPr id="20" name="그룹 1005">
            <a:extLst>
              <a:ext uri="{FF2B5EF4-FFF2-40B4-BE49-F238E27FC236}">
                <a16:creationId xmlns:a16="http://schemas.microsoft.com/office/drawing/2014/main" id="{E7C1FD7C-B0C8-4C59-B7FD-7EA00692BB42}"/>
              </a:ext>
            </a:extLst>
          </p:cNvPr>
          <p:cNvGrpSpPr/>
          <p:nvPr/>
        </p:nvGrpSpPr>
        <p:grpSpPr>
          <a:xfrm>
            <a:off x="461605" y="9477105"/>
            <a:ext cx="17361905" cy="28571"/>
            <a:chOff x="461605" y="9477105"/>
            <a:chExt cx="17361905" cy="28571"/>
          </a:xfrm>
        </p:grpSpPr>
        <p:pic>
          <p:nvPicPr>
            <p:cNvPr id="21" name="Object 14">
              <a:extLst>
                <a:ext uri="{FF2B5EF4-FFF2-40B4-BE49-F238E27FC236}">
                  <a16:creationId xmlns:a16="http://schemas.microsoft.com/office/drawing/2014/main" id="{7D429329-51ED-4361-B238-A23D3459AC7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61605" y="9477105"/>
              <a:ext cx="17361905" cy="2857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8122591" y="3565673"/>
            <a:ext cx="2040531" cy="2040531"/>
            <a:chOff x="8122591" y="3565673"/>
            <a:chExt cx="2040531" cy="2040531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22591" y="3565673"/>
              <a:ext cx="2040531" cy="2040531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8122591" y="5494457"/>
            <a:ext cx="2040531" cy="111748"/>
            <a:chOff x="8122591" y="5494457"/>
            <a:chExt cx="2040531" cy="111748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22591" y="5494457"/>
              <a:ext cx="2040531" cy="111748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6289589" y="6717733"/>
            <a:ext cx="5800098" cy="9524"/>
            <a:chOff x="6289589" y="6717733"/>
            <a:chExt cx="5800098" cy="9524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89589" y="6717733"/>
              <a:ext cx="5800098" cy="9524"/>
            </a:xfrm>
            <a:prstGeom prst="rect">
              <a:avLst/>
            </a:prstGeom>
          </p:spPr>
        </p:pic>
      </p:grpSp>
      <p:pic>
        <p:nvPicPr>
          <p:cNvPr id="11" name="Object 10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8299661" y="3121176"/>
            <a:ext cx="2241971" cy="3024695"/>
          </a:xfrm>
          <a:prstGeom prst="rect">
            <a:avLst/>
          </a:prstGeom>
        </p:spPr>
      </p:pic>
      <p:pic>
        <p:nvPicPr>
          <p:cNvPr id="12" name="Object 11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5733415" y="5346357"/>
            <a:ext cx="7203714" cy="2075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476190" y="496416"/>
            <a:ext cx="1432331" cy="1432331"/>
            <a:chOff x="476190" y="496416"/>
            <a:chExt cx="1432331" cy="1432331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190" y="496416"/>
              <a:ext cx="1432331" cy="1432331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476190" y="492488"/>
            <a:ext cx="17333333" cy="1436260"/>
            <a:chOff x="476190" y="492488"/>
            <a:chExt cx="17333333" cy="1436260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6190" y="492488"/>
              <a:ext cx="17333333" cy="1436260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1184712" y="1210702"/>
            <a:ext cx="1438095" cy="9524"/>
            <a:chOff x="1184712" y="1210702"/>
            <a:chExt cx="1438095" cy="9524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 rot="5400000">
              <a:off x="1184712" y="1210702"/>
              <a:ext cx="1438095" cy="9524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428271" y="9410439"/>
            <a:ext cx="17428571" cy="9524"/>
            <a:chOff x="428271" y="9410439"/>
            <a:chExt cx="17428571" cy="9524"/>
          </a:xfrm>
        </p:grpSpPr>
        <p:pic>
          <p:nvPicPr>
            <p:cNvPr id="12" name="Object 11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28271" y="9410439"/>
              <a:ext cx="17428571" cy="9524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461605" y="9477105"/>
            <a:ext cx="17361905" cy="28571"/>
            <a:chOff x="461605" y="9477105"/>
            <a:chExt cx="17361905" cy="28571"/>
          </a:xfrm>
        </p:grpSpPr>
        <p:pic>
          <p:nvPicPr>
            <p:cNvPr id="15" name="Object 14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61605" y="9477105"/>
              <a:ext cx="17361905" cy="28571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1985571" y="8605642"/>
            <a:ext cx="285714" cy="271658"/>
            <a:chOff x="1985571" y="8150957"/>
            <a:chExt cx="285714" cy="271658"/>
          </a:xfrm>
        </p:grpSpPr>
        <p:pic>
          <p:nvPicPr>
            <p:cNvPr id="18" name="Object 17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985571" y="8150957"/>
              <a:ext cx="285714" cy="271658"/>
            </a:xfrm>
            <a:prstGeom prst="rect">
              <a:avLst/>
            </a:prstGeom>
          </p:spPr>
        </p:pic>
      </p:grpSp>
      <p:grpSp>
        <p:nvGrpSpPr>
          <p:cNvPr id="1007" name="그룹 1007"/>
          <p:cNvGrpSpPr/>
          <p:nvPr/>
        </p:nvGrpSpPr>
        <p:grpSpPr>
          <a:xfrm>
            <a:off x="1892356" y="1890652"/>
            <a:ext cx="3690816" cy="47619"/>
            <a:chOff x="1892356" y="1890652"/>
            <a:chExt cx="3690816" cy="47619"/>
          </a:xfrm>
        </p:grpSpPr>
        <p:pic>
          <p:nvPicPr>
            <p:cNvPr id="21" name="Object 20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892356" y="1890652"/>
              <a:ext cx="3690816" cy="47619"/>
            </a:xfrm>
            <a:prstGeom prst="rect">
              <a:avLst/>
            </a:prstGeom>
          </p:spPr>
        </p:pic>
      </p:grpSp>
      <p:pic>
        <p:nvPicPr>
          <p:cNvPr id="23" name="Object 22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2365334" y="8526348"/>
            <a:ext cx="4482190" cy="960552"/>
          </a:xfrm>
          <a:prstGeom prst="rect">
            <a:avLst/>
          </a:prstGeom>
        </p:spPr>
      </p:pic>
      <p:pic>
        <p:nvPicPr>
          <p:cNvPr id="24" name="Object 23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2057952" y="544367"/>
            <a:ext cx="3301962" cy="1683981"/>
          </a:xfrm>
          <a:prstGeom prst="rect">
            <a:avLst/>
          </a:prstGeom>
        </p:spPr>
      </p:pic>
      <p:pic>
        <p:nvPicPr>
          <p:cNvPr id="25" name="Object 24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309084" y="343702"/>
            <a:ext cx="2036038" cy="1922952"/>
          </a:xfrm>
          <a:prstGeom prst="rect">
            <a:avLst/>
          </a:prstGeom>
        </p:spPr>
      </p:pic>
      <p:pic>
        <p:nvPicPr>
          <p:cNvPr id="26" name="Object 25"/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16799913" y="9658752"/>
            <a:ext cx="1097943" cy="797924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58D6756D-7E31-4CB5-8AB1-C69765DA459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023" y="2613919"/>
            <a:ext cx="6756626" cy="5221031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9230A709-714F-4CBA-A4F8-01E4E1AD0D2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6955" y="2562491"/>
            <a:ext cx="7233080" cy="516201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476190" y="496416"/>
            <a:ext cx="1432331" cy="1432331"/>
            <a:chOff x="476190" y="496416"/>
            <a:chExt cx="1432331" cy="1432331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190" y="496416"/>
              <a:ext cx="1432331" cy="1432331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476190" y="492488"/>
            <a:ext cx="17333333" cy="1436260"/>
            <a:chOff x="476190" y="492488"/>
            <a:chExt cx="17333333" cy="1436260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6190" y="492488"/>
              <a:ext cx="17333333" cy="1436260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1184712" y="1210702"/>
            <a:ext cx="1438095" cy="9524"/>
            <a:chOff x="1184712" y="1210702"/>
            <a:chExt cx="1438095" cy="9524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 rot="5400000">
              <a:off x="1184712" y="1210702"/>
              <a:ext cx="1438095" cy="9524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428271" y="9410439"/>
            <a:ext cx="17428571" cy="9524"/>
            <a:chOff x="428271" y="9410439"/>
            <a:chExt cx="17428571" cy="9524"/>
          </a:xfrm>
        </p:grpSpPr>
        <p:pic>
          <p:nvPicPr>
            <p:cNvPr id="12" name="Object 11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28271" y="9410439"/>
              <a:ext cx="17428571" cy="9524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461605" y="9477105"/>
            <a:ext cx="17361905" cy="28571"/>
            <a:chOff x="461605" y="9477105"/>
            <a:chExt cx="17361905" cy="28571"/>
          </a:xfrm>
        </p:grpSpPr>
        <p:pic>
          <p:nvPicPr>
            <p:cNvPr id="15" name="Object 14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61605" y="9477105"/>
              <a:ext cx="17361905" cy="28571"/>
            </a:xfrm>
            <a:prstGeom prst="rect">
              <a:avLst/>
            </a:prstGeom>
          </p:spPr>
        </p:pic>
      </p:grpSp>
      <p:grpSp>
        <p:nvGrpSpPr>
          <p:cNvPr id="1007" name="그룹 1007"/>
          <p:cNvGrpSpPr/>
          <p:nvPr/>
        </p:nvGrpSpPr>
        <p:grpSpPr>
          <a:xfrm>
            <a:off x="1892356" y="1890652"/>
            <a:ext cx="3690816" cy="47619"/>
            <a:chOff x="1892356" y="1890652"/>
            <a:chExt cx="3690816" cy="47619"/>
          </a:xfrm>
        </p:grpSpPr>
        <p:pic>
          <p:nvPicPr>
            <p:cNvPr id="21" name="Object 20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892356" y="1890652"/>
              <a:ext cx="3690816" cy="47619"/>
            </a:xfrm>
            <a:prstGeom prst="rect">
              <a:avLst/>
            </a:prstGeom>
          </p:spPr>
        </p:pic>
      </p:grpSp>
      <p:pic>
        <p:nvPicPr>
          <p:cNvPr id="24" name="Object 23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2048429" y="544367"/>
            <a:ext cx="3833800" cy="1683981"/>
          </a:xfrm>
          <a:prstGeom prst="rect">
            <a:avLst/>
          </a:prstGeom>
        </p:spPr>
      </p:pic>
      <p:pic>
        <p:nvPicPr>
          <p:cNvPr id="25" name="Object 24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309084" y="343702"/>
            <a:ext cx="2036038" cy="1922952"/>
          </a:xfrm>
          <a:prstGeom prst="rect">
            <a:avLst/>
          </a:prstGeom>
        </p:spPr>
      </p:pic>
      <p:pic>
        <p:nvPicPr>
          <p:cNvPr id="26" name="Object 25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16799913" y="9658752"/>
            <a:ext cx="1097943" cy="797924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D60843A8-C6C2-413D-846B-D251060699B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5116" y="2377604"/>
            <a:ext cx="6131526" cy="2762380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E346A9F4-2FDE-4FDF-9F5F-016C053B26B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0" y="2342043"/>
            <a:ext cx="6496079" cy="2801457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6B97B782-8FF3-40A6-B608-F7F01F83E7B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0" y="5631009"/>
            <a:ext cx="6496079" cy="2655777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69A5D2C8-38A6-477C-8C87-D1BC7B00C4C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5116" y="5588841"/>
            <a:ext cx="6131526" cy="269794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476190" y="496416"/>
            <a:ext cx="1432331" cy="1432331"/>
            <a:chOff x="476190" y="496416"/>
            <a:chExt cx="1432331" cy="1432331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190" y="496416"/>
              <a:ext cx="1432331" cy="1432331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476190" y="492488"/>
            <a:ext cx="17333333" cy="1436260"/>
            <a:chOff x="476190" y="492488"/>
            <a:chExt cx="17333333" cy="1436260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6190" y="492488"/>
              <a:ext cx="17333333" cy="1436260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1184712" y="1210702"/>
            <a:ext cx="1438095" cy="9524"/>
            <a:chOff x="1184712" y="1210702"/>
            <a:chExt cx="1438095" cy="9524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 rot="5400000">
              <a:off x="1184712" y="1210702"/>
              <a:ext cx="1438095" cy="9524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428271" y="9410439"/>
            <a:ext cx="17428571" cy="9524"/>
            <a:chOff x="428271" y="9410439"/>
            <a:chExt cx="17428571" cy="9524"/>
          </a:xfrm>
        </p:grpSpPr>
        <p:pic>
          <p:nvPicPr>
            <p:cNvPr id="12" name="Object 11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28271" y="9410439"/>
              <a:ext cx="17428571" cy="9524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461605" y="9477105"/>
            <a:ext cx="17361905" cy="28571"/>
            <a:chOff x="461605" y="9477105"/>
            <a:chExt cx="17361905" cy="28571"/>
          </a:xfrm>
        </p:grpSpPr>
        <p:pic>
          <p:nvPicPr>
            <p:cNvPr id="15" name="Object 14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61605" y="9477105"/>
              <a:ext cx="17361905" cy="28571"/>
            </a:xfrm>
            <a:prstGeom prst="rect">
              <a:avLst/>
            </a:prstGeom>
          </p:spPr>
        </p:pic>
      </p:grpSp>
      <p:grpSp>
        <p:nvGrpSpPr>
          <p:cNvPr id="1007" name="그룹 1007"/>
          <p:cNvGrpSpPr/>
          <p:nvPr/>
        </p:nvGrpSpPr>
        <p:grpSpPr>
          <a:xfrm>
            <a:off x="1892356" y="1890652"/>
            <a:ext cx="3690816" cy="47619"/>
            <a:chOff x="1892356" y="1890652"/>
            <a:chExt cx="3690816" cy="47619"/>
          </a:xfrm>
        </p:grpSpPr>
        <p:pic>
          <p:nvPicPr>
            <p:cNvPr id="21" name="Object 20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892356" y="1890652"/>
              <a:ext cx="3690816" cy="47619"/>
            </a:xfrm>
            <a:prstGeom prst="rect">
              <a:avLst/>
            </a:prstGeom>
          </p:spPr>
        </p:pic>
      </p:grpSp>
      <p:pic>
        <p:nvPicPr>
          <p:cNvPr id="24" name="Object 23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2048429" y="544367"/>
            <a:ext cx="3824276" cy="1683981"/>
          </a:xfrm>
          <a:prstGeom prst="rect">
            <a:avLst/>
          </a:prstGeom>
        </p:spPr>
      </p:pic>
      <p:pic>
        <p:nvPicPr>
          <p:cNvPr id="25" name="Object 24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309084" y="343702"/>
            <a:ext cx="2036038" cy="1922952"/>
          </a:xfrm>
          <a:prstGeom prst="rect">
            <a:avLst/>
          </a:prstGeom>
        </p:spPr>
      </p:pic>
      <p:pic>
        <p:nvPicPr>
          <p:cNvPr id="26" name="Object 25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16799913" y="9658752"/>
            <a:ext cx="1097943" cy="797924"/>
          </a:xfrm>
          <a:prstGeom prst="rect">
            <a:avLst/>
          </a:prstGeom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0DBE2C59-2ABE-4635-B8A7-821F860E766C}"/>
              </a:ext>
            </a:extLst>
          </p:cNvPr>
          <p:cNvGrpSpPr/>
          <p:nvPr/>
        </p:nvGrpSpPr>
        <p:grpSpPr>
          <a:xfrm>
            <a:off x="1650639" y="2085817"/>
            <a:ext cx="14986722" cy="6906653"/>
            <a:chOff x="3810000" y="2781300"/>
            <a:chExt cx="9328557" cy="4941115"/>
          </a:xfrm>
        </p:grpSpPr>
        <p:pic>
          <p:nvPicPr>
            <p:cNvPr id="20" name="그림 19">
              <a:extLst>
                <a:ext uri="{FF2B5EF4-FFF2-40B4-BE49-F238E27FC236}">
                  <a16:creationId xmlns:a16="http://schemas.microsoft.com/office/drawing/2014/main" id="{FF90753D-FC8F-489B-B9B2-B7A3D61C5B24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10000" y="2781300"/>
              <a:ext cx="9328557" cy="4941115"/>
            </a:xfrm>
            <a:prstGeom prst="rect">
              <a:avLst/>
            </a:prstGeom>
          </p:spPr>
        </p:pic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1B0494BF-B5CB-4BD4-8964-3859F550D96E}"/>
                </a:ext>
              </a:extLst>
            </p:cNvPr>
            <p:cNvSpPr/>
            <p:nvPr/>
          </p:nvSpPr>
          <p:spPr>
            <a:xfrm>
              <a:off x="3952613" y="3158804"/>
              <a:ext cx="704676" cy="177007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A5ACCC91-DD41-4EC4-AF47-E19C233CEB07}"/>
                </a:ext>
              </a:extLst>
            </p:cNvPr>
            <p:cNvSpPr/>
            <p:nvPr/>
          </p:nvSpPr>
          <p:spPr>
            <a:xfrm>
              <a:off x="8793061" y="3083303"/>
              <a:ext cx="4152551" cy="13422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2538C554-7878-47B3-904E-E3AD0C5FCF41}"/>
                </a:ext>
              </a:extLst>
            </p:cNvPr>
            <p:cNvSpPr/>
            <p:nvPr/>
          </p:nvSpPr>
          <p:spPr>
            <a:xfrm>
              <a:off x="3952613" y="5675502"/>
              <a:ext cx="419450" cy="183718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64DADD09-3116-454F-96ED-4FBA79A72383}"/>
                </a:ext>
              </a:extLst>
            </p:cNvPr>
            <p:cNvSpPr/>
            <p:nvPr/>
          </p:nvSpPr>
          <p:spPr>
            <a:xfrm>
              <a:off x="8793061" y="5675502"/>
              <a:ext cx="520118" cy="183718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476190" y="496416"/>
            <a:ext cx="1432331" cy="1432331"/>
            <a:chOff x="476190" y="496416"/>
            <a:chExt cx="1432331" cy="1432331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190" y="496416"/>
              <a:ext cx="1432331" cy="1432331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476190" y="492488"/>
            <a:ext cx="17333333" cy="1436260"/>
            <a:chOff x="476190" y="492488"/>
            <a:chExt cx="17333333" cy="1436260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6190" y="492488"/>
              <a:ext cx="17333333" cy="1436260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1184712" y="1210702"/>
            <a:ext cx="1438095" cy="9524"/>
            <a:chOff x="1184712" y="1210702"/>
            <a:chExt cx="1438095" cy="9524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 rot="5400000">
              <a:off x="1184712" y="1210702"/>
              <a:ext cx="1438095" cy="9524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428271" y="9410439"/>
            <a:ext cx="17428571" cy="9524"/>
            <a:chOff x="428271" y="9410439"/>
            <a:chExt cx="17428571" cy="9524"/>
          </a:xfrm>
        </p:grpSpPr>
        <p:pic>
          <p:nvPicPr>
            <p:cNvPr id="12" name="Object 11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28271" y="9410439"/>
              <a:ext cx="17428571" cy="9524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461605" y="9477105"/>
            <a:ext cx="17361905" cy="28571"/>
            <a:chOff x="461605" y="9477105"/>
            <a:chExt cx="17361905" cy="28571"/>
          </a:xfrm>
        </p:grpSpPr>
        <p:pic>
          <p:nvPicPr>
            <p:cNvPr id="15" name="Object 14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61605" y="9477105"/>
              <a:ext cx="17361905" cy="28571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1892356" y="1890652"/>
            <a:ext cx="3690816" cy="47619"/>
            <a:chOff x="1892356" y="1890652"/>
            <a:chExt cx="3690816" cy="47619"/>
          </a:xfrm>
        </p:grpSpPr>
        <p:pic>
          <p:nvPicPr>
            <p:cNvPr id="18" name="Object 17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892356" y="1890652"/>
              <a:ext cx="3690816" cy="47619"/>
            </a:xfrm>
            <a:prstGeom prst="rect">
              <a:avLst/>
            </a:prstGeom>
          </p:spPr>
        </p:pic>
      </p:grpSp>
      <p:pic>
        <p:nvPicPr>
          <p:cNvPr id="20" name="Object 19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2048429" y="544367"/>
            <a:ext cx="4542848" cy="1683981"/>
          </a:xfrm>
          <a:prstGeom prst="rect">
            <a:avLst/>
          </a:prstGeom>
        </p:spPr>
      </p:pic>
      <p:pic>
        <p:nvPicPr>
          <p:cNvPr id="21" name="Object 20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309084" y="343702"/>
            <a:ext cx="2036038" cy="1922952"/>
          </a:xfrm>
          <a:prstGeom prst="rect">
            <a:avLst/>
          </a:prstGeom>
        </p:spPr>
      </p:pic>
      <p:pic>
        <p:nvPicPr>
          <p:cNvPr id="22" name="Object 21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16799913" y="9658752"/>
            <a:ext cx="1097943" cy="797924"/>
          </a:xfrm>
          <a:prstGeom prst="rect">
            <a:avLst/>
          </a:prstGeom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A34DD022-E130-49D6-B05D-C586AFBE3C45}"/>
              </a:ext>
            </a:extLst>
          </p:cNvPr>
          <p:cNvGrpSpPr/>
          <p:nvPr/>
        </p:nvGrpSpPr>
        <p:grpSpPr>
          <a:xfrm>
            <a:off x="1581419" y="2933700"/>
            <a:ext cx="15122274" cy="4969970"/>
            <a:chOff x="1064572" y="1909720"/>
            <a:chExt cx="9799172" cy="3390900"/>
          </a:xfrm>
        </p:grpSpPr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8CF68793-B549-4E55-B7B9-4CBE0C2B1818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4572" y="1909720"/>
              <a:ext cx="4257675" cy="3390900"/>
            </a:xfrm>
            <a:prstGeom prst="rect">
              <a:avLst/>
            </a:prstGeom>
          </p:spPr>
        </p:pic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14E323B9-C4E8-46F4-B269-23DFE630299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92717" y="1909720"/>
              <a:ext cx="4471027" cy="3390899"/>
            </a:xfrm>
            <a:prstGeom prst="rect">
              <a:avLst/>
            </a:prstGeom>
          </p:spPr>
        </p:pic>
      </p:grpSp>
      <p:pic>
        <p:nvPicPr>
          <p:cNvPr id="23" name="그림 22">
            <a:extLst>
              <a:ext uri="{FF2B5EF4-FFF2-40B4-BE49-F238E27FC236}">
                <a16:creationId xmlns:a16="http://schemas.microsoft.com/office/drawing/2014/main" id="{00CB8073-391E-47EA-8184-9C35E15157D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7667" y="2190248"/>
            <a:ext cx="11360530" cy="64013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476190" y="496416"/>
            <a:ext cx="1432331" cy="1432331"/>
            <a:chOff x="476190" y="496416"/>
            <a:chExt cx="1432331" cy="1432331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190" y="496416"/>
              <a:ext cx="1432331" cy="1432331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476190" y="492488"/>
            <a:ext cx="17333333" cy="1436260"/>
            <a:chOff x="476190" y="492488"/>
            <a:chExt cx="17333333" cy="1436260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6190" y="492488"/>
              <a:ext cx="17333333" cy="1436260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1184712" y="1210702"/>
            <a:ext cx="1438095" cy="9524"/>
            <a:chOff x="1184712" y="1210702"/>
            <a:chExt cx="1438095" cy="9524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 rot="5400000">
              <a:off x="1184712" y="1210702"/>
              <a:ext cx="1438095" cy="9524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428271" y="9410439"/>
            <a:ext cx="17428571" cy="9524"/>
            <a:chOff x="428271" y="9410439"/>
            <a:chExt cx="17428571" cy="9524"/>
          </a:xfrm>
        </p:grpSpPr>
        <p:pic>
          <p:nvPicPr>
            <p:cNvPr id="12" name="Object 11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28271" y="9410439"/>
              <a:ext cx="17428571" cy="9524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461605" y="9477105"/>
            <a:ext cx="17361905" cy="28571"/>
            <a:chOff x="461605" y="9477105"/>
            <a:chExt cx="17361905" cy="28571"/>
          </a:xfrm>
        </p:grpSpPr>
        <p:pic>
          <p:nvPicPr>
            <p:cNvPr id="15" name="Object 14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61605" y="9477105"/>
              <a:ext cx="17361905" cy="28571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1892356" y="1890652"/>
            <a:ext cx="3690816" cy="47619"/>
            <a:chOff x="1892356" y="1890652"/>
            <a:chExt cx="3690816" cy="47619"/>
          </a:xfrm>
        </p:grpSpPr>
        <p:pic>
          <p:nvPicPr>
            <p:cNvPr id="18" name="Object 17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892356" y="1890652"/>
              <a:ext cx="3690816" cy="47619"/>
            </a:xfrm>
            <a:prstGeom prst="rect">
              <a:avLst/>
            </a:prstGeom>
          </p:spPr>
        </p:pic>
      </p:grpSp>
      <p:pic>
        <p:nvPicPr>
          <p:cNvPr id="20" name="Object 19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2057952" y="544367"/>
            <a:ext cx="5692133" cy="1683981"/>
          </a:xfrm>
          <a:prstGeom prst="rect">
            <a:avLst/>
          </a:prstGeom>
        </p:spPr>
      </p:pic>
      <p:pic>
        <p:nvPicPr>
          <p:cNvPr id="21" name="Object 20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309084" y="343702"/>
            <a:ext cx="2036038" cy="1922952"/>
          </a:xfrm>
          <a:prstGeom prst="rect">
            <a:avLst/>
          </a:prstGeom>
        </p:spPr>
      </p:pic>
      <p:pic>
        <p:nvPicPr>
          <p:cNvPr id="22" name="Object 21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16799913" y="9658752"/>
            <a:ext cx="1097943" cy="797924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DFAB09ED-84BA-4CCC-ADE7-B448C2ACE63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0969" y="2228348"/>
            <a:ext cx="7066098" cy="3726263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9A76D197-6229-4C43-B026-61F5C9886489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518"/>
          <a:stretch/>
        </p:blipFill>
        <p:spPr>
          <a:xfrm>
            <a:off x="4187777" y="4287963"/>
            <a:ext cx="7124615" cy="4784570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3A38CA53-4391-4C03-ACD7-B3593232A02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0934" y="2077534"/>
            <a:ext cx="7551431" cy="418039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476190" y="496416"/>
            <a:ext cx="1432331" cy="1432331"/>
            <a:chOff x="476190" y="496416"/>
            <a:chExt cx="1432331" cy="1432331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190" y="496416"/>
              <a:ext cx="1432331" cy="1432331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476190" y="492488"/>
            <a:ext cx="17333333" cy="1436260"/>
            <a:chOff x="476190" y="492488"/>
            <a:chExt cx="17333333" cy="1436260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6190" y="492488"/>
              <a:ext cx="17333333" cy="1436260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1184712" y="1210702"/>
            <a:ext cx="1438095" cy="9524"/>
            <a:chOff x="1184712" y="1210702"/>
            <a:chExt cx="1438095" cy="9524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 rot="5400000">
              <a:off x="1184712" y="1210702"/>
              <a:ext cx="1438095" cy="9524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428271" y="9410439"/>
            <a:ext cx="17428571" cy="9524"/>
            <a:chOff x="428271" y="9410439"/>
            <a:chExt cx="17428571" cy="9524"/>
          </a:xfrm>
        </p:grpSpPr>
        <p:pic>
          <p:nvPicPr>
            <p:cNvPr id="12" name="Object 11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28271" y="9410439"/>
              <a:ext cx="17428571" cy="9524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461605" y="9477105"/>
            <a:ext cx="17361905" cy="28571"/>
            <a:chOff x="461605" y="9477105"/>
            <a:chExt cx="17361905" cy="28571"/>
          </a:xfrm>
        </p:grpSpPr>
        <p:pic>
          <p:nvPicPr>
            <p:cNvPr id="15" name="Object 14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61605" y="9477105"/>
              <a:ext cx="17361905" cy="28571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1892356" y="1890652"/>
            <a:ext cx="3690816" cy="47619"/>
            <a:chOff x="1892356" y="1890652"/>
            <a:chExt cx="3690816" cy="47619"/>
          </a:xfrm>
        </p:grpSpPr>
        <p:pic>
          <p:nvPicPr>
            <p:cNvPr id="18" name="Object 17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892356" y="1890652"/>
              <a:ext cx="3690816" cy="47619"/>
            </a:xfrm>
            <a:prstGeom prst="rect">
              <a:avLst/>
            </a:prstGeom>
          </p:spPr>
        </p:pic>
      </p:grpSp>
      <p:pic>
        <p:nvPicPr>
          <p:cNvPr id="20" name="Object 19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2057952" y="544367"/>
            <a:ext cx="5692133" cy="1683981"/>
          </a:xfrm>
          <a:prstGeom prst="rect">
            <a:avLst/>
          </a:prstGeom>
        </p:spPr>
      </p:pic>
      <p:pic>
        <p:nvPicPr>
          <p:cNvPr id="21" name="Object 20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309084" y="343702"/>
            <a:ext cx="2036038" cy="1922952"/>
          </a:xfrm>
          <a:prstGeom prst="rect">
            <a:avLst/>
          </a:prstGeom>
        </p:spPr>
      </p:pic>
      <p:pic>
        <p:nvPicPr>
          <p:cNvPr id="22" name="Object 21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16799913" y="9658752"/>
            <a:ext cx="1097943" cy="797924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20F03B60-FFA5-4DBB-B150-DB634DCE220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8638" y="2348945"/>
            <a:ext cx="5556311" cy="3099352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A3874607-E120-4E21-A908-F1E3BBD069A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8637" y="5855163"/>
            <a:ext cx="5556311" cy="3135078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94F5C9E8-A0F6-4E6B-BEAC-FA762A4A124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600" y="2348945"/>
            <a:ext cx="5556311" cy="3099352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FD142B6B-138E-4E7C-AD87-32EF1DF783F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600" y="5855163"/>
            <a:ext cx="5556311" cy="3135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1908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476190" y="496416"/>
            <a:ext cx="1432331" cy="1432331"/>
            <a:chOff x="476190" y="496416"/>
            <a:chExt cx="1432331" cy="1432331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190" y="496416"/>
              <a:ext cx="1432331" cy="1432331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476190" y="492488"/>
            <a:ext cx="17333333" cy="1436260"/>
            <a:chOff x="476190" y="492488"/>
            <a:chExt cx="17333333" cy="1436260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6190" y="492488"/>
              <a:ext cx="17333333" cy="1436260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1184712" y="1210702"/>
            <a:ext cx="1438095" cy="9524"/>
            <a:chOff x="1184712" y="1210702"/>
            <a:chExt cx="1438095" cy="9524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 rot="5400000">
              <a:off x="1184712" y="1210702"/>
              <a:ext cx="1438095" cy="9524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428271" y="9410439"/>
            <a:ext cx="17428571" cy="9524"/>
            <a:chOff x="428271" y="9410439"/>
            <a:chExt cx="17428571" cy="9524"/>
          </a:xfrm>
        </p:grpSpPr>
        <p:pic>
          <p:nvPicPr>
            <p:cNvPr id="12" name="Object 11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28271" y="9410439"/>
              <a:ext cx="17428571" cy="9524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461605" y="9477105"/>
            <a:ext cx="17361905" cy="28571"/>
            <a:chOff x="461605" y="9477105"/>
            <a:chExt cx="17361905" cy="28571"/>
          </a:xfrm>
        </p:grpSpPr>
        <p:pic>
          <p:nvPicPr>
            <p:cNvPr id="15" name="Object 14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61605" y="9477105"/>
              <a:ext cx="17361905" cy="28571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1892356" y="1890652"/>
            <a:ext cx="3690816" cy="47619"/>
            <a:chOff x="1892356" y="1890652"/>
            <a:chExt cx="3690816" cy="47619"/>
          </a:xfrm>
        </p:grpSpPr>
        <p:pic>
          <p:nvPicPr>
            <p:cNvPr id="18" name="Object 17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892356" y="1890652"/>
              <a:ext cx="3690816" cy="47619"/>
            </a:xfrm>
            <a:prstGeom prst="rect">
              <a:avLst/>
            </a:prstGeom>
          </p:spPr>
        </p:pic>
      </p:grpSp>
      <p:pic>
        <p:nvPicPr>
          <p:cNvPr id="20" name="Object 19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2057952" y="544367"/>
            <a:ext cx="5692133" cy="1683981"/>
          </a:xfrm>
          <a:prstGeom prst="rect">
            <a:avLst/>
          </a:prstGeom>
        </p:spPr>
      </p:pic>
      <p:pic>
        <p:nvPicPr>
          <p:cNvPr id="21" name="Object 20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309084" y="343702"/>
            <a:ext cx="2036038" cy="1922952"/>
          </a:xfrm>
          <a:prstGeom prst="rect">
            <a:avLst/>
          </a:prstGeom>
        </p:spPr>
      </p:pic>
      <p:pic>
        <p:nvPicPr>
          <p:cNvPr id="22" name="Object 21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16799913" y="9658752"/>
            <a:ext cx="1097943" cy="797924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E91763D5-3EA5-47D5-B9B7-3EA0359828D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9503" y="2543176"/>
            <a:ext cx="11228994" cy="6134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89554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8122591" y="3565673"/>
            <a:ext cx="2040531" cy="2040531"/>
            <a:chOff x="8122591" y="3565673"/>
            <a:chExt cx="2040531" cy="2040531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22591" y="3565673"/>
              <a:ext cx="2040531" cy="2040531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8122591" y="5494457"/>
            <a:ext cx="2040531" cy="111748"/>
            <a:chOff x="8122591" y="5494457"/>
            <a:chExt cx="2040531" cy="111748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22591" y="5494457"/>
              <a:ext cx="2040531" cy="111748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6289589" y="6717733"/>
            <a:ext cx="5955311" cy="9524"/>
            <a:chOff x="6289589" y="6717733"/>
            <a:chExt cx="5955311" cy="9524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89589" y="6717733"/>
              <a:ext cx="5955311" cy="9524"/>
            </a:xfrm>
            <a:prstGeom prst="rect">
              <a:avLst/>
            </a:prstGeom>
          </p:spPr>
        </p:pic>
      </p:grpSp>
      <p:pic>
        <p:nvPicPr>
          <p:cNvPr id="11" name="Object 10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8314690" y="3121176"/>
            <a:ext cx="2234981" cy="3043743"/>
          </a:xfrm>
          <a:prstGeom prst="rect">
            <a:avLst/>
          </a:prstGeom>
        </p:spPr>
      </p:pic>
      <p:pic>
        <p:nvPicPr>
          <p:cNvPr id="12" name="Object 11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5765008" y="5346357"/>
            <a:ext cx="7288010" cy="20754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476190" y="496416"/>
            <a:ext cx="1432331" cy="1432331"/>
            <a:chOff x="476190" y="496416"/>
            <a:chExt cx="1432331" cy="1432331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190" y="496416"/>
              <a:ext cx="1432331" cy="1432331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476190" y="492488"/>
            <a:ext cx="17333333" cy="1436260"/>
            <a:chOff x="476190" y="492488"/>
            <a:chExt cx="17333333" cy="1436260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6190" y="492488"/>
              <a:ext cx="17333333" cy="1436260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1184712" y="1210702"/>
            <a:ext cx="1438095" cy="9524"/>
            <a:chOff x="1184712" y="1210702"/>
            <a:chExt cx="1438095" cy="9524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 rot="5400000">
              <a:off x="1184712" y="1210702"/>
              <a:ext cx="1438095" cy="9524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428271" y="9410439"/>
            <a:ext cx="17428571" cy="9524"/>
            <a:chOff x="428271" y="9410439"/>
            <a:chExt cx="17428571" cy="9524"/>
          </a:xfrm>
        </p:grpSpPr>
        <p:pic>
          <p:nvPicPr>
            <p:cNvPr id="12" name="Object 11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28271" y="9410439"/>
              <a:ext cx="17428571" cy="9524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461605" y="9477105"/>
            <a:ext cx="17361905" cy="28571"/>
            <a:chOff x="461605" y="9477105"/>
            <a:chExt cx="17361905" cy="28571"/>
          </a:xfrm>
        </p:grpSpPr>
        <p:pic>
          <p:nvPicPr>
            <p:cNvPr id="15" name="Object 14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61605" y="9477105"/>
              <a:ext cx="17361905" cy="28571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1892356" y="1890652"/>
            <a:ext cx="3690816" cy="47619"/>
            <a:chOff x="1892356" y="1890652"/>
            <a:chExt cx="3690816" cy="47619"/>
          </a:xfrm>
        </p:grpSpPr>
        <p:pic>
          <p:nvPicPr>
            <p:cNvPr id="18" name="Object 17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892356" y="1890652"/>
              <a:ext cx="3690816" cy="47619"/>
            </a:xfrm>
            <a:prstGeom prst="rect">
              <a:avLst/>
            </a:prstGeom>
          </p:spPr>
        </p:pic>
      </p:grpSp>
      <p:pic>
        <p:nvPicPr>
          <p:cNvPr id="20" name="Object 19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2057952" y="544367"/>
            <a:ext cx="5011743" cy="1683981"/>
          </a:xfrm>
          <a:prstGeom prst="rect">
            <a:avLst/>
          </a:prstGeom>
        </p:spPr>
      </p:pic>
      <p:pic>
        <p:nvPicPr>
          <p:cNvPr id="21" name="Object 20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400750" y="343702"/>
            <a:ext cx="1944362" cy="1922952"/>
          </a:xfrm>
          <a:prstGeom prst="rect">
            <a:avLst/>
          </a:prstGeom>
        </p:spPr>
      </p:pic>
      <p:pic>
        <p:nvPicPr>
          <p:cNvPr id="22" name="Object 21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16799913" y="9658752"/>
            <a:ext cx="1097943" cy="797924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8A6DBE24-ECCB-44C5-89ED-14C37A11524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2570337"/>
            <a:ext cx="6553200" cy="2833250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2CD73FEE-54BE-4408-86E4-BFE901E6402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6235863"/>
            <a:ext cx="6553200" cy="2627947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52E1A5B7-93AD-4966-96B3-8BBE705172D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6317" y="2570337"/>
            <a:ext cx="7007035" cy="2868439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8CDC8016-3DA7-4516-A7FA-CBE07C49583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6317" y="6235862"/>
            <a:ext cx="7007035" cy="2627948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5437A743-6426-4D03-9AE3-BA5392524D07}"/>
              </a:ext>
            </a:extLst>
          </p:cNvPr>
          <p:cNvSpPr txBox="1"/>
          <p:nvPr/>
        </p:nvSpPr>
        <p:spPr>
          <a:xfrm>
            <a:off x="15893253" y="2140336"/>
            <a:ext cx="16001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/>
              <a:t>화상범위별</a:t>
            </a:r>
            <a:endParaRPr lang="en-US" altLang="ko-KR" sz="20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AF0D73C-DCCD-48B3-B69D-665DBA04881F}"/>
              </a:ext>
            </a:extLst>
          </p:cNvPr>
          <p:cNvSpPr txBox="1"/>
          <p:nvPr/>
        </p:nvSpPr>
        <p:spPr>
          <a:xfrm>
            <a:off x="6799891" y="5835090"/>
            <a:ext cx="10487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/>
              <a:t>시간별</a:t>
            </a:r>
            <a:endParaRPr lang="en-US" altLang="ko-KR" sz="20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7760366-FDED-4552-AB38-6620DD5773B9}"/>
              </a:ext>
            </a:extLst>
          </p:cNvPr>
          <p:cNvSpPr txBox="1"/>
          <p:nvPr/>
        </p:nvSpPr>
        <p:spPr>
          <a:xfrm>
            <a:off x="16244642" y="5798217"/>
            <a:ext cx="10487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 err="1"/>
              <a:t>요일별</a:t>
            </a:r>
            <a:endParaRPr lang="en-US" altLang="ko-KR" sz="20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45BE9BF-BC81-418B-A843-F73CE8BCDB2B}"/>
              </a:ext>
            </a:extLst>
          </p:cNvPr>
          <p:cNvSpPr txBox="1"/>
          <p:nvPr/>
        </p:nvSpPr>
        <p:spPr>
          <a:xfrm>
            <a:off x="6579573" y="2122366"/>
            <a:ext cx="14893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/>
              <a:t>월</a:t>
            </a:r>
            <a:r>
              <a:rPr lang="en-US" altLang="ko-KR" sz="2000" dirty="0"/>
              <a:t>, </a:t>
            </a:r>
            <a:r>
              <a:rPr lang="ko-KR" altLang="en-US" sz="2000" dirty="0"/>
              <a:t>일 평균</a:t>
            </a:r>
            <a:endParaRPr lang="en-US" altLang="ko-KR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8122591" y="3565673"/>
            <a:ext cx="2040531" cy="2040531"/>
            <a:chOff x="8122591" y="3565673"/>
            <a:chExt cx="2040531" cy="2040531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22591" y="3565673"/>
              <a:ext cx="2040531" cy="2040531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8122591" y="5494457"/>
            <a:ext cx="2040531" cy="111748"/>
            <a:chOff x="8122591" y="5494457"/>
            <a:chExt cx="2040531" cy="111748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22591" y="5494457"/>
              <a:ext cx="2040531" cy="111748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6087411" y="6717733"/>
            <a:ext cx="6390757" cy="9524"/>
            <a:chOff x="6087411" y="6717733"/>
            <a:chExt cx="6390757" cy="9524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87411" y="6717733"/>
              <a:ext cx="6390757" cy="9524"/>
            </a:xfrm>
            <a:prstGeom prst="rect">
              <a:avLst/>
            </a:prstGeom>
          </p:spPr>
        </p:pic>
      </p:grpSp>
      <p:pic>
        <p:nvPicPr>
          <p:cNvPr id="11" name="Object 10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8333442" y="3111653"/>
            <a:ext cx="2197771" cy="3043743"/>
          </a:xfrm>
          <a:prstGeom prst="rect">
            <a:avLst/>
          </a:prstGeom>
        </p:spPr>
      </p:pic>
      <p:pic>
        <p:nvPicPr>
          <p:cNvPr id="12" name="Object 11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5547335" y="5346357"/>
            <a:ext cx="7707133" cy="20754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8122591" y="3565673"/>
            <a:ext cx="2040531" cy="2040531"/>
            <a:chOff x="8122591" y="3565673"/>
            <a:chExt cx="2040531" cy="2040531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22591" y="3565673"/>
              <a:ext cx="2040531" cy="2040531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8122591" y="5494457"/>
            <a:ext cx="2040531" cy="111748"/>
            <a:chOff x="8122591" y="5494457"/>
            <a:chExt cx="2040531" cy="111748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22591" y="5494457"/>
              <a:ext cx="2040531" cy="111748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7984439" y="6717733"/>
            <a:ext cx="2534597" cy="9524"/>
            <a:chOff x="7984439" y="6717733"/>
            <a:chExt cx="2534597" cy="9524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984439" y="6717733"/>
              <a:ext cx="2534597" cy="9524"/>
            </a:xfrm>
            <a:prstGeom prst="rect">
              <a:avLst/>
            </a:prstGeom>
          </p:spPr>
        </p:pic>
      </p:grpSp>
      <p:pic>
        <p:nvPicPr>
          <p:cNvPr id="11" name="Object 10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8298775" y="3111653"/>
            <a:ext cx="2282724" cy="3062790"/>
          </a:xfrm>
          <a:prstGeom prst="rect">
            <a:avLst/>
          </a:prstGeom>
        </p:spPr>
      </p:pic>
      <p:pic>
        <p:nvPicPr>
          <p:cNvPr id="12" name="Object 11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3506505" y="5213024"/>
            <a:ext cx="9752295" cy="220873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????"/>
        <a:font script="Hang" typeface="?? ??"/>
        <a:font script="Hans" typeface="??"/>
        <a:font script="Hant" typeface="????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????"/>
        <a:font script="Hang" typeface="?? ??"/>
        <a:font script="Hans" typeface="??"/>
        <a:font script="Hant" typeface="????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7</Words>
  <Application>Microsoft Office PowerPoint</Application>
  <PresentationFormat>사용자 지정</PresentationFormat>
  <Paragraphs>4</Paragraphs>
  <Slides>16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officegen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officegen</dc:creator>
  <cp:lastModifiedBy>영 유</cp:lastModifiedBy>
  <cp:revision>3</cp:revision>
  <dcterms:created xsi:type="dcterms:W3CDTF">2024-03-26T12:36:05Z</dcterms:created>
  <dcterms:modified xsi:type="dcterms:W3CDTF">2024-03-27T06:12:01Z</dcterms:modified>
</cp:coreProperties>
</file>