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Arita Dotum Bold" panose="020B0600000101010101" charset="-127"/>
      <p:regular r:id="rId27"/>
    </p:embeddedFont>
    <p:embeddedFont>
      <p:font typeface="Arita Dotum Medium" panose="020B0600000101010101" charset="-127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10.5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1:4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1:50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57 24575,'-6'0'0,"-9"0"0,-8 0 0,-6 0 0,2-7 0,5-7 0,13-2 0,14 1 0,7 11 0,7 5 0,12 2 0,15 2 0,-2-1-8191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15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205 206 24575,'0'1'0,"-1"0"0,1 0 0,-1 0 0,0-1 0,1 1 0,-1 0 0,0-1 0,0 1 0,1-1 0,-1 1 0,0-1 0,0 1 0,0-1 0,1 1 0,-1-1 0,0 0 0,0 0 0,0 1 0,0-1 0,0 0 0,0 0 0,0 0 0,-1 0 0,-27 3 0,27-3 0,-9 1 0,0 0 0,0-1 0,0 0 0,0-1 0,-21-4 0,29 4 0,-1-1 0,1 0 0,-1 1 0,1-1 0,0 0 0,-1 0 0,1-1 0,0 1 0,1-1 0,-1 1 0,0-1 0,1 0 0,0 0 0,-1 0 0,1-1 0,0 1 0,1 0 0,-1-1 0,0 1 0,-1-6 0,1 3 0,1 1 0,-1-1 0,1 1 0,0-1 0,0 1 0,0-1 0,1 0 0,0 0 0,0 1 0,0-1 0,1 0 0,0 1 0,0-1 0,3-6 0,-3 8 0,1 1 0,-1-1 0,1 1 0,0 0 0,0 0 0,1 0 0,-1 0 0,1 0 0,-1 0 0,1 1 0,0-1 0,0 1 0,0 0 0,0 0 0,0 0 0,1 0 0,-1 0 0,1 1 0,-1-1 0,1 1 0,6-1 0,18-2 0,0 1 0,0 1 0,1 1 0,43 6 0,-70-5 0,0 0 0,-1 0 0,1 1 0,0-1 0,-1 1 0,1-1 0,-1 1 0,1 0 0,-1 0 0,1 0 0,-1 0 0,0-1 0,1 2 0,-1-1 0,0 0 0,0 0 0,0 0 0,0 1 0,0-1 0,2 3 0,-1 0 0,0 0 0,0 1 0,-1-1 0,1 1 0,-1-1 0,0 1 0,0 6 0,0 8 0,0 0 0,-5 33 0,4-48 0,-1 0-23,0-1 0,0 1 0,0-1 0,0 0 0,0 0 0,-1 0 0,1 1 0,-1-1 0,0-1 0,0 1 0,0 0 0,0 0 0,-1-1-1,1 1 1,-1-1 0,1 0 0,-1 0 0,0 0 0,0 0 0,0 0 0,0-1 0,0 1 0,-6 1 0,-3 3-789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1.7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76 97 24575,'-4'0'0,"0"-1"0,0 0 0,0-1 0,1 1 0,-1 0 0,0-1 0,1 0 0,0 0 0,-1 0 0,1 0 0,0-1 0,0 1 0,0-1 0,0 0 0,0 0 0,1 0 0,-1 0 0,1 0 0,0-1 0,0 1 0,0-1 0,1 1 0,-1-1 0,1 0 0,-2-7 0,3 10 0,0 0 0,-1 0 0,1 0 0,1 1 0,-1-1 0,0 0 0,0 0 0,0 0 0,0 0 0,1 1 0,-1-1 0,0 0 0,1 0 0,-1 0 0,0 1 0,1-1 0,-1 0 0,1 1 0,0-1 0,-1 0 0,1 1 0,-1-1 0,1 0 0,0 1 0,-1-1 0,1 1 0,0 0 0,0-1 0,0 1 0,-1 0 0,1-1 0,0 1 0,0 0 0,0 0 0,0-1 0,-1 1 0,1 0 0,0 0 0,0 0 0,0 0 0,0 0 0,0 1 0,1-1 0,50 0 0,-43 1 0,34-2 0,-32 0 0,-1 0 0,1 0 0,-1 1 0,0 1 0,1 0 0,-1 0 0,0 1 0,0 0 0,0 1 0,17 7 0,-26-9 0,1-1 0,-1 1 0,0 0 0,0 0 0,0-1 0,0 1 0,0 0 0,0 0 0,0 0 0,-1 0 0,1 0 0,0 0 0,-1 0 0,1 1 0,0-1 0,-1 0 0,1 0 0,-1 0 0,0 1 0,1-1 0,-1 0 0,0 1 0,0-1 0,0 0 0,0 0 0,0 1 0,0-1 0,0 0 0,0 1 0,0-1 0,-1 0 0,1 0 0,-1 1 0,1-1 0,-1 0 0,1 0 0,-1 0 0,0 1 0,1-1 0,-1 0 0,0 0 0,0 0 0,0 0 0,0-1 0,-2 3 0,-2 2 0,0-1 0,0 0 0,0 0 0,-1 0 0,0 0 0,1-1 0,-11 4 0,-15 10 0,31-17 0,0 0 0,0 0 0,0 0 0,0 0 0,-1 0 0,1 1 0,0-1 0,0 0 0,0 0 0,0 0 0,0 1 0,0-1 0,0 0 0,0 0 0,0 0 0,0 1 0,0-1 0,0 0 0,0 0 0,0 0 0,0 1 0,0-1 0,0 0 0,0 0 0,0 0 0,0 1 0,0-1 0,0 0 0,0 0 0,0 0 0,0 1 0,0-1 0,0 0 0,1 0 0,-1 0 0,0 0 0,0 1 0,0-1 0,0 0 0,0 0 0,1 0 0,-1 0 0,21 6 0,-12-5-170,-1 0-1,1-1 0,-1 0 1,1-1-1,-1 1 0,0-2 1,12-2-1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2.6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3.8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2:47.2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09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312 256 24575,'-1'10'0,"1"0"0,-1 0 0,-1 0 0,0 0 0,-5 15 0,6-23 0,1 1 0,-1 0 0,0 0 0,-1-1 0,1 1 0,0-1 0,-1 1 0,1-1 0,-1 0 0,0 1 0,0-1 0,0 0 0,0 0 0,0 0 0,0-1 0,0 1 0,-1 0 0,1-1 0,-1 0 0,1 1 0,-1-1 0,0 0 0,-4 1 0,6-2 0,0 0 0,0 0 0,0 0 0,0 0 0,0 0 0,1 0 0,-1 0 0,0 0 0,0-1 0,0 1 0,0 0 0,0-1 0,0 1 0,0-1 0,0 1 0,1-1 0,-1 1 0,0-1 0,0 1 0,1-1 0,-1 0 0,0 1 0,1-1 0,-1 0 0,0-1 0,-8-29 0,9 24 0,0-1 0,0 1 0,0-1 0,1 0 0,1 1 0,1-9 0,-1 11 0,1-1 0,-1 1 0,1-1 0,0 1 0,1 0 0,-1 0 0,1 0 0,0 1 0,0-1 0,1 1 0,-1 0 0,1 0 0,0 0 0,0 1 0,7-4 0,-11 7 0,1-1 0,0 0 0,0 1 0,-1-1 0,1 1 0,0-1 0,0 1 0,0 0 0,0 0 0,0 0 0,-1 0 0,1 0 0,0 0 0,0 0 0,0 1 0,0-1 0,-1 1 0,1-1 0,0 1 0,2 1 0,-2 0 0,0 0 0,1 0 0,-1 0 0,0 0 0,0 1 0,0-1 0,-1 1 0,1-1 0,0 1 0,-1 0 0,0 0 0,0 0 0,0-1 0,0 1 0,0 0 0,0 5 0,3 19 0,-1-1 0,-2 1 0,0 0 0,-6 46 0,4-68 0,0-1 0,-1 1 0,1-1 0,-1 0 0,0 1 0,0-1 0,-1 0 0,1 0 0,-1 0 0,0-1 0,0 1 0,0-1 0,-1 1 0,1-1 0,-1 0 0,0 0 0,-5 3 0,7-5 0,1 0 0,-1 0 0,0 0 0,0 0 0,1 0 0,-1 0 0,0 0 0,0 0 0,0-1 0,0 1 0,0-1 0,0 0 0,0 1 0,-1-1 0,1 0 0,0 0 0,0 0 0,0-1 0,0 1 0,0 0 0,0-1 0,0 1 0,0-1 0,0 0 0,0 0 0,0 0 0,1 0 0,-1 0 0,0 0 0,0 0 0,1 0 0,-1-1 0,1 1 0,-1-1 0,1 1 0,0-1 0,-1 0 0,1 1 0,0-1 0,-1-2 0,-1-3 0,1 1 0,0 0 0,1-1 0,0 0 0,0 1 0,0-1 0,0 0 0,1 1 0,0-1 0,1 0 0,0 0 0,0 1 0,0-1 0,1 1 0,0-1 0,0 1 0,0 0 0,1-1 0,5-8 0,6-9 0,0 2 0,1-1 0,27-28 0,-38 46 0,1 0 0,0 1 0,1 0 0,-1 0 0,1 0 0,-1 1 0,11-5 0,-15 7 0,0 0 0,1 1 0,-1-1 0,0 1 0,0-1 0,0 1 0,0-1 0,0 1 0,0 0 0,1 0 0,-1-1 0,0 1 0,0 0 0,1 0 0,-1 0 0,0 0 0,0 0 0,0 1 0,1-1 0,-1 0 0,0 1 0,0-1 0,0 0 0,0 1 0,0 0 0,0-1 0,0 1 0,0-1 0,0 1 0,0 0 0,0 0 0,0 0 0,0 0 0,0-1 0,-1 1 0,1 0 0,0 0 0,-1 0 0,1 1 0,-1-1 0,1 0 0,-1 0 0,1 0 0,-1 0 0,0 0 0,1 1 0,-1 1 0,1 18 0,-1-1 0,0 1 0,-2-1 0,-1 1 0,0-1 0,-1 0 0,-1 0 0,-9 22 0,5-26 0,8-13 0,-1-1 0,0 1 0,1 0 0,-1 0 0,1-1 0,0 1 0,0 0 0,0 0 0,0 0 0,0 4 0,32-40 0,-27 28 0,0-1 0,0 1 0,-1 0 0,1-1 0,-1 0 0,0 0 0,-1 0 0,1 0 0,1-10 0,1 0 0,-5 16 0,0-1 0,0 0 0,0 1 0,1-1 0,-1 0 0,0 0 0,0 1 0,0-1 0,1 0 0,-1 1 0,0-1 0,1 0 0,-1 1 0,1-1 0,-1 1 0,0-1 0,1 1 0,0-1 0,-1 1 0,1-1 0,-1 1 0,1-1 0,-1 1 0,1-1 0,0 1 0,-1 0 0,2-1 0,9 16 0,-9-10 0,0 1 0,-1-1 0,0 1 0,0 0 0,0 0 0,0 8 0,-2-12 0,1 1 0,-1-1 0,0 0 0,1 1 0,-1-1 0,-1 0 0,1 0 0,0 0 0,0 0 0,-1 0 0,1 0 0,-1 0 0,0 0 0,1 0 0,-1-1 0,0 1 0,0-1 0,0 1 0,0-1 0,0 0 0,-1 0 0,1 0 0,0 0 0,0 0 0,-1 0 0,-3 0 0,-8 2 0,-1-1 0,1-1 0,-25 0 0,-13 3 0,37 0 0,-1 0 0,-25 13 0,29-12 0,0 0 0,-1 0 0,1-1 0,-24 4 0,33-8 0,1 0 0,0 0 0,0 0 0,0-1 0,0 1 0,0 0 0,0-1 0,0 1 0,0-1 0,0 0 0,0 0 0,0 0 0,0 0 0,0 0 0,1 0 0,-1 0 0,0-1 0,1 1 0,-1 0 0,1-1 0,-1 0 0,1 1 0,0-1 0,0 0 0,-1 0 0,1 1 0,0-1 0,1 0 0,-1 0 0,0 0 0,1 0 0,-1 0 0,1 0 0,-1 0 0,1-4 0,-2-9 0,0-1 0,2 0 0,1-28 0,0 26 0,-2-29 0,0 26 0,1-1 0,4-25 0,-3 41 0,0-1 0,0 1 0,1 0 0,0 0 0,0 0 0,1 0 0,0 0 0,0 0 0,0 1 0,1 0 0,7-9 0,-5 7 0,1 1 0,0 0 0,0 0 0,1 1 0,0 0 0,0 0 0,0 1 0,0 0 0,1 1 0,-1 0 0,1 0 0,0 1 0,0 0 0,0 0 0,0 1 0,0 0 0,0 1 0,1 0 0,-1 0 0,0 1 0,0 0 0,0 1 0,0 0 0,17 6 0,-25-8 0,0 0 0,1 0 0,-1 1 0,0-1 0,0 0 0,1 1 0,-1-1 0,0 1 0,0-1 0,0 1 0,0 0 0,0 0 0,0-1 0,0 1 0,0 0 0,0 0 0,0 0 0,0 0 0,-1 0 0,1 0 0,1 2 0,-3-2 0,1 0 0,-1-1 0,1 1 0,-1 0 0,0 0 0,1-1 0,-1 1 0,0-1 0,1 1 0,-1 0 0,0-1 0,0 0 0,1 1 0,-1-1 0,0 1 0,0-1 0,0 0 0,0 0 0,1 1 0,-1-1 0,-2 0 0,-4 2 0,0-1 0,-1 0 0,1 0 0,0-1 0,-1 0 0,-12-2 0,17 1 0,1 0 0,-1-1 0,0 0 0,1 1 0,0-1 0,-1 0 0,1-1 0,0 1 0,0 0 0,0 0 0,0-1 0,0 1 0,1-1 0,-1 0 0,1 0 0,0 1 0,-1-1 0,0-5 0,1 4 0,-1 0 0,1 1 0,-1-1 0,0 0 0,0 1 0,-1-1 0,1 1 0,-1 0 0,1 0 0,-1 0 0,-5-5 0,0 5 0,0 0 0,0 1 0,0-1 0,-1 1 0,1 1 0,-1 0 0,1 0 0,-1 1 0,1 0 0,-1 0 0,1 1 0,0 0 0,-1 0 0,-9 4 0,15-4 0,1 1 0,0-1 0,0 1 0,0 0 0,0 0 0,0 0 0,0 0 0,0 0 0,1 0 0,-1 0 0,1 1 0,-1-1 0,1 1 0,0-1 0,0 1 0,0-1 0,0 1 0,1 0 0,-1 0 0,1-1 0,-1 1 0,1 4 0,2 74 0,0-49 0,-1 33 0,1-28 0,-6 71 0,-25 8 0,29-116 0,0-1 0,0 1 0,0 0 0,0 0 0,0 0 0,0 0 0,0 0 0,0 0 0,0 0 0,0 0 0,0 0 0,0 0 0,0 0 0,0 0 0,0 0 0,-1-1 0,1 1 0,0 0 0,0 0 0,0 0 0,0 0 0,0 0 0,0 0 0,0 0 0,0 0 0,0 0 0,0 0 0,0 0 0,-1 0 0,1 0 0,0 0 0,0 0 0,0 0 0,0 0 0,0 0 0,0 0 0,0 0 0,0 0 0,0 0 0,0 0 0,-1 0 0,1 0 0,0 0 0,0 0 0,0 1 0,-3-20 0,2-23 0,6-1 0,1 1 0,24-78 0,-23 97 0,2 0 0,0 1 0,2 0 0,0 1 0,2 0 0,24-31 0,-37 51 0,1 0 0,-1 1 0,0-1 0,1 0 0,-1 1 0,1-1 0,-1 0 0,1 1 0,0-1 0,-1 1 0,1-1 0,0 1 0,-1-1 0,1 1 0,0-1 0,-1 1 0,1 0 0,0 0 0,0-1 0,-1 1 0,1 0 0,0 0 0,0 0 0,0 0 0,-1 0 0,1 0 0,0 0 0,1 0 0,-1 1 0,0 0 0,0-1 0,0 1 0,0 0 0,-1 0 0,1 1 0,0-1 0,-1 0 0,1 0 0,-1 0 0,1 0 0,-1 0 0,0 1 0,1-1 0,-1 0 0,0 2 0,3 62 0,-3-58 0,0 27 0,-1 0 0,-9 48 0,6-65 0,0-1 0,-1 1 0,-1-1 0,0 0 0,-1-1 0,-17 27 0,9-18 0,-6 10 0,-46 56 0,66-90 0,1 1 0,-1 0 0,1 0 0,-1-1 0,0 1 0,1 0 0,-1-1 0,0 1 0,0-1 0,1 1 0,-1-1 0,0 1 0,0-1 0,0 1 0,1-1 0,-1 0 0,0 0 0,0 1 0,0-1 0,0 0 0,-1 0 0,2 0 0,-1 0 0,1-1 0,-1 1 0,1 0 0,-1-1 0,1 1 0,-1-1 0,1 1 0,0-1 0,-1 1 0,1-1 0,0 1 0,-1-1 0,1 1 0,0-1 0,0 1 0,-1-1 0,1 1 0,0-1 0,0 1 0,0-1 0,0 0 0,0 0 0,-1-3 0,1 1 0,0 0 0,0-1 0,0 1 0,1-1 0,-1 1 0,1 0 0,0-1 0,0 1 0,2-6 0,0 6 0,0-1 0,0 0 0,0 1 0,0-1 0,1 1 0,-1 0 0,1 0 0,0 0 0,0 1 0,0-1 0,0 1 0,0 0 0,0 0 0,9-2 0,-12 4 0,1-1 0,0 1 0,0-1 0,-1 1 0,1 0 0,0 0 0,0 0 0,0 0 0,0 0 0,-1 0 0,1 0 0,0 0 0,0 1 0,0-1 0,-1 1 0,1 0 0,0-1 0,-1 1 0,1 0 0,0 0 0,-1 0 0,1 0 0,-1 0 0,0 0 0,1 1 0,-1-1 0,0 0 0,0 1 0,1-1 0,-1 1 0,0-1 0,-1 1 0,1 0 0,0-1 0,0 1 0,-1 0 0,1 0 0,-1-1 0,1 3 0,0 0 0,-1 0 0,1 0 0,-1 0 0,0 1 0,0-1 0,0 0 0,0 0 0,-1 0 0,0 0 0,0 0 0,0 0 0,0 0 0,-1 0 0,1 0 0,-1 0 0,0-1 0,0 1 0,-1-1 0,-3 5 0,-1 4 0,4-3 108,10-9-1581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15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374 411 24575,'-47'2'0,"34"-1"0,-1 0 0,0 0 0,0-1 0,1-1 0,-1-1 0,-19-3 0,31 4 0,0-1 0,0 1 0,0 0 0,1-1 0,-1 1 0,0-1 0,1 1 0,-1-1 0,1 0 0,0 0 0,0 1 0,-1-1 0,1 0 0,0 0 0,0 0 0,1-1 0,-1 1 0,0 0 0,1 0 0,-1 0 0,1 0 0,0-1 0,0 1 0,0-2 0,2-66 0,0 47 0,-2 14 0,1 0 0,1 1 0,-1 0 0,1-1 0,1 1 0,0 0 0,0 0 0,0 0 0,1 0 0,0 1 0,1-1 0,0 1 0,0 0 0,0 1 0,1-1 0,0 1 0,0 0 0,8-5 0,-6 4 0,1 1 0,0 1 0,0 0 0,0 0 0,1 0 0,0 1 0,0 1 0,0 0 0,0 0 0,0 1 0,1 0 0,-1 1 0,1 0 0,16 1 0,-23 1 0,0 0 0,-1 0 0,1 1 0,-1-1 0,1 1 0,-1 0 0,1 0 0,-1 0 0,0 0 0,0 0 0,0 1 0,0 0 0,0-1 0,-1 1 0,1 0 0,-1 0 0,0 0 0,0 1 0,0-1 0,0 1 0,0-1 0,-1 1 0,0-1 0,2 7 0,2 7 0,0 0 0,-1 0 0,-1 0 0,1 19 0,-4-35 0,2 18 0,-1 1 0,-1 0 0,-3 23 0,2-38 0,0 1 0,0 0 0,-1-1 0,1 0 0,-1 1 0,-1-1 0,1 0 0,-1 0 0,1 0 0,-1 0 0,-1-1 0,1 1 0,-1-1 0,0 0 0,-7 7 0,-5 1 0,0-1 0,0-1 0,-33 15 0,44-22 0,-1-1 0,1 1 0,-1-1 0,0 0 0,0-1 0,0 0 0,1 0 0,-2 0 0,1 0 0,0-1 0,0 0 0,0-1 0,0 1 0,0-1 0,0 0 0,-8-3 0,11 2 0,0 0 0,-1-1 0,1 1 0,1-1 0,-1 0 0,0 0 0,1 0 0,-1 0 0,1-1 0,0 1 0,0-1 0,0 1 0,0-1 0,1 0 0,0 0 0,0 1 0,0-1 0,0 0 0,0 0 0,1 0 0,-1-6 0,0-13 0,1-1 0,3-32 0,-2 41 0,1 6 0,-1 1 0,2-1 0,-1 1 0,1 0 0,0 0 0,1 0 0,0 0 0,0 1 0,1-1 0,0 1 0,0 0 0,0 0 0,8-6 0,-10 9 0,1 1 0,-1-1 0,1 1 0,0 0 0,0 0 0,0 0 0,0 0 0,0 1 0,1 0 0,-1 0 0,1 0 0,-1 0 0,1 1 0,0 0 0,0 0 0,0 0 0,-1 0 0,1 1 0,0 0 0,0 0 0,0 0 0,0 0 0,0 1 0,6 2 0,-9-2 0,0 0 0,-1 0 0,1 0 0,-1 0 0,1 1 0,-1-1 0,1 1 0,-1-1 0,0 1 0,1 0 0,-1-1 0,0 1 0,0 0 0,0 0 0,-1 0 0,1 0 0,0 0 0,-1 0 0,1 0 0,-1 0 0,0 0 0,1 2 0,0 54 0,-2-45 0,2-3 0,-2 1 0,1 0 0,-1 0 0,-1-1 0,0 1 0,-4 12 0,4-20 0,1 0 0,0-1 0,-1 1 0,1-1 0,-1 1 0,0-1 0,0 0 0,0 0 0,0 0 0,0 0 0,0 0 0,0 0 0,-1-1 0,1 1 0,-1-1 0,1 1 0,-1-1 0,0 0 0,1 0 0,-1 0 0,0-1 0,0 1 0,0 0 0,0-1 0,1 0 0,-1 0 0,-6 0 0,6 0 0,1 0 0,-1 0 0,0 0 0,0 0 0,0 0 0,0 0 0,0-1 0,1 0 0,-1 1 0,0-1 0,0 0 0,1-1 0,-1 1 0,1 0 0,-1-1 0,1 1 0,-1-1 0,1 0 0,0 0 0,0 0 0,-3-3 0,3 1 0,0-1 0,1 1 0,-1 0 0,1-1 0,0 1 0,1-1 0,-1 0 0,1 1 0,0-1 0,0 0 0,0 1 0,0-1 0,2-4 0,2-9 0,1 31 0,0 31 0,-3-16 0,-1-9 0,0 0 0,-1 0 0,-5 33 0,5-52 0,-1 0 0,1 0 0,0 0 0,0 0 0,0 0 0,0 0 0,0 0 0,0 0 0,0 0 0,0 0 0,0-1 0,0 1 0,0 0 0,0 0 0,-1 0 0,1 0 0,0 0 0,0 0 0,0 0 0,0 0 0,0 0 0,0 0 0,0 0 0,0 0 0,0 0 0,-1 0 0,1 0 0,0 0 0,0 0 0,0 1 0,0-1 0,0 0 0,0 0 0,0 0 0,0 0 0,0 0 0,0 0 0,0 0 0,0 0 0,-1 0 0,1 0 0,0 0 0,0 0 0,0 0 0,-3-18 0,-2-24 0,5 21 0,-1-35 0,1 53 0,0 0 0,0-1 0,1 1 0,-1 0 0,1 0 0,0 0 0,0 0 0,0 0 0,0 0 0,1 0 0,-1 0 0,1 1 0,2-4 0,-4 6 0,1 1 0,0-1 0,-1 0 0,1 1 0,-1-1 0,1 0 0,-1 1 0,1-1 0,-1 1 0,1-1 0,-1 1 0,1-1 0,-1 1 0,0-1 0,1 1 0,-1-1 0,0 1 0,1 0 0,-1-1 0,0 1 0,0-1 0,0 1 0,1 0 0,-1-1 0,0 1 0,0 0 0,0-1 0,0 1 0,0 0 0,0-1 0,0 1 0,-1 1 0,5 27 0,-3-17 0,0-5 0,0 0 0,-1 0 0,0 1 0,0-1 0,-1 0 0,0 0 0,0 1 0,-4 11 0,5-18 0,0-1 0,0 0 0,0 0 0,0 0 0,0 0 0,0 0 0,0 0 0,0 1 0,0-1 0,-1 0 0,1 0 0,0 0 0,0 0 0,0 0 0,0 0 0,0 0 0,0 0 0,0 0 0,0 1 0,-1-1 0,1 0 0,0 0 0,0 0 0,0 0 0,0 0 0,0 0 0,0 0 0,0 0 0,-1 0 0,1 0 0,0 0 0,0 0 0,0 0 0,0 0 0,0 0 0,-1 0 0,1 0 0,0 0 0,0 0 0,0 0 0,0 0 0,0 0 0,0 0 0,-1 0 0,1-1 0,0 1 0,0 0 0,0 0 0,0 0 0,0 0 0,0 0 0,0 0 0,0 0 0,0 0 0,-1 0 0,1-1 0,0 1 0,0 0 0,0 0 0,0 0 0,-6-14 0,0-15 0,5 16 0,0 0 0,1 0 0,1 0 0,0 0 0,4-16 0,-4 23 0,1 0 0,-1 0 0,1 1 0,0-1 0,1 1 0,-1-1 0,1 1 0,0 0 0,0 0 0,1 0 0,-1 0 0,1 1 0,8-8 0,-12 11 0,1 1 0,0-1 0,0 0 0,-1 1 0,1-1 0,0 1 0,0-1 0,0 1 0,0-1 0,0 1 0,0-1 0,0 1 0,0 0 0,0 0 0,0-1 0,0 1 0,0 0 0,0 0 0,0 0 0,0 0 0,0 0 0,0 0 0,0 1 0,0-1 0,0 0 0,0 0 0,0 1 0,0-1 0,0 1 0,0-1 0,1 2 0,0 0 0,0 0 0,0 0 0,-1 1 0,1-1 0,-1 1 0,0-1 0,1 1 0,-1-1 0,-1 1 0,1 0 0,1 4 0,1 9 0,-1 0 0,-1 32 0,0-44 0,-1-1 0,0 1 0,0 0 0,0 0 0,0-1 0,0 1 0,-1 0 0,0 0 0,0-1 0,0 1 0,0-1 0,-1 1 0,1-1 0,-1 1 0,0-1 0,0 0 0,0 0 0,0 0 0,-1 0 0,1 0 0,-1 0 0,0-1 0,0 1 0,0-1 0,0 0 0,0 0 0,0 0 0,-7 2 0,2 1 0,0 1 0,1-1 0,-1 1 0,1 0 0,0 1 0,-7 8 0,13-15 0,1 1 0,-1 0 0,0 0 0,1 0 0,-1 0 0,0 0 0,1 0 0,-1 0 0,1 0 0,0 0 0,-1 0 0,1 0 0,0 1 0,0-1 0,-1 0 0,1 0 0,0 0 0,0 0 0,0 0 0,1 1 0,-1-1 0,1 2 0,0-2 0,0 1 0,0-1 0,1 0 0,-1 0 0,1 0 0,-1 0 0,1 0 0,0 0 0,-1 0 0,1 0 0,0-1 0,-1 1 0,1-1 0,0 1 0,0-1 0,0 0 0,-1 1 0,1-1 0,4-1 0,7 2 0,1 0 0,-1-2 0,0 1 0,1-2 0,-1 0 0,21-6 0,-42 12 0,1-1 0,-1 1 0,1 1 0,-12 9 0,-15 9 0,25-18 0,-1 0 0,1 0 0,-1-1 0,0-1 0,-1 0 0,1 0 0,-15 2 0,23-5 0,0 0 0,-1 0 0,1 0 0,0 0 0,0 0 0,0-1 0,-1 1 0,1-1 0,0 1 0,0-1 0,0 0 0,0 0 0,0 0 0,0 0 0,0 0 0,0 0 0,0-1 0,0 1 0,1 0 0,-1-1 0,0 0 0,1 1 0,-1-1 0,1 0 0,0 0 0,0 0 0,0 0 0,0 0 0,0 0 0,0 0 0,0 0 0,1 0 0,-1 0 0,1-1 0,-1 1 0,1 0 0,0 0 0,0-1 0,0 1 0,0 0 0,1-3 0,1-71 0,-2 77 0,0 1 0,0-1 0,-1 0 0,1 1 0,-1-1 0,1 1 0,-1-1 0,0 0 0,1 0 0,-1 1 0,0-1 0,0 0 0,0 0 0,0 0 0,0 0 0,0 0 0,0 0 0,0 0 0,0 0 0,-1 0 0,1-1 0,-3 2 0,0 0 0,-1 0 0,0 0 0,0-1 0,0 0 0,0 0 0,0 0 0,-6 0 0,6-1 0,0 1 0,1-1 0,-1 0 0,0 0 0,0-1 0,1 0 0,-1 1 0,0-2 0,1 1 0,-1 0 0,1-1 0,-1 0 0,1 0 0,0 0 0,0-1 0,-7-5 0,5 0 0,1-1 0,1 0 0,0 0 0,0 0 0,1 0 0,0-1 0,1 1 0,0-1 0,0 0 0,0-12 0,1 6 0,0 0 0,2 0 0,0 1 0,0-1 0,7-26 0,-6 36 0,0 1 0,0-1 0,1 1 0,0 0 0,0 0 0,1 0 0,-1 0 0,1 0 0,0 1 0,0 0 0,9-8 0,61-37 0,-32 23 0,-23 14 0,1 2 0,1 0 0,0 1 0,0 1 0,0 1 0,1 1 0,0 1 0,0 1 0,1 1 0,31 0 0,-43 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5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84 24575,'9'-1'0,"-1"-1"0,1 0 0,-1 0 0,0-1 0,0 0 0,0 0 0,11-6 0,28-11 0,-29 16 0,0 1 0,0 1 0,0 1 0,0 0 0,0 2 0,0 0 0,0 1 0,0 0 0,-1 2 0,1 0 0,31 12 0,-48-15 0,1 0 0,-1 0 0,1-1 0,-1 1 0,0 1 0,1-1 0,-1 0 0,0 0 0,0 0 0,0 0 0,0 1 0,0-1 0,0 1 0,0-1 0,0 1 0,-1-1 0,1 1 0,-1-1 0,1 1 0,-1-1 0,1 1 0,-1 0 0,0-1 0,0 1 0,0 0 0,0-1 0,0 1 0,0 0 0,0-1 0,0 1 0,-1 0 0,1-1 0,-1 1 0,1-1 0,-1 1 0,0 0 0,1-1 0,-3 3 0,1 0 0,0-1 0,1 0 0,-1 0 0,-1 0 0,1 0 0,0 0 0,-1 0 0,0-1 0,1 1 0,-1-1 0,0 0 0,0 0 0,-1 0 0,1 0 0,0 0 0,-1-1 0,-3 2 0,-35 4 0,0-2 0,-1-2 0,1-1 0,-43-5 0,75 1 0,-1 0 0,1-1 0,0 0 0,0 0 0,0-1 0,0 0 0,1-1 0,0 0 0,-1-1 0,2 0 0,-1 0 0,1-1 0,-11-10 0,16 13 0,-1 0 0,1 0 0,0-1 0,1 1 0,-1-1 0,1 1 0,0-1 0,0 0 0,0 0 0,-1-7 0,2 11 0,1 0 0,0-1 0,0 1 0,-1-1 0,1 1 0,0 0 0,0-1 0,1 1 0,-1-1 0,0 1 0,0 0 0,1-1 0,-1 1 0,0 0 0,1-1 0,0 1 0,-1 0 0,1-1 0,0 1 0,-1 0 0,1 0 0,0 0 0,0 0 0,0 0 0,0 0 0,0 0 0,0 0 0,0 0 0,1 0 0,-1 1 0,0-1 0,0 1 0,1-1 0,-1 0 0,0 1 0,1 0 0,-1-1 0,0 1 0,1 0 0,2 0 0,39-3 0,0 1 0,66 8 0,-49 5 0,-76-9 0,1 0 0,-1 1 0,-17 5 0,13-3 0,6-3 0,1 0 0,-1-1 0,-16-1 0,-31 4 0,59-4 0,1 0 0,0 0 0,0 0 0,0 1 0,0-1 0,0 0 0,0 1 0,0-1 0,0 1 0,0-1 0,0 1 0,0-1 0,0 1 0,0 0 0,1 0 0,-1-1 0,0 1 0,0 0 0,1 0 0,-1 0 0,0 0 0,1 0 0,-1 0 0,1 0 0,-1 0 0,1 0 0,0 0 0,-1 0 0,1 0 0,0 0 0,0 0 0,0 0 0,-1 0 0,1 0 0,0 1 0,1-1 0,-1 0 0,0 0 0,0 0 0,0 0 0,1 0 0,-1 0 0,0 0 0,1 0 0,-1 0 0,1 0 0,0 0 0,0 1 0,0 1 0,1-1 0,-1 1 0,1-1 0,0 1 0,0-1 0,0 0 0,0 1 0,0-1 0,0 0 0,0-1 0,1 1 0,-1 0 0,1-1 0,-1 1 0,1-1 0,0 0 0,0 0 0,3 2 0,42 0 0,0-3 0,53-5 0,53-8 0,-355 13 0,452 0 0,-550-13 0,279 7 0,20 6 0,0-1 0,0 1 0,0 0 0,0 0 0,-1-1 0,1 1 0,0 0 0,0-1 0,0 1 0,0 0 0,0 0 0,0-1 0,0 1 0,0 0 0,0-1 0,0 1 0,0 0 0,0 0 0,0-1 0,1 1 0,-1 0 0,0 0 0,0-1 0,0 1 0,0 0 0,0 0 0,1-1 0,-1 1 0,0 0 0,0 0 0,0 0 0,0-1 0,1 1 0,-1 0 0,0 0 0,1-1 0,2-1 0,1 0 0,-1 0 0,1 0 0,0 0 0,-1 0 0,1 1 0,6-2 0,39-6 0,-1 2 0,2 2 0,-1 2 0,69 6 0,-80 6 0,-37-9 0,-1 0 0,1 1 0,-1-1 0,0 0 0,1 0 0,-1 0 0,0 1 0,1-1 0,-1 0 0,0 0 0,0 1 0,1-1 0,-1 0 0,0 0 0,0 1 0,1-1 0,-1 0 0,0 1 0,0-1 0,0 0 0,0 1 0,0-1 0,1 1 0,-1-1 0,0 0 0,0 1 0,0-1 0,0 0 0,0 1 0,0 0 0,-18 11 0,-127 34 0,250-42 0,-103-4 0,0-1 0,-1 1 0,1 0 0,0 0 0,0 0 0,0 0 0,0 1 0,-1-1 0,1 0 0,0 1 0,0-1 0,-1 1 0,1 0 0,0-1 0,-1 1 0,1 0 0,0 0 0,-1 0 0,1 0 0,-1 1 0,0-1 0,1 0 0,-1 0 0,0 1 0,0-1 0,0 1 0,1 1 0,-2-1 0,0 0 0,-1 0 0,1 0 0,-1-1 0,1 1 0,-1 0 0,0 0 0,0-1 0,0 1 0,0 0 0,0-1 0,0 1 0,0-1 0,0 1 0,-1-1 0,1 0 0,0 1 0,-1-1 0,1 0 0,-1 0 0,0 0 0,1 0 0,-1 0 0,0 0 0,-3 0 0,-14 8 0,-1-2 0,0 0 0,-23 4 0,-14 5 0,34-12 0,0 0 0,0-1 0,0-1 0,-1-2 0,1 0 0,-34-5 0,51 4 0,-1-1 0,1 0 0,0 0 0,0 0 0,0-1 0,-6-3 0,10 5 0,1 1 0,0 0 0,0-1 0,0 1 0,0-1 0,0 0 0,-1 1 0,1-1 0,0 0 0,0 1 0,1-1 0,-1 0 0,0 0 0,0 0 0,0 0 0,0 0 0,1 0 0,-1 0 0,1 0 0,-1 0 0,1 0 0,-1-1 0,1 1 0,-1 0 0,1 0 0,0 0 0,0-1 0,0 1 0,-1 0 0,1 0 0,0-1 0,1 1 0,-1 0 0,0 0 0,0-1 0,0 1 0,2-2 0,-1 1 0,1 1 0,-1 0 0,1 0 0,0 0 0,-1 0 0,1 0 0,0 0 0,0 0 0,0 0 0,0 1 0,0-1 0,0 0 0,0 1 0,0 0 0,0 0 0,0 0 0,0-1 0,0 2 0,0-1 0,2 0 0,48 9 0,-39-6 0,79 3 0,-129-6 0,11 1 0,-46-5 0,72 4 0,0 0 0,-1 0 0,1 0 0,0 1 0,-1-1 0,1 0 0,0 0 0,-1 0 0,1 0 0,0 0 0,-1 0 0,1-1 0,0 1 0,-1 0 0,1 0 0,0 0 0,-1 0 0,1 0 0,0 0 0,-1-1 0,1 1 0,0 0 0,-1 0 0,1 0 0,0-1 0,0 1 0,-1 0 0,1 0 0,0-1 0,0 1 0,0 0 0,0-1 0,-1 1 0,1 0 0,0-1 0,0 1 0,0 0 0,0-1 0,0 1 0,0 0 0,0-1 0,0 1 0,0 0 0,0-1 0,0 1 0,15-14 0,33-10 0,-45 23 0,47-23-109,-33 15-16,0 0-1,1 2 1,0 0-1,0 0 0,1 2 1,-1 0-1,1 1 0,0 1 1,22 0-1,-30 3-6700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3:5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19 24575,'-16'1'0,"0"0"0,0 2 0,0 0 0,0 0 0,0 2 0,0 0 0,1 1 0,0 0 0,0 2 0,-14 8 0,29-16 0,0 0 0,0 0 0,0 0 0,0 0 0,1 0 0,-1 0 0,0 0 0,0 0 0,0 0 0,0 0 0,0 0 0,0 0 0,0 0 0,0 0 0,1 0 0,-1 0 0,0 0 0,0 0 0,0 1 0,0-1 0,0 0 0,0 0 0,0 0 0,0 0 0,0 0 0,0 0 0,1 0 0,-1 0 0,0 0 0,0 0 0,0 0 0,0 0 0,0 1 0,0-1 0,0 0 0,0 0 0,0 0 0,0 0 0,0 0 0,0 0 0,0 0 0,0 0 0,0 1 0,0-1 0,0 0 0,0 0 0,0 0 0,0 0 0,0 0 0,0 0 0,0 0 0,0 0 0,0 1 0,0-1 0,0 0 0,0 0 0,0 0 0,-1 0 0,1 0 0,0 0 0,0 0 0,0 0 0,0 0 0,0 0 0,0 0 0,0 0 0,0 1 0,-1-1 0,17 2 0,17 0 0,22-3 0,106-14 0,-143 9 0,-20 2 0,-37-2 0,5 1 0,30 3 0,1 1 0,-1 0 0,1-1 0,0 0 0,-1 0 0,1 0 0,0 0 0,0 0 0,-4-5 0,7 7 0,0 0 0,-1-1 0,1 1 0,0 0 0,0 0 0,0-1 0,0 1 0,-1 0 0,1-1 0,0 1 0,0 0 0,0-1 0,0 1 0,0 0 0,0-1 0,0 1 0,0 0 0,0-1 0,0 1 0,0-1 0,0 1 0,0 0 0,0-1 0,0 1 0,0 0 0,0-1 0,1 1 0,-1 0 0,0 0 0,0-1 0,0 1 0,1 0 0,-1-1 0,0 1 0,25-8 0,-5 5 0,1 1 0,-1 1 0,1 1 0,0 1 0,37 7 0,-30 7-1365,-16-7-5461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2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252 188 24575,'-1'1'0,"1"0"0,-1 0 0,0 0 0,1 0 0,-1-1 0,0 1 0,1 0 0,-1 0 0,0 0 0,0-1 0,0 1 0,1 0 0,-1-1 0,0 1 0,0-1 0,0 1 0,0-1 0,0 0 0,0 1 0,0-1 0,0 0 0,-1 1 0,1-1 0,0 0 0,0 0 0,0 0 0,0 0 0,0 0 0,0 0 0,-2-1 0,0 1 0,0 0 0,0 0 0,0 0 0,0-1 0,0 1 0,0-1 0,1 1 0,-1-1 0,0 0 0,-4-3 0,8 6 0,1-1 0,-1 0 0,1 0 0,0 0 0,0 0 0,0-1 0,0 1 0,-1 0 0,1-1 0,0 0 0,0 1 0,0-1 0,0 0 0,0 0 0,0 0 0,0 0 0,0 0 0,0 0 0,0-1 0,0 1 0,0-1 0,0 1 0,0-1 0,0 0 0,-1 0 0,1 1 0,0-1 0,-1-1 0,1 1 0,0 0 0,-1 0 0,1-1 0,-1 1 0,0 0 0,1-1 0,-1 0 0,0 1 0,0-1 0,0 0 0,0 1 0,0-1 0,0 0 0,-1 0 0,1 0 0,-1 0 0,1 0 0,-1 0 0,0 0 0,0 0 0,1 0 0,-1 0 0,-1 0 0,1 0 0,0 0 0,0 1 0,-1-1 0,1 0 0,-1 0 0,0 0 0,1 0 0,-1 0 0,0 1 0,0-1 0,0 0 0,0 1 0,-1-1 0,1 0 0,0 1 0,-3-2 0,9 7 0,0 1 0,0 0 0,-1 0 0,0 0 0,0 1 0,0 0 0,-1 0 0,1 0 0,-1 0 0,-1 0 0,1 0 0,-1 1 0,0-1 0,-1 1 0,0 0 0,1 7 0,0 10 0,0-1 0,-2 1 0,-3 31 0,3-54 0,-1 1 0,1-1 0,0 1 0,-1-1 0,1 0 0,-1 1 0,1-1 0,-1 1 0,0-1 0,0 0 0,1 0 0,-1 1 0,0-1 0,0 0 0,0 0 0,0 0 0,0 0 0,-1 0 0,1 0 0,0 0 0,0 0 0,-3 0 0,0 1 0,0 0 0,-1-1 0,1 0 0,0 0 0,-1 0 0,1-1 0,-9 1 0,-1-2 0,0 0 0,0 0 0,0-1 0,-15-5 0,23 6 0,0-1 0,0 0 0,0 0 0,0-1 0,0 0 0,0 0 0,1 0 0,-1-1 0,1 1 0,0-1 0,0-1 0,1 1 0,-1-1 0,1 1 0,0-1 0,-5-8 0,5 5 0,1 0 0,0-1 0,0 1 0,0-1 0,1 0 0,1 0 0,-1 1 0,1-1 0,1 0 0,1-18 0,-1 23 0,0 0 0,0 0 0,1 0 0,0 1 0,-1-1 0,1 0 0,1 0 0,-1 1 0,0-1 0,1 0 0,0 1 0,0-1 0,0 1 0,0 0 0,1 0 0,-1 0 0,1 0 0,0 0 0,0 0 0,4-3 0,1 2 0,0 0 0,0 0 0,0 1 0,0 0 0,0 0 0,1 1 0,0 0 0,10 0 0,18-3 0,47-1 0,-74 6 0,-1 0 0,1 1 0,-1-1 0,0 2 0,1-1 0,-1 1 0,0 1 0,0 0 0,0 0 0,13 7 0,-19-6 0,1-1 0,-1 1 0,0 0 0,0-1 0,0 2 0,-1-1 0,1 0 0,-1 0 0,0 1 0,-1-1 0,1 1 0,-1 0 0,1-1 0,-1 1 0,-1 0 0,1 0 0,-1 0 0,0 6 0,1 5 0,-2-1 0,0 0 0,0 0 0,-7 26 0,7-38 0,0-1 0,0 1 0,-1 0 0,1 0 0,-1-1 0,0 1 0,1-1 0,-1 1 0,0-1 0,0 0 0,-1 0 0,1 0 0,0 0 0,-1 0 0,1 0 0,-1-1 0,0 1 0,1-1 0,-1 0 0,0 0 0,0 0 0,-3 1 0,-10 2 0,1-1 0,0-1 0,-21 0 0,-3 2 0,35-3 0,0-1 0,0 1 0,0-1 0,0 1 0,0-1 0,0 0 0,1-1 0,-1 1 0,0-1 0,0 0 0,0 0 0,1 0 0,-1 0 0,0 0 0,1-1 0,-1 0 0,1 0 0,-1 0 0,1 0 0,0 0 0,0-1 0,0 1 0,-4-6 0,3 2 0,0-1 0,1 1 0,0-1 0,0 0 0,0 0 0,1 0 0,0 0 0,1 0 0,0 0 0,0-1 0,0-12 0,0 8 0,0 0 0,1 0 0,1 0 0,0 0 0,1 0 0,4-16 0,-5 24 0,1 1 0,-1-1 0,1 1 0,0-1 0,0 1 0,0 0 0,1 0 0,-1 0 0,1 0 0,0 0 0,0 1 0,0-1 0,0 1 0,0-1 0,0 1 0,1 0 0,-1 1 0,1-1 0,-1 1 0,1-1 0,0 1 0,-1 0 0,7-1 0,4 0 0,0-1 0,-1 2 0,1 0 0,0 0 0,23 3 0,-33-1 0,0-1 0,0 1 0,0 0 0,0 0 0,0 0 0,0 0 0,0 1 0,-1 0 0,1-1 0,0 1 0,-1 1 0,0-1 0,1 0 0,-1 1 0,0 0 0,0 0 0,0 0 0,-1 0 0,1 0 0,-1 0 0,0 1 0,1-1 0,0 5 0,3 5 0,-1 0 0,-1 1 0,0-1 0,-1 1 0,-1 0 0,2 25 0,-4-36 0,0 0 0,0 0 0,-1 0 0,1 1 0,-1-1 0,1 0 0,-1 0 0,0 0 0,0 0 0,0 0 0,-1-1 0,1 1 0,-1 0 0,0 0 0,1-1 0,-1 1 0,0-1 0,0 0 0,-1 1 0,1-1 0,0 0 0,-1 0 0,0-1 0,1 1 0,-1 0 0,0-1 0,0 0 0,0 0 0,0 0 0,0 0 0,0 0 0,0 0 0,0-1 0,0 1 0,-5-1 0,-4 2 0,0-1 0,0-1 0,0 0 0,-1-1 0,1 0 0,-15-3 0,23 3 0,1 0 0,0 0 0,0 0 0,0 0 0,0-1 0,0 0 0,0 1 0,0-1 0,1 0 0,-1 0 0,0 0 0,1-1 0,0 1 0,0-1 0,-1 1 0,1-1 0,1 0 0,-1 1 0,0-1 0,1 0 0,-1 0 0,1-1 0,0 1 0,0 0 0,0 0 0,1 0 0,-1-5 0,0 5 0,0-1 0,1 0 0,-1 0 0,1 1 0,0-1 0,0 0 0,0 0 0,1 1 0,-1-1 0,1 0 0,0 0 0,0 1 0,0-1 0,1 1 0,-1-1 0,1 1 0,0 0 0,3-5 0,-1 5 0,-1 0 0,1 1 0,0-1 0,0 1 0,1 0 0,-1 0 0,0 0 0,1 0 0,0 1 0,-1 0 0,1 0 0,-1 0 0,1 1 0,6-1 0,2 0 0,-4-1 0,0 1 0,1 1 0,-1 0 0,1 0 0,11 2 0,-19-2 0,0 1 0,0-1 0,0 1 0,0 0 0,-1-1 0,1 1 0,0 0 0,0 0 0,-1 0 0,1 1 0,0-1 0,-1 0 0,1 0 0,-1 1 0,0-1 0,1 1 0,-1-1 0,0 1 0,0 0 0,0 0 0,0-1 0,0 1 0,0 0 0,-1 0 0,1 0 0,0 0 0,-1 0 0,0 0 0,1 4 0,0 2 0,0 0 0,-1 1 0,0-1 0,0 1 0,-1-1 0,0 0 0,0 1 0,-1-1 0,0 0 0,0 0 0,-1 0 0,-4 9 0,4-13 0,0 1 0,-1-1 0,1 0 0,-1 0 0,0 0 0,0-1 0,0 1 0,0-1 0,-1 0 0,1 0 0,-1 0 0,0-1 0,0 0 0,0 0 0,0 0 0,0 0 0,-1-1 0,1 0 0,0 0 0,-6 0 0,1 1 0,-1-1 0,1-1 0,-1 0 0,1 0 0,-1-1 0,1 0 0,-1-1 0,1 0 0,0-1 0,-15-5 0,23 6 0,-1 1 0,0-1 0,0 1 0,1-1 0,-1 0 0,1 0 0,-1 0 0,1-1 0,0 1 0,0 0 0,0-1 0,0 0 0,0 1 0,1-1 0,-3-5 0,3 4 0,0 0 0,0 0 0,1 0 0,-1 0 0,1 0 0,0 0 0,0-1 0,0 1 0,1 0 0,0 0 0,0 0 0,0 0 0,0 0 0,0 0 0,3-4 0,-2 4 0,0 0 0,1 1 0,0-1 0,0 1 0,0-1 0,0 1 0,1 0 0,-1 0 0,1 1 0,-1-1 0,1 1 0,0-1 0,0 1 0,0 0 0,1 1 0,-1-1 0,0 1 0,9-2 0,7-1 0,0 0 0,35-1 0,-52 5 0,0 0 0,0 0 0,-1 0 0,1 0 0,0 0 0,-1 1 0,1-1 0,0 1 0,-1 0 0,1 0 0,-1 0 0,1 0 0,-1 0 0,1 0 0,-1 1 0,0-1 0,0 1 0,0 0 0,4 3 0,-5-3 0,-1-1 0,1 1 0,0-1 0,-1 0 0,0 1 0,1-1 0,-1 1 0,0-1 0,0 1 0,0 0 0,0-1 0,0 1 0,0-1 0,0 1 0,0-1 0,0 1 0,-1-1 0,1 1 0,-1-1 0,1 1 0,-1-1 0,0 0 0,1 1 0,-1-1 0,0 0 0,0 1 0,0-1 0,0 0 0,0 0 0,0 0 0,-1 0 0,1 0 0,0 0 0,0 0 0,-1-1 0,-1 2 0,-6 3 0,-1 0 0,0-1 0,0-1 0,0 1 0,-1-1 0,1-1 0,-1 0 0,1-1 0,-1 0 0,0 0 0,0-1 0,1 0 0,-1-1 0,0-1 0,-12-2 0,21 3 0,0 1 0,0 0 0,0-1 0,0 1 0,1-1 0,-1 0 0,0 1 0,1-1 0,-1 0 0,0 0 0,1 0 0,-1-1 0,1 1 0,-1 0 0,1 0 0,0-1 0,-1 1 0,1-1 0,0 1 0,0-1 0,0 1 0,0-1 0,1 0 0,-1 0 0,0 1 0,1-1 0,-1 0 0,1 0 0,-1 0 0,1 1 0,0-1 0,0 0 0,0 0 0,0 0 0,0 0 0,0 0 0,1 0 0,-1 0 0,0 1 0,2-4 0,-1 1 0,1 1 0,0-1 0,-1 0 0,1 1 0,1-1 0,-1 1 0,0 0 0,1 0 0,0 0 0,-1 0 0,1 0 0,1 1 0,-1-1 0,0 1 0,0 0 0,1 0 0,-1 0 0,5-2 0,4 1 0,-1 1 0,0 0 0,1 1 0,19-1 0,-28 2 0,-1 1 0,1-1 0,0 0 0,-1 1 0,1-1 0,-1 1 0,0-1 0,1 1 0,-1 0 0,1 0 0,-1 0 0,3 3 0,-4-4 0,-1 1 0,1 0 0,0 0 0,-1 0 0,1 0 0,-1 0 0,1 0 0,-1 0 0,1 0 0,-1 0 0,0 0 0,1 0 0,-1 0 0,0 0 0,0 0 0,0 0 0,0 0 0,0 0 0,0 1 0,0-1 0,0 0 0,0 0 0,-1 0 0,1 0 0,0 0 0,-1 0 0,1 0 0,-1 0 0,0 1 0,-2 2 0,0 0 0,0 0 0,0 0 0,0-1 0,-1 1 0,0-1 0,0 0 0,0 0 0,0 0 0,0-1 0,0 1 0,-1-1 0,1 0 0,-1 0 0,0-1 0,0 1 0,1-1 0,-8 1 0,1 0 0,1 0 0,-1-1 0,0 0 0,0-1 0,0 0 0,0 0 0,-15-4 0,23 4 0,0-1 0,1-1 0,-1 1 0,1 0 0,-1-1 0,1 1 0,0-1 0,0 0 0,-1 0 0,1 1 0,0-2 0,0 1 0,1 0 0,-1 0 0,0 0 0,1-1 0,0 1 0,-1-1 0,1 1 0,0-1 0,0 0 0,0 0 0,1 1 0,-1-1 0,1 0 0,-1 0 0,1 1 0,0-1 0,0 0 0,0 0 0,1 0 0,-1 0 0,1 1 0,-1-1 0,1 0 0,0 0 0,0 1 0,0-1 0,0 1 0,1-1 0,-1 1 0,1-1 0,-1 1 0,1 0 0,0 0 0,0 0 0,0 0 0,0 0 0,0 0 0,1 0 0,-1 1 0,0-1 0,4 0 0,143-63 0,-111 55 0,-33 9 0,0 0 0,0 0 0,-1 0 0,1 0 0,0-1 0,7-3 0,-13 4 0,1 1 0,0-1 0,0 1 0,0 0 0,-1-1 0,1 1 0,0 0 0,0-1 0,-1 1 0,1-1 0,0 1 0,-1 0 0,1 0 0,-1-1 0,1 1 0,0 0 0,-1 0 0,1-1 0,-1 1 0,1 0 0,0 0 0,-1 0 0,1 0 0,-1 0 0,1 0 0,-1-1 0,1 1 0,-1 0 0,1 0 0,-1 0 0,1 1 0,-1-1 0,1 0 0,0 0 0,-1 0 0,0 0 0,-25-2 0,-4 4 0,0 1 0,0 2 0,-45 13 0,49-11 0,-29 11 0,64-29 0,11-4 0,-3 6 0,-1 1 0,1 0 0,1 1 0,-1 1 0,1 1 0,1 0 0,-1 2 0,0 0 0,37-1 0,-20 4 0,-23-1 0,1 1 0,0 0 0,-1 1 0,1 1 0,-1 0 0,16 4 0,-24-4 0,0 0 0,0 0 0,-1 0 0,1 0 0,-1 1 0,0-1 0,0 1 0,0 0 0,0-1 0,0 2 0,0-1 0,-1 0 0,1 0 0,-1 1 0,0 0 0,0-1 0,-1 1 0,1 0 0,-1 0 0,0 0 0,0 0 0,0 0 0,1 7 0,0 0 0,0-1 0,0 1 0,-1 0 0,-1-1 0,0 1 0,0 0 0,-1-1 0,0 1 0,-1-1 0,-1 1 0,1-1 0,-1 1 0,-1-1 0,0 0 0,-1-1 0,1 1 0,-2-1 0,1 0 0,-9 10 0,13-18 0,-10 12 0,-2 0 0,1-1 0,-24 18 0,30-26 0,-1-1 0,1 1 0,-1-1 0,0 0 0,0-1 0,0 0 0,0 0 0,0-1 0,-1 1 0,1-2 0,-12 1 0,4 0 0,0-2 0,1 0 0,-1 0 0,0-2 0,1 0 0,-22-7 0,29 8 0,0-1 0,1 0 0,-1 0 0,1-1 0,0 0 0,0 0 0,0-1 0,0 1 0,1-1 0,0 0 0,0-1 0,0 1 0,1-1 0,0 0 0,-5-8 0,4 3 0,0 1 0,0-1 0,1-1 0,1 1 0,0 0 0,0-1 0,1 0 0,1 1 0,0-1 0,0 0 0,1 0 0,1 0 0,0 0 0,5-21 0,-6 34 0,0-1 0,0 0 0,0 0 0,0 0 0,0 0 0,0 0 0,0 0 0,0 0 0,0 0 0,1 0 0,-1 0 0,0 1 0,0-1 0,0 0 0,0 0 0,0 0 0,0 0 0,0 0 0,1 0 0,-1 0 0,0 0 0,0 0 0,0 0 0,0 0 0,0 0 0,0 0 0,1 0 0,-1 0 0,0 0 0,0 0 0,0 0 0,0 0 0,0-1 0,0 1 0,1 0 0,-1 0 0,0 0 0,0 0 0,0 0 0,0 0 0,0 0 0,0 0 0,0 0 0,0 0 0,0-1 0,0 1 0,1 0 0,-1 0 0,0 0 0,0 0 0,0 0 0,0 0 0,0 0 0,0-1 0,0 1 0,0 0 0,0 0 0,0 0 0,0 0 0,0 0 0,0 0 0,0-1 0,0 1 0,0 0 0,0 0 0,0 0 0,0 0 0,4 15 0,0 20 0,-12 33 0,5-57 0,1 0 0,0 0 0,1 0 0,1 0 0,0 17 0,1-25 0,0 0 0,0 0 0,0 0 0,0 0 0,0 0 0,1 0 0,-1-1 0,1 1 0,0 0 0,0-1 0,0 1 0,0-1 0,0 0 0,0 0 0,1 0 0,-1 0 0,1 0 0,-1 0 0,1-1 0,0 1 0,-1-1 0,1 0 0,0 0 0,0 0 0,0 0 0,0 0 0,6 0 0,9 2 0,1-2 0,-1 0 0,30-2 0,-27 0 0,26 1 0,-22 1 0,0-2 0,33-4 0,-50 3 0,0 0 0,1 0 0,-1 0 0,0-1 0,0-1 0,0 1 0,-1-1 0,0-1 0,1 1 0,10-10 0,-17 12 0,0 1 0,0 0 0,0 0 0,0 0 0,0 0 0,0 0 0,0 1 0,1-1 0,-1 0 0,0 0 0,1 1 0,-1-1 0,0 1 0,1-1 0,-1 1 0,1 0 0,-1-1 0,0 1 0,3 0 0,-3 0 0,-1 1 0,1 0 0,-1-1 0,1 1 0,-1 0 0,0-1 0,1 1 0,-1 0 0,0 0 0,0-1 0,1 1 0,-1 0 0,0 0 0,0-1 0,0 1 0,0 0 0,0 0 0,0 0 0,0-1 0,0 1 0,0 0 0,-1 0 0,1-1 0,-1 2 0,-1 6 0,0 0 0,0 0 0,-1 0 0,-1-1 0,-7 14 0,8-16 0,0-1 0,0 1 0,-1-1 0,0 1 0,1-1 0,-2 0 0,1-1 0,0 1 0,-1-1 0,1 0 0,-1 0 0,0 0 0,0-1 0,-1 1 0,1-1 0,0 0 0,-1-1 0,1 1 0,-1-1 0,1-1 0,-1 1 0,1-1 0,-1 1 0,0-2 0,-6 0 0,-57 3 0,43 0 0,-1-2 0,1 0 0,-49-9 0,71 8 0,1 0 0,-1 0 0,0-1 0,1 0 0,-1 0 0,1 0 0,-1 0 0,1 0 0,0-1 0,0 1 0,0-1 0,-4-5 0,6 7 0,1 1 0,-1-1 0,1 1 0,0-1 0,-1 0 0,1 1 0,0-1 0,0 1 0,-1-1 0,1 0 0,0 1 0,0-1 0,0 0 0,0 1 0,0-1 0,0 0 0,0 1 0,0-1 0,0 0 0,0 0 0,0 1 0,0-1 0,0 1 0,0-1 0,1 0 0,-1 1 0,1-2 0,0 1 0,0 0 0,1 0 0,-1 0 0,0 0 0,1 1 0,0-1 0,-1 0 0,1 1 0,-1-1 0,1 1 0,0-1 0,-1 1 0,1 0 0,0-1 0,-1 1 0,4 0 0,110 2 0,-73 0 0,52-4 0,-90 1 0,-1 0 0,1-1 0,-1 1 0,0-1 0,0 1 0,1-1 0,-1 0 0,-1 0 0,1 0 0,0 0 0,0-1 0,-1 1 0,1-1 0,-1 0 0,0 0 0,0 0 0,0 0 0,0 0 0,0 0 0,-1 0 0,1 0 0,-1-1 0,0 1 0,0-1 0,0 1 0,-1-1 0,1-4 0,0 6 0,-1-1 0,1 0 0,-1 1 0,1-1 0,-1 0 0,0 0 0,0 1 0,-1-1 0,1 0 0,0 1 0,-1-1 0,0 0 0,1 1 0,-1-1 0,0 0 0,0 1 0,-1 0 0,1-1 0,-1 1 0,1 0 0,-1-1 0,1 1 0,-1 0 0,0 0 0,0 0 0,0 1 0,0-1 0,-1 0 0,1 1 0,0-1 0,-1 1 0,1 0 0,-1 0 0,1 0 0,-6-1 0,1 1 0,0 0 0,-1 1 0,1 0 0,-1 0 0,1 1 0,-1 0 0,1 0 0,0 0 0,-12 5 0,17-5 0,0 0 0,-1 0 0,1 0 0,0 0 0,0 0 0,0 0 0,0 1 0,0-1 0,0 1 0,0 0 0,1-1 0,-1 1 0,1 0 0,-1 0 0,1 0 0,-1 0 0,1 0 0,0 0 0,0 1 0,0-1 0,0 0 0,1 0 0,-1 1 0,1-1 0,-1 1 0,1-1 0,0 0 0,0 1 0,0-1 0,0 1 0,0-1 0,1 5 0,1-4 0,-1-1 0,0 1 0,1-1 0,0 0 0,-1 0 0,1 0 0,0 1 0,0-2 0,0 1 0,1 0 0,-1 0 0,0-1 0,1 1 0,-1-1 0,1 0 0,-1 0 0,1 0 0,-1 0 0,1 0 0,0 0 0,0-1 0,-1 1 0,1-1 0,0 0 0,3 0 0,2 1 0,1 0 0,0-1 0,-1 0 0,1 0 0,-1-1 0,1 0 0,9-3 0,-17 4 0,0 0 0,0-1 0,0 1 0,0 0 0,0-1 0,0 1 0,0 0 0,0-1 0,0 1 0,-1-1 0,1 1 0,0-1 0,0 0 0,0 1 0,-1-1 0,1 0 0,0 0 0,-1 1 0,1-1 0,-1 0 0,1 0 0,-1 0 0,1 0 0,-1 0 0,0 0 0,1 0 0,-1 1 0,0-1 0,0 0 0,0 0 0,0 0 0,0 0 0,0-2 0,0 2 0,-1 0 0,1 1 0,-1-1 0,0 0 0,1 0 0,-1 0 0,0 0 0,1 1 0,-1-1 0,0 0 0,0 1 0,0-1 0,0 1 0,0-1 0,0 1 0,0-1 0,0 1 0,0 0 0,0-1 0,0 1 0,0 0 0,0 0 0,0 0 0,0 0 0,0-1 0,0 2 0,0-1 0,0 0 0,0 0 0,-2 1 0,2-1 0,0-1 0,0 2 0,0-1 0,0 0 0,0 0 0,0 0 0,0 0 0,0 1 0,0-1 0,1 0 0,-1 1 0,0-1 0,0 1 0,0-1 0,0 1 0,1-1 0,-1 1 0,0-1 0,0 1 0,1 0 0,-1 0 0,0-1 0,1 1 0,-1 0 0,1 0 0,-1 0 0,1-1 0,-1 1 0,1 2 0,5 27 0,1 2 0,-6-31 0,-1 1 0,1-1 0,-1 0 0,1 0 0,-1 0 0,1 0 0,-1 0 0,0 0 0,0 0 0,1 0 0,-1 0 0,0 0 0,0 0 0,0-1 0,0 1 0,0 0 0,0-1 0,0 1 0,0 0 0,0-1 0,0 1 0,-1-1 0,1 0 0,0 1 0,0-1 0,0 0 0,-3 0 0,-6 2 0,-1-1 0,1 0 0,0-1 0,-1 0 0,1 0 0,0-1 0,-1-1 0,1 0 0,0 0 0,-11-5 0,15 5 0,0 0 0,0-1 0,0 1 0,0-2 0,1 1 0,-1 0 0,1-1 0,0 0 0,0 0 0,1-1 0,-1 1 0,1-1 0,0 0 0,0 0 0,0 0 0,1-1 0,-4-7 0,0-4-114,3 8 25,0 0 0,0 1-1,1-1 1,0 0-1,1-1 1,0 1 0,0 0-1,1-1 1,0 1-1,0-1 1,2 0 0,-1 1-1,2-11 1,2 6-6737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3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 24575,'-3'3'0,"-4"4"0,-4 4 0,-3 3 0,1 2 0,3 2 0,3 1 0,2-1 0,3-2-8191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2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210 201 24575,'-6'4'0,"-1"1"0,0-2 0,0 1 0,-1-1 0,1 0 0,-1 0 0,0-1 0,1 0 0,-1 0 0,0-1 0,0 0 0,0 0 0,0-1 0,0 0 0,-8-1 0,15 1 0,-1-1 0,1 1 0,0 0 0,0 0 0,0-1 0,0 1 0,0-1 0,0 1 0,0-1 0,0 0 0,0 1 0,0-1 0,0 0 0,0 1 0,0-1 0,0 0 0,1 0 0,-1 0 0,0 0 0,1 0 0,-1 0 0,0 0 0,1 0 0,-1 0 0,0-2 0,1-1 0,-1 1 0,1 0 0,-1-1 0,1 1 0,0 0 0,1-1 0,-1 1 0,0 0 0,2-5 0,-1 3 0,0 0 0,1 0 0,0 0 0,0 0 0,0 0 0,0 1 0,1-1 0,-1 1 0,1 0 0,0 0 0,1 0 0,5-6 0,-4 7 0,0 0 0,0 0 0,0 1 0,0-1 0,0 1 0,1 1 0,-1-1 0,1 1 0,-1 0 0,1 0 0,0 0 0,-1 1 0,1 0 0,0 0 0,-1 1 0,1-1 0,-1 1 0,1 1 0,-1-1 0,9 4 0,-6-1 0,-1 0 0,0 0 0,0 1 0,0 0 0,-1 0 0,1 0 0,-1 1 0,-1 0 0,1 0 0,-1 1 0,0 0 0,0 0 0,4 9 0,-8-14 0,1 0 0,-1 0 0,0 1 0,1-1 0,-1 0 0,0 1 0,-1-1 0,1 1 0,0 0 0,-1-1 0,1 1 0,-1-1 0,0 1 0,0 0 0,0-1 0,0 1 0,0 0 0,-1-1 0,1 1 0,-1-1 0,-2 6 0,2-6 0,-1 0 0,0 1 0,0-1 0,-1 0 0,1 0 0,0 0 0,-1-1 0,1 1 0,-1-1 0,1 1 0,-1-1 0,0 0 0,0 0 0,0 0 0,1 0 0,-5 0 0,-14 3 0,0-2 0,-1-1 0,1 0 0,-28-4 0,36 2 0,10 2 0,0-1 0,0 0 0,0-1 0,0 1 0,0 0 0,0-1 0,0 0 0,0 1 0,1-1 0,-1-1 0,0 1 0,0 0 0,1 0 0,-1-1 0,0 0 0,1 0 0,0 1 0,-3-4 0,3 2 0,0-1 0,1 0 0,-1 1 0,1-1 0,0 0 0,0 0 0,1 0 0,-1 0 0,1 0 0,0 1 0,0-1 0,0 0 0,1-6 0,-1 3 0,1 1 0,-1-1 0,1 1 0,1 0 0,-1-1 0,1 1 0,0 0 0,1 0 0,0 0 0,5-9 0,-6 12 0,1 0 0,-1 0 0,1 1 0,0-1 0,0 0 0,0 1 0,0 0 0,0 0 0,1 0 0,-1 0 0,1 0 0,-1 1 0,1-1 0,0 1 0,-1 0 0,1 0 0,0 0 0,0 1 0,4-1 0,-7 1 0,0 0 0,1 0 0,-1 0 0,1 0 0,-1 0 0,0 0 0,1 0 0,-1 0 0,1 1 0,-1-1 0,0 1 0,0-1 0,1 1 0,-1-1 0,0 1 0,0-1 0,1 1 0,-1 0 0,0 0 0,0 0 0,0 0 0,0 0 0,0 0 0,0 0 0,0 0 0,-1 0 0,1 0 0,0 0 0,-1 1 0,1-1 0,0 0 0,-1 0 0,0 1 0,1-1 0,-1 1 0,0-1 0,0 0 0,1 3 0,-1 0 0,0 1 0,0-1 0,-1 0 0,1 0 0,-1 1 0,0-1 0,0 0 0,0 0 0,-1 0 0,-3 8 0,-11-19 0,-11 5 0,-1-2 0,29-5 0,16-8 0,-17 16 0,0 1 0,0-1 0,1 1 0,-1-1 0,0 1 0,1 0 0,-1-1 0,0 1 0,1 0 0,-1-1 0,1 1 0,-1 0 0,0 0 0,1-1 0,-1 1 0,1 0 0,-1 0 0,1 0 0,-1-1 0,1 1 0,-1 0 0,1 0 0,-1 0 0,1 0 0,-1 0 0,1 0 0,-1 0 0,1 0 0,-1 0 0,1 0 0,-1 1 0,1-1 0,-1 0 0,1 0 0,-1 0 0,1 1 0,-1-1 0,0 0 0,1 0 0,-1 1 0,1-1 0,-1 0 0,0 1 0,1-1 0,-1 0 0,0 1 0,1-1 0,-1 1 0,0-1 0,0 1 0,1-1 0,-1 0 0,0 1 0,0-1 0,0 1 0,0-1 0,0 1 0,0-1 0,1 1 0,-1-1 0,0 1 0,0-1 0,-1 1 0,1-1 0,0 1 0,0-1 0,0 1 0,0-1 0,-1 2 0,1 1 0,0 1 0,0-1 0,0 1 0,-1 0 0,0-1 0,0 1 0,0-1 0,0 0 0,-3 6 0,4-9 0,-1 1 0,1-1 0,-1 1 0,1-1 0,-1 1 0,1-1 0,-1 1 0,1-1 0,0 1 0,-1 0 0,1-1 0,0 1 0,-1-1 0,1 1 0,0 0 0,0-1 0,-1 1 0,1 0 0,0 0 0,0-1 0,0 1 0,0 0 0,0-1 0,0 1 0,0 0 0,1-1 0,-1 1 0,0 0 0,0 0 0,0-1 0,1 1 0,-1-1 0,0 1 0,1 0 0,-1-1 0,0 1 0,1 0 0,2 0 0,-1 0 0,0 0 0,0-1 0,0 1 0,0-1 0,1 1 0,-1-1 0,0 0 0,0 0 0,1 0 0,3-1 0,65-13 0,-56 12 0,-14 11 0,-16 20 0,9-19 0,6-9 0,1-1 0,-1 0 0,1 1 0,-1-1 0,0 0 0,1 0 0,-1 1 0,1-1 0,-1 0 0,1 0 0,-1 0 0,1 0 0,-1 1 0,1-1 0,-1 0 0,1 0 0,-1 0 0,1 0 0,-1 0 0,1 0 0,-1 0 0,1-1 0,-1 1 0,1 0 0,-1 0 0,0 0 0,1 0 0,-1-1 0,1 1 0,-1 0 0,1 0 0,-1-1 0,1 1 0,21-7 0,-17 5 0,0 0 0,0 0 0,1 1 0,-1-1 0,0 1 0,1 1 0,0-1 0,-1 1 0,1 0 0,-1 0 0,11 2 0,-15-2 0,1 1 0,-1-1 0,1 0 0,-1 1 0,0 0 0,0-1 0,1 1 0,-1 0 0,0-1 0,0 1 0,0 0 0,0 0 0,0 0 0,0 0 0,0 0 0,0 0 0,0 0 0,0 1 0,-1-1 0,2 1 0,-2 1 0,1-1 0,-1 0 0,0 1 0,0-1 0,0 0 0,0 0 0,0 1 0,0-1 0,-1 0 0,1 1 0,-1-1 0,1 0 0,-1 0 0,0 0 0,0 0 0,-2 4 0,1-2 0,-1 0 0,0 0 0,0 0 0,0 0 0,0-1 0,-1 1 0,1-1 0,-1 0 0,0 0 0,0 0 0,0-1 0,-1 1 0,1-1 0,-1 0 0,1 0 0,-1 0 0,1-1 0,-1 0 0,0 0 0,-8 1 0,-11 1 0,-1-2 0,-48-3 0,29 1 0,41 1 0,0 0 0,0 0 0,0 0 0,0 0 0,0 0 0,0-1 0,0 1 0,0-1 0,0 0 0,0 0 0,1 0 0,-1 0 0,0 0 0,1-1 0,-1 1 0,1-1 0,-1 0 0,1 1 0,0-1 0,0 0 0,0 0 0,-3-4 0,3 1 0,0 0 0,0 0 0,0-1 0,1 1 0,-1-1 0,1 1 0,1-1 0,-1 0 0,1 1 0,0-1 0,1-5 0,-2 1 0,0 0 0,0 0 0,-1 0 0,-4-13 0,3 16 0,1-1 0,1 0 0,-1 0 0,1 0 0,0 0 0,1-11 0,1 15 0,-1 1 0,1 0 0,0 0 0,0 0 0,0 0 0,0 1 0,1-1 0,-1 0 0,1 0 0,0 1 0,0-1 0,0 1 0,0 0 0,0-1 0,0 1 0,0 0 0,1 0 0,0 0 0,-1 1 0,1-1 0,3-1 0,68-29 0,-41 19 0,-35 13 0,-2 1 0,-1 0 0,0 0 0,1 0 0,-1 1 0,1-1 0,0 1 0,0 0 0,-1 0 0,-5 5 0,0 1 0,1 0 0,1 0 0,0 0 0,0 1 0,1 1 0,0-1 0,0 1 0,-9 20 0,-4 12 0,20-42 0,0 0 0,0 0 0,0 0 0,0 0 0,0 0 0,-1 0 0,1 0 0,0 0 0,0 0 0,0 0 0,0 0 0,11-26 0,-8 18 0,1-1 0,0 1 0,0-1 0,1 1 0,0 1 0,1-1 0,-1 1 0,2 0 0,-1 0 0,1 0 0,0 1 0,0 0 0,1 1 0,-1 0 0,1 0 0,0 0 0,1 1 0,-1 0 0,1 1 0,0 0 0,11-3 0,-15 5 0,8-2 0,-1 0 0,1 1 0,0 0 0,0 1 0,25 1 0,-36 0 0,1 0 0,0 1 0,-1 0 0,1-1 0,0 1 0,-1 0 0,1 0 0,-1 0 0,1 1 0,-1-1 0,0 1 0,1-1 0,-1 1 0,0 0 0,0 0 0,0 0 0,0 0 0,-1 0 0,1 0 0,0 1 0,-1-1 0,0 0 0,1 1 0,-1-1 0,0 1 0,0 0 0,-1-1 0,1 1 0,0 0 0,-1-1 0,0 1 0,0 0 0,1 0 0,-2 3 0,2 7-105,-2 54 343,1-62-363,-1 0 1,0 0-1,0-1 0,0 1 0,-1-1 0,1 1 0,-1-1 0,0 0 1,0 0-1,-1 1 0,-4 5 0,-1-1-6701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79 24575,'1'0'0,"-1"-1"0,1 0 0,0 0 0,-1 1 0,1-1 0,0 0 0,0 1 0,-1-1 0,1 1 0,0-1 0,0 1 0,0-1 0,0 1 0,0-1 0,0 1 0,0 0 0,0 0 0,0 0 0,0-1 0,-1 1 0,1 0 0,0 0 0,0 0 0,0 0 0,0 1 0,0-1 0,0 0 0,1 0 0,-1 1 0,-1-1 0,0 1 0,0-1 0,1 1 0,-1-1 0,0 1 0,0-1 0,0 0 0,0 1 0,1-1 0,-1 1 0,0-1 0,0 1 0,0-1 0,0 1 0,0-1 0,0 1 0,0-1 0,0 1 0,-1-1 0,1 1 0,0-1 0,0 1 0,0-1 0,0 1 0,-1-1 0,1 1 0,0-1 0,0 1 0,-1-1 0,1 0 0,0 1 0,-1-1 0,1 0 0,-1 1 0,1-1 0,0 0 0,-1 1 0,1-1 0,-1 0 0,1 0 0,-1 1 0,1-1 0,-1 0 0,1 0 0,-1 0 0,0 0 0,1 1 0,0-1 0,-1 0 0,1 0 0,0 0 0,-1 0 0,1 0 0,-1 1 0,1-1 0,0 0 0,-1 0 0,1 0 0,-1 0 0,1 0 0,0 0 0,-1 0 0,1 0 0,0 0 0,-1-1 0,1 1 0,-1 0 0,1 0 0,0 0 0,-1 0 0,1-1 0,0 1 0,-1 0 0,1 0 0,0 0 0,-1-1 0,1 1 0,0 0 0,0-1 0,-1 1 0,1-1 0,-9-19 0,1-20 0,14 19 0,-6 20 0,0 1 0,1 0 0,-1-1 0,0 1 0,1 0 0,-1-1 0,1 1 0,-1 0 0,1 0 0,-1 0 0,0-1 0,1 1 0,-1 0 0,1 0 0,-1 0 0,1 0 0,-1 0 0,1 0 0,-1 0 0,1 0 0,-1 0 0,1 0 0,-1 0 0,1 0 0,-1 0 0,1 1 0,1-1 0,0 1 0,-1 0 0,1 0 0,-1 1 0,1-1 0,-1 0 0,0 0 0,1 1 0,-1-1 0,0 1 0,0-1 0,0 1 0,0-1 0,0 1 0,0 0 0,-1-1 0,1 1 0,0 0 0,0 3 0,-1-3 0,1 0 0,-1 0 0,1 0 0,-1 0 0,0 0 0,0 0 0,0 0 0,0 0 0,0 0 0,-1 0 0,1 0 0,-1 0 0,1 0 0,-1 0 0,0-1 0,1 1 0,-1 0 0,0 0 0,0 0 0,0-1 0,-1 1 0,1 0 0,0-1 0,-1 1 0,1-1 0,-4 3 0,3-3 0,-1 1 0,0-1 0,0 0 0,0 0 0,0 0 0,0 0 0,0-1 0,0 1 0,0-1 0,0 0 0,0 0 0,0 0 0,0 0 0,0 0 0,0-1 0,0 1 0,-5-3 0,7 3 0,0 0 0,1 0 0,-1 0 0,1 0 0,-1 0 0,1 0 0,-1 0 0,0 0 0,1 0 0,-1 0 0,1 0 0,-1-1 0,1 1 0,-1 0 0,1 0 0,-1-1 0,1 1 0,-1 0 0,1-1 0,-1 1 0,1 0 0,-1-1 0,1 1 0,0-1 0,-1 1 0,1-1 0,0 1 0,-1-1 0,1 1 0,0-1 0,0 1 0,-1-1 0,1 1 0,0-1 0,0 0 0,0 1 0,0-1 0,0 1 0,0-1 0,0 1 0,0-1 0,0 0 0,0 1 0,0-1 0,0 1 0,0-1 0,1 1 0,-1-1 0,0 0 0,0 1 0,1-1 0,-1 1 0,0-1 0,1 1 0,-1 0 0,0-1 0,1 1 0,-1-1 0,1 1 0,-1-1 0,1 1 0,-1 0 0,1 0 0,-1-1 0,1 1 0,0-1 0,3-1 0,-1-1 0,1 1 0,0 0 0,0 0 0,0 1 0,0-1 0,8-1 0,-11 2-38,0 1 0,0-1 0,1 1 1,-1-1-1,0 1 0,1 0 0,-1 0 0,0 0 0,1 0 0,-1 0 0,1 0 0,-1 0 0,0 0 0,1 0 0,-1 1 0,0-1 1,1 0-1,-1 1 0,0-1 0,0 1 0,1 0 0,-1-1 0,0 1 0,0 0 0,0 0 0,0 0 0,0 0 0,0-1 0,0 2 1,0-1-1,0 0 0,-1 0 0,1 0 0,0 0 0,0 2 0,0 6-6788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4:5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65 24575,'-1'0'0,"-42"-2"0,27-5 0,16 7 0,-1-1 0,1 1 0,0-1 0,0 1 0,0-1 0,0 1 0,0 0 0,0-1 0,0 1 0,0-1 0,0 1 0,0 0 0,0-1 0,0 1 0,0-1 0,0 1 0,1 0 0,-1-1 0,0 1 0,0-1 0,0 1 0,1 0 0,-1-1 0,0 1 0,0 0 0,1-1 0,-1 1 0,0 0 0,1 0 0,-1-1 0,0 1 0,1 0 0,-1 0 0,1-1 0,-1 1 0,0 0 0,1 0 0,0-1 0,-1 0 0,1 1 0,0-1 0,0 0 0,-1 1 0,1-1 0,0 1 0,0-1 0,0 1 0,0 0 0,0-1 0,0 1 0,0 0 0,0-1 0,0 1 0,0 0 0,0 0 0,0 0 0,0 0 0,0 0 0,-1 0 0,1 0 0,0 0 0,0 0 0,0 1 0,0-1 0,0 0 0,0 1 0,0-1 0,0 1 0,0-1 0,0 1 0,-1-1 0,1 1 0,0-1 0,0 1 0,-1 0 0,1-1 0,0 1 0,-1 0 0,1 0 0,0 0 0,-1-1 0,1 1 0,-1 0 0,0 0 0,1 0 0,-1 0 0,0 0 0,1 0 0,-1 0 0,0 0 0,0 2 0,0-2 0,1 1 0,-1 0 0,0 0 0,0 0 0,0 0 0,0 0 0,0 0 0,-1 0 0,1 0 0,-1-1 0,1 1 0,-1 0 0,1 0 0,-1 0 0,0-1 0,0 1 0,0 0 0,0-1 0,0 1 0,0-1 0,-1 1 0,1-1 0,0 0 0,-1 1 0,1-1 0,-1 0 0,1 0 0,-1 0 0,0 0 0,-2 1 0,2-2 0,1 1 0,-1-1 0,0 1 0,1-1 0,-1 0 0,0 0 0,1 0 0,-1 0 0,0 0 0,1 0 0,-1 0 0,0-1 0,1 1 0,-1 0 0,1-1 0,-1 1 0,1-1 0,-1 0 0,1 0 0,-1 1 0,1-1 0,-1 0 0,1 0 0,0 0 0,0-1 0,0 1 0,-1 0 0,1 0 0,0-1 0,0 1 0,1 0 0,-1-1 0,0 1 0,0-1 0,1 1 0,-1-1 0,1 0 0,-1 1 0,1-1 0,0 1 0,0-1 0,-1 0 0,1 1 0,0-1 0,0 0 0,1 1 0,-1-3 0,0 1 0,0 1 0,0-1 0,0 1 0,0-1 0,1 0 0,-1 1 0,1-1 0,0 1 0,-1-1 0,1 1 0,0 0 0,0-1 0,1 1 0,-1 0 0,0 0 0,1 0 0,-1 0 0,1 0 0,0 0 0,0 0 0,0 0 0,0 0 0,0 1 0,0-1 0,0 1 0,0 0 0,1 0 0,-1 0 0,0 0 0,1 0 0,3-1 0,-6 2-38,1 0 0,0 0 0,0 0 1,-1 0-1,1 0 0,0 0 0,-1 0 0,1 1 0,0-1 0,0 0 0,-1 0 0,1 1 0,0-1 0,-1 0 0,1 1 0,-1-1 1,1 1-1,0-1 0,-1 0 0,1 1 0,-1-1 0,1 1 0,-1 0 0,1-1 0,-1 1 0,0-1 0,1 1 0,-1 0 0,0-1 1,1 1-1,-1 0 0,0-1 0,0 1 0,0 0 0,1 1 0,-1 7-6788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7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203 111 24575,'-3'2'0,"0"0"0,-1 0 0,1-1 0,-1 1 0,0-1 0,1 0 0,-1 0 0,0 0 0,0 0 0,0-1 0,0 0 0,0 1 0,-4-2 0,-54-2 0,60 3 0,2 0 0,-1 0 0,1 0 0,-1 0 0,1 0 0,-1 0 0,0 0 0,1 0 0,-1 0 0,1 0 0,-1 0 0,0 0 0,1 0 0,-1 0 0,1 0 0,-1 0 0,1-1 0,-1 1 0,1 0 0,-1 0 0,0-1 0,1 1 0,0 0 0,-1-1 0,1 1 0,-1-1 0,1 1 0,-1 0 0,1-1 0,0 1 0,-1-1 0,1 1 0,0-1 0,0 0 0,-1 1 0,1-1 0,0 1 0,0-1 0,0 1 0,-1-1 0,1 0 0,0 1 0,0-1 0,0 1 0,0-1 0,0 1 0,0-1 0,1 0 0,-1 1 0,0-1 0,0 1 0,0-1 0,0 0 0,1 1 0,-1-1 0,0 1 0,1-1 0,-1 1 0,0-1 0,1 1 0,-1 0 0,0-1 0,1 1 0,-1-1 0,1 1 0,-1 0 0,1-1 0,-1 1 0,1 0 0,0-1 0,3-2 0,0-1 0,-1 1 0,1 1 0,0-1 0,1 0 0,-1 1 0,7-3 0,77-11 0,-82 15 0,0 1 0,1 0 0,-1-1 0,0 2 0,1-1 0,-1 1 0,0 0 0,0 0 0,0 1 0,0 0 0,11 4 0,-15-4 0,0-1 0,0 1 0,0 0 0,-1-1 0,1 1 0,0 0 0,-1 0 0,0 0 0,1 0 0,-1 0 0,0 0 0,0 1 0,0-1 0,0 0 0,0 1 0,-1-1 0,1 0 0,-1 1 0,1 4 0,-1-6 0,0 1 0,0-1 0,0 0 0,-1 1 0,1-1 0,0 0 0,0 0 0,-1 1 0,1-1 0,-1 0 0,1 0 0,-1 1 0,0-1 0,1 0 0,-1 0 0,0 0 0,0 0 0,0 0 0,0 0 0,0 0 0,0 0 0,0 0 0,0-1 0,0 1 0,0 0 0,0-1 0,0 1 0,-1-1 0,1 1 0,0-1 0,0 1 0,-1-1 0,1 0 0,0 0 0,-1 0 0,-1 0 0,-38 2 0,-49-6 0,89 4 0,0 0 0,-1 0 0,1 0 0,0-1 0,0 1 0,0 0 0,0-1 0,0 1 0,0-1 0,0 1 0,0-1 0,0 0 0,0 1 0,0-1 0,0 0 0,0 0 0,0 1 0,0-1 0,1 0 0,-1 0 0,0 0 0,1 0 0,-1 0 0,0 0 0,1 0 0,0-1 0,-1 1 0,1 0 0,0 0 0,-1 0 0,1 0 0,0 0 0,0-1 0,0 1 0,0 0 0,0 0 0,0 0 0,0-1 0,1 1 0,-1 0 0,0 0 0,1 0 0,-1 0 0,1-2 0,0 0 0,0-1 0,1 1 0,-1 0 0,1-1 0,-1 1 0,1 0 0,0 0 0,0 0 0,1 0 0,-1 0 0,0 1 0,1-1 0,5-3 0,4 2 0,1 0 0,-1 1 0,1 1 0,0 0 0,0 1 0,0 0 0,0 1 0,0 1 0,22 3 0,-23-3 0,-11-1 0,0 0 0,0 0 0,0 0 0,0 0 0,0 0 0,0 0 0,0 0 0,0 0 0,0 1 0,0-1 0,0 0 0,0 1 0,0-1 0,0 1 0,0-1 0,0 1 0,0-1 0,0 1 0,-1 0 0,1 0 0,0-1 0,0 1 0,-1 0 0,1 0 0,-1 0 0,1-1 0,-1 1 0,1 0 0,-1 0 0,1 0 0,-1 0 0,0 0 0,1 0 0,-1 0 0,0 0 0,0 0 0,0 0 0,0 0 0,0 0 0,0 0 0,0 0 0,0 0 0,0 0 0,0 0 0,-1 0 0,1 0 0,0 0 0,-2 2 0,1 1 0,-1-1 0,1 1 0,-1-1 0,0 0 0,-1 0 0,1 0 0,0 0 0,-1 0 0,1 0 0,-1-1 0,0 1 0,-5 3 0,-66 24 0,68-27 0,0-1 0,-1-1 0,0 1 0,1-1 0,-1 0 0,0 0 0,1-1 0,-1 0 0,-10-1 0,16 1 0,1 0 0,0 0 0,-1 0 0,1 0 0,-1 0 0,1 0 0,0-1 0,-1 1 0,1 0 0,0 0 0,-1 0 0,1 0 0,0 0 0,-1-1 0,1 1 0,0 0 0,-1 0 0,1 0 0,0-1 0,-1 1 0,1 0 0,0-1 0,0 1 0,-1 0 0,1-1 0,0 1 0,0 0 0,0-1 0,0 1 0,-1 0 0,1-1 0,0 1 0,0 0 0,0-1 0,0 1 0,0-1 0,0 1 0,0 0 0,0-1 0,0 1 0,0-1 0,15-14 0,24-5 0,-13 12 0,1 2 0,53-7 0,-79 13 0,-1 0 0,0 0 0,0 0 0,1 0 0,-1 0 0,0 0 0,1 0 0,-1 0 0,0 0 0,0 0 0,1 0 0,-1 0 0,0 0 0,1 0 0,-1 0 0,0 0 0,0 0 0,1 0 0,-1 1 0,0-1 0,0 0 0,1 0 0,-1 0 0,0 0 0,0 0 0,1 1 0,-1-1 0,0 0 0,0 0 0,0 1 0,1-1 0,-1 0 0,0 0 0,0 1 0,0-1 0,0 0 0,0 0 0,0 1 0,1-1 0,-1 0 0,0 1 0,0-1 0,0 1 0,-8 15 0,-23 22 0,26-32 0,2-3 0,0 0 0,0 0 0,0 0 0,-1-1 0,1 0 0,-1 1 0,1-1 0,-1 0 0,0-1 0,0 1 0,0-1 0,0 0 0,0 0 0,0 0 0,-8 1 0,-4-2 0,-1 1 0,-27-5 0,33 3 0,5 0 0,1-1 0,-1 0 0,1 0 0,0 0 0,0-1 0,-1 0 0,2 0 0,-1 0 0,0-1 0,-4-4 0,-43-44 0,47 46 0,1 1 0,0-1 0,0 0 0,1 0 0,-1 0 0,1 0 0,-3-13 0,5 18 0,1 0 0,0-1 0,0 1 0,-1 0 0,1-1 0,0 1 0,0 0 0,0-1 0,1 1 0,-1-1 0,0 1 0,0 0 0,1-1 0,-1 1 0,1 0 0,-1 0 0,1-1 0,0 1 0,-1 0 0,1 0 0,0 0 0,0 0 0,0 0 0,0 0 0,0 0 0,0 0 0,0 0 0,0 0 0,0 0 0,0 1 0,1-1 0,-1 0 0,0 1 0,0-1 0,1 1 0,-1 0 0,0-1 0,1 1 0,-1 0 0,0 0 0,1-1 0,-1 1 0,1 1 0,-1-1 0,2 0 0,75-1 0,-47 3 0,-31-2 0,0 0 0,0 0 0,-1 0 0,1 0 0,0 0 0,0 1 0,0-1 0,0 0 0,0 0 0,0 0 0,0 0 0,0 0 0,0 0 0,0 0 0,0 1 0,0-1 0,0 0 0,0 0 0,0 0 0,1 0 0,-1 0 0,-17 3 0,5-2 0,1 1 0,0 0 0,-1 0 0,1 2 0,-17 6 0,25-9 0,1 1 0,-1 0 0,0 0 0,1 0 0,-1 0 0,1 0 0,0 0 0,0 0 0,0 1 0,0-1 0,0 1 0,0 0 0,1 0 0,-1-1 0,1 1 0,0 0 0,0 0 0,0 0 0,0 0 0,0 0 0,1 1 0,-1-1 0,1 0 0,0 0 0,0 4 0,0-4 0,0 1 0,0 0 0,0-1 0,0 1 0,1 0 0,-1-1 0,1 1 0,0 0 0,0-1 0,0 1 0,1-1 0,-1 0 0,1 1 0,0-1 0,0 0 0,0 0 0,0 0 0,1 0 0,2 2 0,-1-2 0,1-1 0,-1 1 0,1-1 0,-1 0 0,1-1 0,-1 1 0,1-1 0,0 0 0,0 0 0,0 0 0,0-1 0,0 0 0,9 0 0,48 2 0,-40-1 0,0 0 0,-1-1 0,1-2 0,23-3 0,-42 4 0,1 0 0,-1 0 0,0 0 0,1-1 0,-1 1 0,0-1 0,0 0 0,0 0 0,0 0 0,-1 0 0,1 0 0,0-1 0,-1 1 0,1-1 0,-1 0 0,0 1 0,2-5 0,-14 10 0,-11 9 0,11-6 0,-5 0 0,1-1 0,-1 0 0,0-1 0,0 0 0,0-2 0,-1 1 0,-24-1 0,32-1 0,0 0-1365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24575,'0'-2'0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8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9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0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4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33 24575,'-9'0'0,"-1"0"0,1 0 0,0 1 0,0 1 0,0-1 0,-9 4 0,15-4 0,1 0 0,0 0 0,0 0 0,0 0 0,0 0 0,0 1 0,0-1 0,0 1 0,0-1 0,1 1 0,-1 0 0,0 0 0,1-1 0,0 1 0,-1 0 0,1 1 0,0-1 0,0 0 0,0 0 0,0 0 0,0 1 0,1-1 0,-1 0 0,1 1 0,-1-1 0,1 0 0,0 1 0,0 2 0,-1 6 0,0-1 0,-1 0 0,0 1 0,-6 15 0,5-19 0,0 1 0,1 0 0,0-1 0,1 1 0,-1 0 0,2 0 0,-1 0 0,2 14 0,-1-20 0,0 0 0,1 0 0,0-1 0,-1 1 0,1 0 0,0 0 0,0-1 0,0 1 0,0-1 0,0 1 0,1-1 0,-1 1 0,0-1 0,1 0 0,-1 1 0,1-1 0,-1 0 0,1 0 0,2 1 0,1 0 0,0 0 0,0 0 0,0 0 0,1-1 0,-1 0 0,11 1 0,-2-1 0,1-1 0,-1 0 0,1-1 0,20-5 0,-30 5 0,0-1 0,1 0 0,-1-1 0,0 1 0,0-1 0,0 0 0,0-1 0,-1 1 0,1-1 0,-1 1 0,0-1 0,0-1 0,0 1 0,-1-1 0,0 1 0,1-1 0,-1 0 0,-1 0 0,1 0 0,-1 0 0,0-1 0,1-6 0,-2 9 0,0 0 0,0-1 0,0 1 0,-1-1 0,0 1 0,0-1 0,0 1 0,0-1 0,0 1 0,-1 0 0,1-1 0,-1 1 0,0-1 0,0 1 0,0 0 0,-1 0 0,1-1 0,-1 1 0,0 0 0,0 0 0,0 1 0,0-1 0,0 0 0,0 1 0,-1-1 0,0 1 0,1 0 0,-1 0 0,0 0 0,0 0 0,0 0 0,0 1 0,0-1 0,0 1 0,-1 0 0,1 0 0,-5-1 0,5 1 0,0 0 0,1 1 0,-1-1 0,0 1 0,0-1 0,0 1 0,0 0 0,0 0 0,0 0 0,0 1 0,0-1 0,1 1 0,-1-1 0,0 1 0,0 0 0,0 0 0,1 0 0,-1 1 0,1-1 0,-1 1 0,1-1 0,-1 1 0,1 0 0,0 0 0,0 0 0,0 0 0,0 0 0,0 0 0,0 1 0,-2 4 0,1-1 0,0 1 0,0 0 0,1 0 0,0 0 0,0 0 0,1 0 0,0 0 0,0 1 0,1-1 0,0 0 0,1 12 0,-1-17 0,1-1 0,0 1 0,0 0 0,-1-1 0,1 1 0,0-1 0,0 0 0,0 1 0,1-1 0,-1 0 0,0 0 0,0 1 0,1-1 0,-1 0 0,0 0 0,1-1 0,-1 1 0,1 0 0,0 0 0,-1-1 0,1 1 0,-1-1 0,1 1 0,0-1 0,-1 0 0,1 1 0,0-1 0,0 0 0,-1 0 0,1 0 0,0-1 0,-1 1 0,3-1 0,-2 1 0,0 0 0,0 0 0,0 0 0,0 0 0,0 0 0,0-1 0,-1 1 0,1-1 0,0 1 0,0-1 0,0 0 0,-1 0 0,1 1 0,0-1 0,-1-1 0,1 1 0,0 0 0,-1 0 0,0-1 0,1 1 0,-1 0 0,0-1 0,0 1 0,0-1 0,0 0 0,0 1 0,0-1 0,0 0 0,0-2 0,0 4 0,-1-1 0,0 1 0,0-1 0,0 1 0,0-1 0,0 0 0,0 1 0,0-1 0,0 1 0,0-1 0,0 1 0,-1-1 0,1 1 0,0-1 0,0 1 0,0-1 0,-1 1 0,1-1 0,0 1 0,0-1 0,-1 1 0,1 0 0,0-1 0,-1 1 0,1 0 0,-1-1 0,1 1 0,-1 0 0,1-1 0,0 1 0,-1 0 0,1 0 0,-2-1 0,-17 6 0,-16 21 0,33-22 0,-1-1 0,1 0 0,-1 0 0,0 0 0,0-1 0,0 1 0,0-1 0,0 1 0,-1-1 0,1 0 0,-1 0 0,1 0 0,-7 1 0,8-3 0,0 1 0,1-1 0,-1 0 0,0 0 0,1-1 0,-1 1 0,0 0 0,1 0 0,-1-1 0,0 1 0,1-1 0,-1 0 0,0 1 0,1-1 0,-1 0 0,1 0 0,0 0 0,-1 0 0,1 0 0,0 0 0,-1 0 0,1-1 0,0 1 0,0 0 0,0-1 0,0 1 0,0-1 0,0 1 0,1-1 0,-1 1 0,0-1 0,1 0 0,-1 1 0,1-1 0,-1-3 0,1-2 0,-1 0 0,1 0 0,0-1 0,1 1 0,0 0 0,0 0 0,0 0 0,1 0 0,0 0 0,5-12 0,2-10 0,-6 18 0,6-23 0,-9 33 0,0 0 0,1 0 0,-1 0 0,1 1 0,-1-1 0,1 0 0,-1 0 0,1 0 0,0 1 0,-1-1 0,1 0 0,0 0 0,0 1 0,-1-1 0,1 1 0,0-1 0,0 1 0,0-1 0,0 1 0,0-1 0,0 1 0,0 0 0,0 0 0,0-1 0,0 1 0,0 0 0,0 0 0,1 0 0,-47 23 0,41-21 0,0-1 0,0 1 0,0 1 0,1-1 0,-1 0 0,1 1 0,0 0 0,0 0 0,0 0 0,0 0 0,0 0 0,1 1 0,-1-1 0,1 1 0,0-1 0,0 1 0,0 0 0,1 0 0,-1 0 0,0 5 0,1-3 0,-1 1 0,1-1 0,1 1 0,-1 0 0,1 0 0,0-1 0,1 1 0,0 0 0,0-1 0,0 1 0,1 0 0,3 8 0,-3-11 0,0-1 0,1 1 0,0-1 0,-1 1 0,1-1 0,1 0 0,-1 0 0,0 0 0,1 0 0,0-1 0,-1 1 0,1-1 0,0 0 0,0 0 0,0 0 0,1-1 0,-1 0 0,0 1 0,0-1 0,1-1 0,4 1 0,-1 1 0,0 0 0,1 1 0,-2-1 0,13 7 0,-19-9 0,-1 1 0,1-1 0,-1 0 0,0 0 0,1 0 0,-1 1 0,0-1 0,1 0 0,-1 0 0,0 1 0,0-1 0,1 0 0,-1 1 0,0-1 0,0 0 0,1 1 0,-1-1 0,0 0 0,0 1 0,0-1 0,0 0 0,1 1 0,-1-1 0,0 1 0,0-1 0,0 0 0,0 1 0,0-1 0,0 1 0,0-1 0,0 0 0,0 1 0,0-1 0,0 1 0,-1-1 0,1 0 0,0 1 0,0-1 0,0 1 0,0-1 0,-1 0 0,1 1 0,0-1 0,0 0 0,-1 0 0,1 1 0,0-1 0,0 0 0,-1 1 0,1-1 0,0 0 0,-1 1 0,-3 5 0,17-1 0,-5-3 0,1-1 0,0-1 0,-1 1 0,1-2 0,0 1 0,-1-1 0,1 0 0,-1-1 0,1 0 0,-1 0 0,15-7 0,-18 6 0,0 0 0,0 0 0,0 0 0,0-1 0,0 1 0,-1-1 0,1 0 0,-1-1 0,0 1 0,-1-1 0,1 0 0,-1 0 0,0 0 0,0 0 0,0-1 0,-1 1 0,3-11 0,-4 15 0,-1 1 0,0 0 0,0-1 0,0 1 0,0-1 0,0 1 0,0-1 0,0 1 0,0 0 0,0-1 0,0 1 0,0-1 0,0 1 0,0-1 0,-1 1 0,1 0 0,0-1 0,0 1 0,0-1 0,0 1 0,-1 0 0,1-1 0,0 1 0,-1 0 0,1-1 0,0 1 0,0 0 0,-1-1 0,1 1 0,0 0 0,-1 0 0,1-1 0,-1 1 0,-19-4 0,-20 9 0,38-5 0,-1 1 0,1 0 0,-1 0 0,1 0 0,-1 0 0,1 0 0,0 0 0,0 1 0,-1-1 0,1 1 0,0 0 0,1-1 0,-1 1 0,0 0 0,0 0 0,1 0 0,-3 5 0,3-6 0,1-1 0,0 1 0,0-1 0,0 1 0,0-1 0,0 1 0,0-1 0,0 1 0,0-1 0,0 1 0,0 0 0,0-1 0,0 1 0,0-1 0,0 1 0,1-1 0,-1 1 0,0-1 0,0 1 0,1-1 0,-1 1 0,0-1 0,1 1 0,-1-1 0,0 1 0,1-1 0,-1 0 0,1 1 0,1 0 0,0 0 0,0 0 0,0 0 0,0 0 0,0-1 0,0 1 0,0-1 0,0 1 0,1-1 0,-1 0 0,4 0 0,-4 0 0,0 0 0,0 0 0,0 0 0,0 0 0,-1 0 0,1-1 0,0 1 0,0-1 0,0 1 0,0-1 0,-1 0 0,1 0 0,0 1 0,-1-1 0,1-1 0,-1 1 0,1 0 0,-1 0 0,1 0 0,-1-1 0,2-2 0,-1 1 0,-1 0 0,1 0 0,-1 0 0,0 0 0,0-1 0,0 1 0,0 0 0,0-1 0,-1 1 0,0-1 0,1-3 0,-2-12 0,-1 0 0,-1 1 0,-8-31 0,8 35 0,2 10 0,0-1 0,1 1 0,-2-1 0,1 1 0,-1 0 0,1 0 0,-1 0 0,0 0 0,-1 0 0,1 0 0,-1 0 0,1 0 0,-1 1 0,0 0 0,0-1 0,-1 1 0,1 0 0,-1 1 0,0-1 0,1 1 0,-1-1 0,0 1 0,0 0 0,-1 1 0,1-1 0,0 1 0,-1-1 0,1 1 0,0 1 0,-1-1 0,-8 0 0,75 3 0,-58-2 0,0 0 0,0 1 0,1-1 0,-1 1 0,0 0 0,0 1 0,0-1 0,0 0 0,0 1 0,0 0 0,0 0 0,-1 0 0,1 1 0,-1-1 0,1 1 0,-1 0 0,0 0 0,0 0 0,0 0 0,-1 0 0,1 1 0,3 6 0,-5-6 0,0 1 0,0-1 0,-1 1 0,1-1 0,-1 1 0,0 0 0,0-1 0,-1 1 0,1 0 0,-1-1 0,0 1 0,0-1 0,-1 0 0,1 1 0,-1-1 0,0 0 0,0 0 0,-1 0 0,1 0 0,-1 0 0,0-1 0,-5 6 0,4-4 0,-1-1 0,1 0 0,-1 0 0,0 0 0,0-1 0,-1 1 0,1-1 0,-1 0 0,0-1 0,0 0 0,0 1 0,0-2 0,0 1 0,0-1 0,0 0 0,-8 0 0,11-1 0,0-1 0,0 0 0,0 0 0,0 0 0,1 0 0,-1-1 0,0 1 0,1-1 0,-1 0 0,1 1 0,-1-1 0,1 0 0,0 0 0,0-1 0,0 1 0,0 0 0,0-1 0,1 1 0,-3-5 0,2 5 0,1 0 0,-1-1 0,1 1 0,0 0 0,0-1 0,0 1 0,0 0 0,0-1 0,1 0 0,-1 1 0,1-1 0,0 1 0,-1-1 0,1 0 0,0 1 0,1-1 0,-1 1 0,0-1 0,1 0 0,-1 1 0,1-1 0,2-4 0,-3 7 0,0 0 0,0-1 0,0 1 0,0 0 0,0-1 0,0 1 0,1-1 0,-1 1 0,0 0 0,0-1 0,0 1 0,1 0 0,-1 0 0,0-1 0,0 1 0,1 0 0,-1-1 0,0 1 0,1 0 0,-1 0 0,0 0 0,1-1 0,-1 1 0,0 0 0,1 0 0,-1 0 0,0 0 0,1 0 0,-1 0 0,1 0 0,-1 0 0,0 0 0,1 0 0,-1 0 0,1 0 0,-1 0 0,0 0 0,1 0 0,-1 0 0,0 0 0,1 0 0,-1 0 0,0 1 0,1-1 0,-1 0 0,0 0 0,1 0 0,-1 1 0,0-1 0,1 0 0,-1 0 0,0 1 0,0-1 0,1 0 0,-1 1 0,0-1 0,0 0 0,0 1 0,1-1 0,-1 0 0,0 1 0,0-1 0,0 0 0,0 1 0,1 1 0,-1-1 0,0 1 0,1-1 0,-1 1 0,0-1 0,0 1 0,0-1 0,0 1 0,0 0 0,-1-1 0,1 1 0,0-1 0,-1 1 0,1-1 0,-1 1 0,1-1 0,-2 3 0,-2 0 0,0 0 0,0 1 0,0-1 0,-1-1 0,0 1 0,1-1 0,-1 1 0,0-1 0,-1-1 0,-9 5 0,-24 13 0,38-19 2,0 0-1,0 0 1,-1-1 0,1 2-1,0-1 1,0 0-1,0 0 1,0 0 0,1 0-1,-1 1 1,0-1-1,0 0 1,1 1 0,-1-1-1,0 0 1,1 1-1,0-1 1,-1 1 0,1-1-1,0 1 1,0-1-1,0 1 1,0 1 0,10 35-189,-3-17-1030,-5-9-5609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5:57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309 123 24575,'-62'2'0,"37"0"0,0-1 0,0-1 0,-43-7 0,62 5 0,-1-1 0,1 1 0,-1-1 0,1-1 0,0 1 0,1-1 0,-1 0 0,1-1 0,-6-4 0,7 6 0,1 0 0,0-1 0,-1 1 0,2 0 0,-1-1 0,0 0 0,1 0 0,-1 0 0,1 0 0,0 0 0,1 0 0,-1 0 0,1 0 0,-2-9 0,3 12 0,0 0 0,1 0 0,-1 0 0,1 0 0,-1 0 0,1 1 0,-1-1 0,1 0 0,0 0 0,-1 0 0,1 1 0,0-1 0,-1 0 0,1 1 0,0-1 0,0 1 0,0-1 0,0 1 0,0-1 0,-1 1 0,1 0 0,0-1 0,0 1 0,0 0 0,0 0 0,0 0 0,0 0 0,0 0 0,0 0 0,0 0 0,2 0 0,41 1 0,-34 0 0,85-2 0,39 3 0,-132-2 0,0 0 0,0 1 0,0-1 0,0 0 0,0 1 0,0 0 0,0-1 0,0 1 0,0 0 0,0 0 0,0 0 0,-1 0 0,1 1 0,0-1 0,-1 0 0,1 1 0,-1-1 0,0 1 0,1-1 0,-1 1 0,0 0 0,0-1 0,0 1 0,0 0 0,0 0 0,0 0 0,-1 0 0,1 0 0,-1 0 0,1 0 0,-1 0 0,0 0 0,0 0 0,1 0 0,-2 3 0,1-2 0,0 1 0,0-1 0,-1 0 0,0 1 0,1-1 0,-1 0 0,0 0 0,-1 1 0,1-1 0,0 0 0,-1 0 0,0 0 0,0 0 0,0-1 0,0 1 0,0 0 0,0-1 0,-1 0 0,1 1 0,-1-1 0,-3 2 0,-10 4 0,-1-1 0,0-1 0,0 0 0,-1-1 0,1-1 0,-1-1 0,0 0 0,0-1 0,-33-1 0,46-3 0,0 1 0,0-1 0,0 0 0,0 0 0,1 0 0,-1-1 0,1 0 0,-1 0 0,1 0 0,0 0 0,-6-7 0,8 8 0,0 0 0,1 1 0,-1-1 0,1 0 0,0 0 0,-1 0 0,1 0 0,0 0 0,0 0 0,1-1 0,-1 1 0,-1-4 0,2 4 0,0 1 0,0 0 0,1 0 0,-1-1 0,0 1 0,0 0 0,1 0 0,-1 0 0,1-1 0,-1 1 0,1 0 0,-1 0 0,1 0 0,0 0 0,-1 0 0,1 0 0,0 0 0,0 0 0,0 0 0,0 0 0,0 1 0,0-1 0,0 0 0,0 0 0,1 0 0,7-1 0,-1-1 0,0 1 0,1 1 0,-1 0 0,1 0 0,0 1 0,-1-1 0,1 2 0,-1 0 0,11 1 0,19 1 0,9-5 0,-30 1 0,-1 0 0,1 1 0,0 1 0,25 4 0,-45-2 0,-15 3 0,-20 2 0,-6 5 0,43-12 0,1-1 0,-1 0 0,0 1 0,1-1 0,-1 0 0,0 1 0,1-1 0,-1 1 0,1-1 0,-1 1 0,1-1 0,-1 1 0,1 0 0,-1-1 0,1 1 0,-1 0 0,1-1 0,0 1 0,-1 0 0,1-1 0,0 2 0,0-1 0,0 0 0,1 0 0,-1-1 0,1 1 0,-1 0 0,1 0 0,-1 0 0,1-1 0,-1 1 0,1 0 0,0-1 0,-1 1 0,1 0 0,0-1 0,0 1 0,0-1 0,-1 1 0,1-1 0,0 0 0,0 1 0,0-1 0,2 1 0,-1 0 0,1-1 0,0 1 0,0 0 0,-1-1 0,1 0 0,0 1 0,0-1 0,0 0 0,-1-1 0,1 1 0,0 0 0,0-1 0,-1 0 0,1 1 0,0-1 0,-1 0 0,4-2 0,18-4 0,-61 17 0,-58 25 0,75-28 0,20-7 0,1 0 0,-1 1 0,0-1 0,0 0 0,0 0 0,0 0 0,0 0 0,0 0 0,0 0 0,0 0 0,0 0 0,0 0 0,0 0 0,0 0 0,0 0 0,0 0 0,0 0 0,0 0 0,0 1 0,0-1 0,0 0 0,0 0 0,0 0 0,0 0 0,0 0 0,0 0 0,0 0 0,0 0 0,0 0 0,0 0 0,0 0 0,0 0 0,0 1 0,0-1 0,0 0 0,0 0 0,0 0 0,0 0 0,0 0 0,0 0 0,0 0 0,0 0 0,0 0 0,0 0 0,-1 0 0,1 0 0,15 1 0,21-6 0,-29 3 0,0 0 0,0 0 0,0-1 0,-1 0 0,1-1 0,-1 0 0,0 0 0,0 0 0,0 0 0,0-1 0,-1 0 0,1 0 0,-1-1 0,-1 1 0,6-9 0,11-14-1365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26T08:36:0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24575,'-3'3'0,"0"0"0,0-1 0,0 1 0,-1-1 0,1 0 0,-1 0 0,0 0 0,1 0 0,-1 0 0,-6 1 0,1 1 0,-50 13 119,48-15-490,1 0 0,0 1 0,-19 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9773D-0B00-42C4-9283-EC7ED65880FF}" type="datetimeFigureOut">
              <a:rPr lang="ko-KR" altLang="en-US" smtClean="0"/>
              <a:t>2024-03-27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A23D8-3BF0-4934-B638-A14C439F76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5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099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A23D8-3BF0-4934-B638-A14C439F768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989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9.png"/><Relationship Id="rId18" Type="http://schemas.openxmlformats.org/officeDocument/2006/relationships/image" Target="../media/image21.png"/><Relationship Id="rId26" Type="http://schemas.openxmlformats.org/officeDocument/2006/relationships/customXml" Target="../ink/ink12.xml"/><Relationship Id="rId3" Type="http://schemas.openxmlformats.org/officeDocument/2006/relationships/image" Target="../media/image1.png"/><Relationship Id="rId21" Type="http://schemas.openxmlformats.org/officeDocument/2006/relationships/image" Target="../media/image22.png"/><Relationship Id="rId7" Type="http://schemas.openxmlformats.org/officeDocument/2006/relationships/image" Target="../media/image16.png"/><Relationship Id="rId12" Type="http://schemas.openxmlformats.org/officeDocument/2006/relationships/customXml" Target="../ink/ink4.xml"/><Relationship Id="rId17" Type="http://schemas.openxmlformats.org/officeDocument/2006/relationships/customXml" Target="../ink/ink7.xml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6.xml"/><Relationship Id="rId20" Type="http://schemas.openxmlformats.org/officeDocument/2006/relationships/customXml" Target="../ink/ink9.xml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18.png"/><Relationship Id="rId24" Type="http://schemas.openxmlformats.org/officeDocument/2006/relationships/customXml" Target="../ink/ink11.xml"/><Relationship Id="rId5" Type="http://schemas.openxmlformats.org/officeDocument/2006/relationships/image" Target="../media/image7.svg"/><Relationship Id="rId15" Type="http://schemas.openxmlformats.org/officeDocument/2006/relationships/image" Target="../media/image20.png"/><Relationship Id="rId23" Type="http://schemas.openxmlformats.org/officeDocument/2006/relationships/image" Target="../media/image23.png"/><Relationship Id="rId28" Type="http://schemas.openxmlformats.org/officeDocument/2006/relationships/customXml" Target="../ink/ink13.xml"/><Relationship Id="rId10" Type="http://schemas.openxmlformats.org/officeDocument/2006/relationships/customXml" Target="../ink/ink3.xml"/><Relationship Id="rId19" Type="http://schemas.openxmlformats.org/officeDocument/2006/relationships/customXml" Target="../ink/ink8.xml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4" Type="http://schemas.openxmlformats.org/officeDocument/2006/relationships/customXml" Target="../ink/ink5.xml"/><Relationship Id="rId22" Type="http://schemas.openxmlformats.org/officeDocument/2006/relationships/customXml" Target="../ink/ink10.xml"/><Relationship Id="rId27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customXml" Target="../ink/ink18.xml"/><Relationship Id="rId18" Type="http://schemas.openxmlformats.org/officeDocument/2006/relationships/image" Target="../media/image17.png"/><Relationship Id="rId26" Type="http://schemas.openxmlformats.org/officeDocument/2006/relationships/customXml" Target="../ink/ink26.xml"/><Relationship Id="rId3" Type="http://schemas.openxmlformats.org/officeDocument/2006/relationships/image" Target="../media/image6.png"/><Relationship Id="rId21" Type="http://schemas.openxmlformats.org/officeDocument/2006/relationships/customXml" Target="../ink/ink23.xml"/><Relationship Id="rId7" Type="http://schemas.openxmlformats.org/officeDocument/2006/relationships/customXml" Target="../ink/ink15.xml"/><Relationship Id="rId12" Type="http://schemas.openxmlformats.org/officeDocument/2006/relationships/image" Target="../media/image620.png"/><Relationship Id="rId17" Type="http://schemas.openxmlformats.org/officeDocument/2006/relationships/customXml" Target="../ink/ink20.xml"/><Relationship Id="rId25" Type="http://schemas.openxmlformats.org/officeDocument/2006/relationships/image" Target="../media/image66.png"/><Relationship Id="rId2" Type="http://schemas.openxmlformats.org/officeDocument/2006/relationships/image" Target="../media/image1.png"/><Relationship Id="rId16" Type="http://schemas.openxmlformats.org/officeDocument/2006/relationships/image" Target="../media/image64.png"/><Relationship Id="rId20" Type="http://schemas.openxmlformats.org/officeDocument/2006/relationships/customXml" Target="../ink/ink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customXml" Target="../ink/ink17.xml"/><Relationship Id="rId24" Type="http://schemas.openxmlformats.org/officeDocument/2006/relationships/customXml" Target="../ink/ink25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23" Type="http://schemas.openxmlformats.org/officeDocument/2006/relationships/image" Target="../media/image65.png"/><Relationship Id="rId10" Type="http://schemas.openxmlformats.org/officeDocument/2006/relationships/image" Target="../media/image610.png"/><Relationship Id="rId19" Type="http://schemas.openxmlformats.org/officeDocument/2006/relationships/customXml" Target="../ink/ink21.xml"/><Relationship Id="rId4" Type="http://schemas.openxmlformats.org/officeDocument/2006/relationships/image" Target="../media/image7.svg"/><Relationship Id="rId9" Type="http://schemas.openxmlformats.org/officeDocument/2006/relationships/customXml" Target="../ink/ink16.xml"/><Relationship Id="rId14" Type="http://schemas.openxmlformats.org/officeDocument/2006/relationships/image" Target="../media/image630.png"/><Relationship Id="rId22" Type="http://schemas.openxmlformats.org/officeDocument/2006/relationships/customXml" Target="../ink/ink24.xml"/><Relationship Id="rId27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1315441"/>
            <a:ext cx="9009410" cy="6082798"/>
            <a:chOff x="0" y="0"/>
            <a:chExt cx="3286657" cy="221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6657" cy="2219021"/>
            </a:xfrm>
            <a:custGeom>
              <a:avLst/>
              <a:gdLst/>
              <a:ahLst/>
              <a:cxnLst/>
              <a:rect l="l" t="t" r="r" b="b"/>
              <a:pathLst>
                <a:path w="3286657" h="2219021">
                  <a:moveTo>
                    <a:pt x="0" y="0"/>
                  </a:moveTo>
                  <a:lnTo>
                    <a:pt x="3286657" y="0"/>
                  </a:lnTo>
                  <a:lnTo>
                    <a:pt x="3286657" y="2219021"/>
                  </a:lnTo>
                  <a:lnTo>
                    <a:pt x="0" y="221902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 flipH="1">
            <a:off x="-2156129" y="8872350"/>
            <a:ext cx="6662470" cy="1611106"/>
          </a:xfrm>
          <a:custGeom>
            <a:avLst/>
            <a:gdLst/>
            <a:ahLst/>
            <a:cxnLst/>
            <a:rect l="l" t="t" r="r" b="b"/>
            <a:pathLst>
              <a:path w="6662470" h="1611106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791434" y="-196457"/>
            <a:ext cx="5652695" cy="1366924"/>
          </a:xfrm>
          <a:custGeom>
            <a:avLst/>
            <a:gdLst/>
            <a:ahLst/>
            <a:cxnLst/>
            <a:rect l="l" t="t" r="r" b="b"/>
            <a:pathLst>
              <a:path w="5652695" h="1366924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61150" y="1315441"/>
            <a:ext cx="7087021" cy="7701883"/>
            <a:chOff x="0" y="0"/>
            <a:chExt cx="2585364" cy="28096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85364" cy="2809668"/>
            </a:xfrm>
            <a:custGeom>
              <a:avLst/>
              <a:gdLst/>
              <a:ahLst/>
              <a:cxnLst/>
              <a:rect l="l" t="t" r="r" b="b"/>
              <a:pathLst>
                <a:path w="2585364" h="2809668">
                  <a:moveTo>
                    <a:pt x="0" y="0"/>
                  </a:moveTo>
                  <a:lnTo>
                    <a:pt x="2585364" y="0"/>
                  </a:lnTo>
                  <a:lnTo>
                    <a:pt x="2585364" y="2809668"/>
                  </a:lnTo>
                  <a:lnTo>
                    <a:pt x="0" y="2809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0692016" y="4401714"/>
            <a:ext cx="6225288" cy="3893634"/>
          </a:xfrm>
          <a:custGeom>
            <a:avLst/>
            <a:gdLst/>
            <a:ahLst/>
            <a:cxnLst/>
            <a:rect l="l" t="t" r="r" b="b"/>
            <a:pathLst>
              <a:path w="6225288" h="3893634">
                <a:moveTo>
                  <a:pt x="0" y="0"/>
                </a:moveTo>
                <a:lnTo>
                  <a:pt x="6225288" y="0"/>
                </a:lnTo>
                <a:lnTo>
                  <a:pt x="6225288" y="3893634"/>
                </a:lnTo>
                <a:lnTo>
                  <a:pt x="0" y="38936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100246" y="3001723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203414">
            <a:off x="11173930" y="3499519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05495" y="8090431"/>
            <a:ext cx="9009410" cy="926893"/>
            <a:chOff x="0" y="0"/>
            <a:chExt cx="3286657" cy="3381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86657" cy="338133"/>
            </a:xfrm>
            <a:custGeom>
              <a:avLst/>
              <a:gdLst/>
              <a:ahLst/>
              <a:cxnLst/>
              <a:rect l="l" t="t" r="r" b="b"/>
              <a:pathLst>
                <a:path w="3286657" h="338133">
                  <a:moveTo>
                    <a:pt x="0" y="0"/>
                  </a:moveTo>
                  <a:lnTo>
                    <a:pt x="3286657" y="0"/>
                  </a:lnTo>
                  <a:lnTo>
                    <a:pt x="3286657" y="338133"/>
                  </a:lnTo>
                  <a:lnTo>
                    <a:pt x="0" y="33813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175106" y="8371950"/>
            <a:ext cx="8616278" cy="293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000000"/>
                </a:solidFill>
                <a:latin typeface="Arita Dotum Medium"/>
                <a:ea typeface="Arita Dotum Medium"/>
              </a:rPr>
              <a:t>팀명</a:t>
            </a:r>
            <a:r>
              <a:rPr lang="en-US" sz="1800" dirty="0">
                <a:solidFill>
                  <a:srgbClr val="000000"/>
                </a:solidFill>
                <a:latin typeface="Arita Dotum Medium"/>
                <a:ea typeface="Arita Dotum Medium"/>
              </a:rPr>
              <a:t> : </a:t>
            </a:r>
            <a:r>
              <a:rPr lang="en-US" sz="1800" dirty="0" err="1">
                <a:solidFill>
                  <a:srgbClr val="000000"/>
                </a:solidFill>
                <a:latin typeface="Arita Dotum Medium"/>
                <a:ea typeface="Arita Dotum Medium"/>
              </a:rPr>
              <a:t>불사조</a:t>
            </a:r>
            <a:r>
              <a:rPr lang="en-US" sz="1800" dirty="0">
                <a:solidFill>
                  <a:srgbClr val="000000"/>
                </a:solidFill>
                <a:latin typeface="Arita Dotum Medium"/>
                <a:ea typeface="Arita Dotum Medium"/>
              </a:rPr>
              <a:t>                                                          </a:t>
            </a:r>
            <a:r>
              <a:rPr lang="en-US" sz="1800" dirty="0" err="1">
                <a:solidFill>
                  <a:srgbClr val="000000"/>
                </a:solidFill>
                <a:latin typeface="Arita Dotum Medium"/>
                <a:ea typeface="Arita Dotum Medium"/>
              </a:rPr>
              <a:t>팀원</a:t>
            </a:r>
            <a:r>
              <a:rPr lang="en-US" sz="1800" dirty="0">
                <a:solidFill>
                  <a:srgbClr val="000000"/>
                </a:solidFill>
                <a:latin typeface="Arita Dotum Medium"/>
                <a:ea typeface="Arita Dotum Medium"/>
              </a:rPr>
              <a:t> : </a:t>
            </a:r>
            <a:r>
              <a:rPr lang="en-US" sz="1800" dirty="0" err="1">
                <a:solidFill>
                  <a:srgbClr val="000000"/>
                </a:solidFill>
                <a:latin typeface="Arita Dotum Medium"/>
                <a:ea typeface="Arita Dotum Medium"/>
              </a:rPr>
              <a:t>지선영</a:t>
            </a:r>
            <a:r>
              <a:rPr lang="en-US" sz="1800" dirty="0">
                <a:solidFill>
                  <a:srgbClr val="000000"/>
                </a:solidFill>
                <a:latin typeface="Arita Dotum Medium"/>
                <a:ea typeface="Arita Dotum Medium"/>
              </a:rPr>
              <a:t>, </a:t>
            </a:r>
            <a:r>
              <a:rPr lang="en-US" altLang="ko-KR" sz="1800" dirty="0" err="1">
                <a:solidFill>
                  <a:srgbClr val="000000"/>
                </a:solidFill>
                <a:latin typeface="Arita Dotum Medium"/>
                <a:ea typeface="Arita Dotum Medium"/>
              </a:rPr>
              <a:t>김주희</a:t>
            </a:r>
            <a:r>
              <a:rPr lang="en-US" altLang="ko-KR" dirty="0">
                <a:solidFill>
                  <a:srgbClr val="000000"/>
                </a:solidFill>
                <a:latin typeface="Arita Dotum Medium"/>
                <a:ea typeface="Arita Dotum Medium"/>
              </a:rPr>
              <a:t>, </a:t>
            </a:r>
            <a:r>
              <a:rPr lang="en-US" altLang="ko-KR" sz="1800" dirty="0" err="1">
                <a:solidFill>
                  <a:srgbClr val="000000"/>
                </a:solidFill>
                <a:latin typeface="Arita Dotum Medium"/>
                <a:ea typeface="Arita Dotum Medium"/>
              </a:rPr>
              <a:t>윤상혁</a:t>
            </a:r>
            <a:r>
              <a:rPr lang="en-US" altLang="ko-KR" sz="1800" dirty="0">
                <a:solidFill>
                  <a:srgbClr val="000000"/>
                </a:solidFill>
                <a:latin typeface="Arita Dotum Medium"/>
                <a:ea typeface="Arita Dotum Medium"/>
              </a:rPr>
              <a:t>,</a:t>
            </a:r>
            <a:r>
              <a:rPr lang="en-US" altLang="ko-KR" dirty="0">
                <a:solidFill>
                  <a:srgbClr val="000000"/>
                </a:solidFill>
                <a:latin typeface="Arita Dotum Medium"/>
                <a:ea typeface="Arita Dotum Medium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rita Dotum Medium"/>
                <a:ea typeface="Arita Dotum Medium"/>
              </a:rPr>
              <a:t>장무옥</a:t>
            </a:r>
            <a:endParaRPr lang="en-US" sz="1800" dirty="0">
              <a:solidFill>
                <a:srgbClr val="000000"/>
              </a:solidFill>
              <a:latin typeface="Arita Dotum Medium"/>
              <a:ea typeface="Arita Dotum Medium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2690344" y="1991652"/>
            <a:ext cx="2228632" cy="1815322"/>
          </a:xfrm>
          <a:custGeom>
            <a:avLst/>
            <a:gdLst/>
            <a:ahLst/>
            <a:cxnLst/>
            <a:rect l="l" t="t" r="r" b="b"/>
            <a:pathLst>
              <a:path w="2228632" h="1815322">
                <a:moveTo>
                  <a:pt x="0" y="0"/>
                </a:moveTo>
                <a:lnTo>
                  <a:pt x="2228632" y="0"/>
                </a:lnTo>
                <a:lnTo>
                  <a:pt x="2228632" y="1815322"/>
                </a:lnTo>
                <a:lnTo>
                  <a:pt x="0" y="18153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437079" y="2889761"/>
            <a:ext cx="7946241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00"/>
              </a:lnSpc>
            </a:pPr>
            <a:r>
              <a:rPr lang="en-US" sz="6000" spc="72">
                <a:solidFill>
                  <a:srgbClr val="003EA8"/>
                </a:solidFill>
                <a:ea typeface="Arita Dotum Bold"/>
              </a:rPr>
              <a:t>파이썬 활용 </a:t>
            </a:r>
          </a:p>
          <a:p>
            <a:pPr>
              <a:lnSpc>
                <a:spcPts val="7200"/>
              </a:lnSpc>
            </a:pPr>
            <a:r>
              <a:rPr lang="en-US" sz="6000" spc="72">
                <a:solidFill>
                  <a:srgbClr val="003EA8"/>
                </a:solidFill>
                <a:ea typeface="Arita Dotum Bold"/>
              </a:rPr>
              <a:t>산업 현장 재해 발생 </a:t>
            </a:r>
          </a:p>
          <a:p>
            <a:pPr>
              <a:lnSpc>
                <a:spcPts val="7200"/>
              </a:lnSpc>
            </a:pPr>
            <a:r>
              <a:rPr lang="en-US" sz="6000" spc="72">
                <a:solidFill>
                  <a:srgbClr val="003EA8"/>
                </a:solidFill>
                <a:ea typeface="Arita Dotum Bold"/>
              </a:rPr>
              <a:t>데이터 가공 및 수집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7079" y="6164488"/>
            <a:ext cx="7946241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ea typeface="Arita Dotum Medium"/>
              </a:rPr>
              <a:t>서울특별시 서초구 다중 이용 시설 </a:t>
            </a:r>
          </a:p>
          <a:p>
            <a:pPr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ea typeface="Arita Dotum Medium"/>
              </a:rPr>
              <a:t>실내 공기질 측정 데이터 가공 및 수집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7079" y="1972602"/>
            <a:ext cx="2994312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00"/>
              </a:lnSpc>
            </a:pPr>
            <a:r>
              <a:rPr lang="en-US" sz="4500" spc="54">
                <a:solidFill>
                  <a:srgbClr val="003EA8"/>
                </a:solidFill>
                <a:latin typeface="Arita Dotum Bold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7714" y="657204"/>
            <a:ext cx="3778953" cy="1907038"/>
            <a:chOff x="0" y="0"/>
            <a:chExt cx="1378572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78572" cy="695693"/>
            </a:xfrm>
            <a:custGeom>
              <a:avLst/>
              <a:gdLst/>
              <a:ahLst/>
              <a:cxnLst/>
              <a:rect l="l" t="t" r="r" b="b"/>
              <a:pathLst>
                <a:path w="1378572" h="695693">
                  <a:moveTo>
                    <a:pt x="0" y="0"/>
                  </a:moveTo>
                  <a:lnTo>
                    <a:pt x="1378572" y="0"/>
                  </a:lnTo>
                  <a:lnTo>
                    <a:pt x="1378572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15398"/>
            <a:ext cx="3096294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003EA8"/>
                </a:solidFill>
                <a:ea typeface="Arita Dotum Bold"/>
              </a:rPr>
              <a:t>목차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49037" y="2929309"/>
            <a:ext cx="12929470" cy="6745738"/>
            <a:chOff x="0" y="0"/>
            <a:chExt cx="4716706" cy="24608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716706" cy="2460863"/>
            </a:xfrm>
            <a:custGeom>
              <a:avLst/>
              <a:gdLst/>
              <a:ahLst/>
              <a:cxnLst/>
              <a:rect l="l" t="t" r="r" b="b"/>
              <a:pathLst>
                <a:path w="4716706" h="2460863">
                  <a:moveTo>
                    <a:pt x="0" y="0"/>
                  </a:moveTo>
                  <a:lnTo>
                    <a:pt x="4716706" y="0"/>
                  </a:lnTo>
                  <a:lnTo>
                    <a:pt x="471670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60444" y="6103998"/>
            <a:ext cx="4791997" cy="4775719"/>
            <a:chOff x="0" y="0"/>
            <a:chExt cx="6389330" cy="6367625"/>
          </a:xfrm>
        </p:grpSpPr>
        <p:sp>
          <p:nvSpPr>
            <p:cNvPr id="10" name="Freeform 10"/>
            <p:cNvSpPr/>
            <p:nvPr/>
          </p:nvSpPr>
          <p:spPr>
            <a:xfrm>
              <a:off x="0" y="338421"/>
              <a:ext cx="6389330" cy="6029204"/>
            </a:xfrm>
            <a:custGeom>
              <a:avLst/>
              <a:gdLst/>
              <a:ahLst/>
              <a:cxnLst/>
              <a:rect l="l" t="t" r="r" b="b"/>
              <a:pathLst>
                <a:path w="6389330" h="6029204">
                  <a:moveTo>
                    <a:pt x="0" y="0"/>
                  </a:moveTo>
                  <a:lnTo>
                    <a:pt x="6389330" y="0"/>
                  </a:lnTo>
                  <a:lnTo>
                    <a:pt x="6389330" y="6029204"/>
                  </a:lnTo>
                  <a:lnTo>
                    <a:pt x="0" y="6029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203414">
              <a:off x="1228888" y="24588"/>
              <a:ext cx="868401" cy="1245020"/>
            </a:xfrm>
            <a:custGeom>
              <a:avLst/>
              <a:gdLst/>
              <a:ahLst/>
              <a:cxnLst/>
              <a:rect l="l" t="t" r="r" b="b"/>
              <a:pathLst>
                <a:path w="868401" h="1245020">
                  <a:moveTo>
                    <a:pt x="0" y="0"/>
                  </a:moveTo>
                  <a:lnTo>
                    <a:pt x="868401" y="0"/>
                  </a:lnTo>
                  <a:lnTo>
                    <a:pt x="868401" y="1245019"/>
                  </a:lnTo>
                  <a:lnTo>
                    <a:pt x="0" y="124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2148777" y="3211706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>
                <a:solidFill>
                  <a:srgbClr val="003EA8"/>
                </a:solidFill>
                <a:latin typeface="Arita Dotum Bold"/>
              </a:rPr>
              <a:t>1.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7103" y="3211706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>
                <a:solidFill>
                  <a:srgbClr val="003EA8"/>
                </a:solidFill>
                <a:latin typeface="Arita Dotum Bold"/>
              </a:rPr>
              <a:t>4.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48777" y="5668787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>
                <a:solidFill>
                  <a:srgbClr val="003EA8"/>
                </a:solidFill>
                <a:latin typeface="Arita Dotum Bold"/>
              </a:rPr>
              <a:t>2.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67103" y="5668787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>
                <a:solidFill>
                  <a:srgbClr val="003EA8"/>
                </a:solidFill>
                <a:latin typeface="Arita Dotum Bold"/>
              </a:rPr>
              <a:t>5.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48777" y="8125867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>
                <a:solidFill>
                  <a:srgbClr val="003EA8"/>
                </a:solidFill>
                <a:latin typeface="Arita Dotum Bold"/>
              </a:rPr>
              <a:t>3.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A94F43E6-C41A-46C2-8ADD-870914614A3E}"/>
              </a:ext>
            </a:extLst>
          </p:cNvPr>
          <p:cNvSpPr txBox="1"/>
          <p:nvPr/>
        </p:nvSpPr>
        <p:spPr>
          <a:xfrm>
            <a:off x="3214608" y="3358758"/>
            <a:ext cx="2245613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개요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D0740E96-5080-47BC-A5E4-935F6C2CCC0D}"/>
              </a:ext>
            </a:extLst>
          </p:cNvPr>
          <p:cNvSpPr txBox="1"/>
          <p:nvPr/>
        </p:nvSpPr>
        <p:spPr>
          <a:xfrm>
            <a:off x="3214608" y="5735879"/>
            <a:ext cx="2245613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팀 구성 및 역할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6092FAA9-FFBF-4E24-8732-1C4683A4EDF5}"/>
              </a:ext>
            </a:extLst>
          </p:cNvPr>
          <p:cNvSpPr txBox="1"/>
          <p:nvPr/>
        </p:nvSpPr>
        <p:spPr>
          <a:xfrm>
            <a:off x="3210216" y="8272919"/>
            <a:ext cx="2834682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수행 절차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8F39767F-594C-4A8F-A13D-F01D760B4703}"/>
              </a:ext>
            </a:extLst>
          </p:cNvPr>
          <p:cNvSpPr txBox="1"/>
          <p:nvPr/>
        </p:nvSpPr>
        <p:spPr>
          <a:xfrm>
            <a:off x="8923210" y="3358758"/>
            <a:ext cx="2944128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수행 결과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BABBE7F7-5BC8-464A-B53A-93AE4284617B}"/>
              </a:ext>
            </a:extLst>
          </p:cNvPr>
          <p:cNvSpPr txBox="1"/>
          <p:nvPr/>
        </p:nvSpPr>
        <p:spPr>
          <a:xfrm>
            <a:off x="8923210" y="5735879"/>
            <a:ext cx="3732616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자체 평가 의견 및 </a:t>
            </a:r>
            <a:r>
              <a:rPr lang="ko-KR" altLang="en-US" sz="2800" dirty="0" err="1">
                <a:solidFill>
                  <a:srgbClr val="003EA8"/>
                </a:solidFill>
                <a:ea typeface="Arita Dotum Bold"/>
              </a:rPr>
              <a:t>느낀점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437749"/>
            <a:ext cx="16230600" cy="1909230"/>
            <a:chOff x="0" y="0"/>
            <a:chExt cx="5920967" cy="6964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20967" cy="696492"/>
            </a:xfrm>
            <a:custGeom>
              <a:avLst/>
              <a:gdLst/>
              <a:ahLst/>
              <a:cxnLst/>
              <a:rect l="l" t="t" r="r" b="b"/>
              <a:pathLst>
                <a:path w="5920967" h="696492">
                  <a:moveTo>
                    <a:pt x="0" y="0"/>
                  </a:moveTo>
                  <a:lnTo>
                    <a:pt x="5920967" y="0"/>
                  </a:lnTo>
                  <a:lnTo>
                    <a:pt x="5920967" y="696492"/>
                  </a:lnTo>
                  <a:lnTo>
                    <a:pt x="0" y="6964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3130071" y="9129674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>
                <a:moveTo>
                  <a:pt x="0" y="0"/>
                </a:moveTo>
                <a:lnTo>
                  <a:pt x="7147788" y="0"/>
                </a:lnTo>
                <a:lnTo>
                  <a:pt x="7147788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672560" y="9258300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8" y="0"/>
                </a:lnTo>
                <a:lnTo>
                  <a:pt x="573798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030010" y="-384900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>
                <a:moveTo>
                  <a:pt x="0" y="0"/>
                </a:moveTo>
                <a:lnTo>
                  <a:pt x="573797" y="0"/>
                </a:lnTo>
                <a:lnTo>
                  <a:pt x="573797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794909" y="0"/>
            <a:ext cx="3927179" cy="1392364"/>
          </a:xfrm>
          <a:custGeom>
            <a:avLst/>
            <a:gdLst/>
            <a:ahLst/>
            <a:cxnLst/>
            <a:rect l="l" t="t" r="r" b="b"/>
            <a:pathLst>
              <a:path w="3927179" h="1392364">
                <a:moveTo>
                  <a:pt x="0" y="0"/>
                </a:moveTo>
                <a:lnTo>
                  <a:pt x="3927179" y="0"/>
                </a:lnTo>
                <a:lnTo>
                  <a:pt x="3927179" y="1392364"/>
                </a:lnTo>
                <a:lnTo>
                  <a:pt x="0" y="1392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3515013"/>
            <a:ext cx="3770345" cy="1033365"/>
            <a:chOff x="0" y="0"/>
            <a:chExt cx="993013" cy="2721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3013" cy="272162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993013" cy="30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6995940"/>
            <a:ext cx="3770345" cy="1033365"/>
            <a:chOff x="0" y="0"/>
            <a:chExt cx="993013" cy="27216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93013" cy="272162"/>
            </a:xfrm>
            <a:custGeom>
              <a:avLst/>
              <a:gdLst/>
              <a:ahLst/>
              <a:cxnLst/>
              <a:rect l="l" t="t" r="r" b="b"/>
              <a:pathLst>
                <a:path w="993013" h="272162">
                  <a:moveTo>
                    <a:pt x="0" y="0"/>
                  </a:moveTo>
                  <a:lnTo>
                    <a:pt x="993013" y="0"/>
                  </a:lnTo>
                  <a:lnTo>
                    <a:pt x="993013" y="272162"/>
                  </a:lnTo>
                  <a:lnTo>
                    <a:pt x="0" y="2721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993013" cy="300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5338043" y="4050745"/>
            <a:ext cx="1474444" cy="117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AutoShape 16"/>
          <p:cNvSpPr/>
          <p:nvPr/>
        </p:nvSpPr>
        <p:spPr>
          <a:xfrm>
            <a:off x="5338043" y="7531672"/>
            <a:ext cx="1474444" cy="117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7994909" y="2957454"/>
            <a:ext cx="8313051" cy="2210076"/>
            <a:chOff x="0" y="0"/>
            <a:chExt cx="2189446" cy="5820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89445" cy="582078"/>
            </a:xfrm>
            <a:custGeom>
              <a:avLst/>
              <a:gdLst/>
              <a:ahLst/>
              <a:cxnLst/>
              <a:rect l="l" t="t" r="r" b="b"/>
              <a:pathLst>
                <a:path w="2189445" h="582078">
                  <a:moveTo>
                    <a:pt x="83817" y="0"/>
                  </a:moveTo>
                  <a:lnTo>
                    <a:pt x="2105629" y="0"/>
                  </a:lnTo>
                  <a:cubicBezTo>
                    <a:pt x="2151919" y="0"/>
                    <a:pt x="2189445" y="37526"/>
                    <a:pt x="2189445" y="83817"/>
                  </a:cubicBezTo>
                  <a:lnTo>
                    <a:pt x="2189445" y="498261"/>
                  </a:lnTo>
                  <a:cubicBezTo>
                    <a:pt x="2189445" y="520491"/>
                    <a:pt x="2180615" y="541810"/>
                    <a:pt x="2164896" y="557528"/>
                  </a:cubicBezTo>
                  <a:cubicBezTo>
                    <a:pt x="2149177" y="573247"/>
                    <a:pt x="2127858" y="582078"/>
                    <a:pt x="2105629" y="582078"/>
                  </a:cubicBezTo>
                  <a:lnTo>
                    <a:pt x="83817" y="582078"/>
                  </a:lnTo>
                  <a:cubicBezTo>
                    <a:pt x="61587" y="582078"/>
                    <a:pt x="40268" y="573247"/>
                    <a:pt x="24549" y="557528"/>
                  </a:cubicBezTo>
                  <a:cubicBezTo>
                    <a:pt x="8831" y="541810"/>
                    <a:pt x="0" y="520491"/>
                    <a:pt x="0" y="498261"/>
                  </a:cubicBezTo>
                  <a:lnTo>
                    <a:pt x="0" y="83817"/>
                  </a:lnTo>
                  <a:cubicBezTo>
                    <a:pt x="0" y="61587"/>
                    <a:pt x="8831" y="40268"/>
                    <a:pt x="24549" y="24549"/>
                  </a:cubicBezTo>
                  <a:cubicBezTo>
                    <a:pt x="40268" y="8831"/>
                    <a:pt x="61587" y="0"/>
                    <a:pt x="8381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2189446" cy="610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Arita Dotum Medium"/>
                </a:rPr>
                <a:t>       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94909" y="6438381"/>
            <a:ext cx="8313051" cy="2210076"/>
            <a:chOff x="0" y="0"/>
            <a:chExt cx="2189446" cy="5820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89445" cy="582078"/>
            </a:xfrm>
            <a:custGeom>
              <a:avLst/>
              <a:gdLst/>
              <a:ahLst/>
              <a:cxnLst/>
              <a:rect l="l" t="t" r="r" b="b"/>
              <a:pathLst>
                <a:path w="2189445" h="582078">
                  <a:moveTo>
                    <a:pt x="83817" y="0"/>
                  </a:moveTo>
                  <a:lnTo>
                    <a:pt x="2105629" y="0"/>
                  </a:lnTo>
                  <a:cubicBezTo>
                    <a:pt x="2151919" y="0"/>
                    <a:pt x="2189445" y="37526"/>
                    <a:pt x="2189445" y="83817"/>
                  </a:cubicBezTo>
                  <a:lnTo>
                    <a:pt x="2189445" y="498261"/>
                  </a:lnTo>
                  <a:cubicBezTo>
                    <a:pt x="2189445" y="520491"/>
                    <a:pt x="2180615" y="541810"/>
                    <a:pt x="2164896" y="557528"/>
                  </a:cubicBezTo>
                  <a:cubicBezTo>
                    <a:pt x="2149177" y="573247"/>
                    <a:pt x="2127858" y="582078"/>
                    <a:pt x="2105629" y="582078"/>
                  </a:cubicBezTo>
                  <a:lnTo>
                    <a:pt x="83817" y="582078"/>
                  </a:lnTo>
                  <a:cubicBezTo>
                    <a:pt x="61587" y="582078"/>
                    <a:pt x="40268" y="573247"/>
                    <a:pt x="24549" y="557528"/>
                  </a:cubicBezTo>
                  <a:cubicBezTo>
                    <a:pt x="8831" y="541810"/>
                    <a:pt x="0" y="520491"/>
                    <a:pt x="0" y="498261"/>
                  </a:cubicBezTo>
                  <a:lnTo>
                    <a:pt x="0" y="83817"/>
                  </a:lnTo>
                  <a:cubicBezTo>
                    <a:pt x="0" y="61587"/>
                    <a:pt x="8831" y="40268"/>
                    <a:pt x="24549" y="24549"/>
                  </a:cubicBezTo>
                  <a:cubicBezTo>
                    <a:pt x="40268" y="8831"/>
                    <a:pt x="61587" y="0"/>
                    <a:pt x="8381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CCCCCC"/>
              </a:solidFill>
              <a:prstDash val="lgDash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189446" cy="610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r>
                <a:rPr lang="en-US" sz="2199">
                  <a:solidFill>
                    <a:srgbClr val="FFFFFF"/>
                  </a:solidFill>
                  <a:latin typeface="Arita Dotum Medium"/>
                </a:rPr>
                <a:t>       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373999" y="686657"/>
            <a:ext cx="1354000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003EA8"/>
                </a:solidFill>
                <a:ea typeface="Arita Dotum Bold"/>
              </a:rPr>
              <a:t>프로젝트 개요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94909" y="3443368"/>
            <a:ext cx="8313051" cy="1086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ea typeface="Arita Dotum Medium"/>
              </a:rPr>
              <a:t>서울특별시에 위치한 서초구 지역의 </a:t>
            </a:r>
          </a:p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latin typeface="Arita Dotum Medium"/>
                <a:ea typeface="Arita Dotum Medium"/>
              </a:rPr>
              <a:t>다중 이용 시설 속 IOT(사물인터넷, 센서)를 이용하여 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ea typeface="Arita Dotum Medium"/>
              </a:rPr>
              <a:t>실시간 실내공기질을 측정한 데이터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94909" y="7166864"/>
            <a:ext cx="8313051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>
                <a:solidFill>
                  <a:srgbClr val="000000"/>
                </a:solidFill>
                <a:ea typeface="Arita Dotum Medium"/>
              </a:rPr>
              <a:t>훈련기간 중 학습한</a:t>
            </a:r>
          </a:p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ea typeface="Arita Dotum Medium"/>
              </a:rPr>
              <a:t>파이썬을 활용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D86AF0FF-033E-4898-9624-DDDC01BA2735}"/>
              </a:ext>
            </a:extLst>
          </p:cNvPr>
          <p:cNvSpPr txBox="1"/>
          <p:nvPr/>
        </p:nvSpPr>
        <p:spPr>
          <a:xfrm>
            <a:off x="1593403" y="3710162"/>
            <a:ext cx="3077733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데이터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E6A6731A-80AD-4A49-844E-EC30AAF8153D}"/>
              </a:ext>
            </a:extLst>
          </p:cNvPr>
          <p:cNvSpPr txBox="1"/>
          <p:nvPr/>
        </p:nvSpPr>
        <p:spPr>
          <a:xfrm>
            <a:off x="1791064" y="7221886"/>
            <a:ext cx="2245613" cy="534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ko-KR" altLang="en-US" sz="2800" dirty="0">
                <a:solidFill>
                  <a:srgbClr val="003EA8"/>
                </a:solidFill>
                <a:ea typeface="Arita Dotum Bold"/>
              </a:rPr>
              <a:t>프로젝트 개요</a:t>
            </a:r>
            <a:endParaRPr lang="en-US" sz="2800" dirty="0">
              <a:solidFill>
                <a:srgbClr val="003EA8"/>
              </a:solidFill>
              <a:ea typeface="Arita Dotum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657204"/>
            <a:ext cx="16776876" cy="1907038"/>
            <a:chOff x="0" y="0"/>
            <a:chExt cx="612025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20250" cy="695693"/>
            </a:xfrm>
            <a:custGeom>
              <a:avLst/>
              <a:gdLst/>
              <a:ahLst/>
              <a:cxnLst/>
              <a:rect l="l" t="t" r="r" b="b"/>
              <a:pathLst>
                <a:path w="6120250" h="695693">
                  <a:moveTo>
                    <a:pt x="0" y="0"/>
                  </a:moveTo>
                  <a:lnTo>
                    <a:pt x="6120250" y="0"/>
                  </a:lnTo>
                  <a:lnTo>
                    <a:pt x="612025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05495" y="3149441"/>
            <a:ext cx="16776876" cy="5695273"/>
            <a:chOff x="0" y="0"/>
            <a:chExt cx="6120250" cy="20776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120250" cy="2077651"/>
            </a:xfrm>
            <a:custGeom>
              <a:avLst/>
              <a:gdLst/>
              <a:ahLst/>
              <a:cxnLst/>
              <a:rect l="l" t="t" r="r" b="b"/>
              <a:pathLst>
                <a:path w="6120250" h="2077651">
                  <a:moveTo>
                    <a:pt x="0" y="0"/>
                  </a:moveTo>
                  <a:lnTo>
                    <a:pt x="6120250" y="0"/>
                  </a:lnTo>
                  <a:lnTo>
                    <a:pt x="6120250" y="2077651"/>
                  </a:lnTo>
                  <a:lnTo>
                    <a:pt x="0" y="207765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854192" y="6622441"/>
            <a:ext cx="3410533" cy="146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일정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시간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을 정하여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</a:p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실시간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데이터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수집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및 저장</a:t>
            </a:r>
            <a:r>
              <a:rPr lang="en-US" altLang="ko-KR" sz="2199" dirty="0">
                <a:solidFill>
                  <a:srgbClr val="000000"/>
                </a:solidFill>
                <a:ea typeface="Arita Dotum Medium"/>
              </a:rPr>
              <a:t>,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latin typeface="Arita Dotum Medium"/>
                <a:ea typeface="Arita Dotum Medium"/>
              </a:rPr>
              <a:t>위도</a:t>
            </a:r>
            <a:r>
              <a:rPr 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 , </a:t>
            </a:r>
            <a:r>
              <a:rPr lang="en-US" sz="2199" dirty="0" err="1">
                <a:solidFill>
                  <a:srgbClr val="000000"/>
                </a:solidFill>
                <a:latin typeface="Arita Dotum Medium"/>
                <a:ea typeface="Arita Dotum Medium"/>
              </a:rPr>
              <a:t>경도</a:t>
            </a:r>
            <a:r>
              <a:rPr 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데이터</a:t>
            </a:r>
            <a:r>
              <a:rPr 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를 </a:t>
            </a:r>
            <a:r>
              <a:rPr lang="ko-KR" alt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이용한</a:t>
            </a:r>
            <a:r>
              <a:rPr 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 </a:t>
            </a:r>
          </a:p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지도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위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마커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생성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0189" y="6445197"/>
            <a:ext cx="3410533" cy="183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서초구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지역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전체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데이터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조회</a:t>
            </a:r>
            <a:r>
              <a:rPr lang="en-US" altLang="ko-KR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및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각 컬럼의 </a:t>
            </a:r>
            <a:r>
              <a:rPr lang="en-US" altLang="ko-KR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평균 추출</a:t>
            </a:r>
            <a:r>
              <a:rPr lang="en-US" altLang="ko-KR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,</a:t>
            </a: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소음 데이터 조회</a:t>
            </a:r>
            <a:r>
              <a:rPr lang="en-US" altLang="ko-KR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및 단계별</a:t>
            </a:r>
            <a:endParaRPr lang="en-US" altLang="ko-KR" sz="2199" dirty="0">
              <a:solidFill>
                <a:srgbClr val="000000"/>
              </a:solidFill>
              <a:latin typeface="Arita Dotum Medium"/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컬럼 추가</a:t>
            </a:r>
            <a:endParaRPr lang="en-US" altLang="ko-KR" sz="2199" dirty="0">
              <a:solidFill>
                <a:srgbClr val="000000"/>
              </a:solidFill>
              <a:latin typeface="Arita Dotum Medium"/>
              <a:ea typeface="Arita Dotum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96173" y="6622441"/>
            <a:ext cx="3410533" cy="2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latin typeface="Arita Dotum Medium"/>
                <a:ea typeface="Arita Dotum Medium"/>
              </a:rPr>
              <a:t>미세먼지</a:t>
            </a:r>
            <a:r>
              <a:rPr 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, </a:t>
            </a:r>
            <a:r>
              <a:rPr lang="en-US" sz="2199" dirty="0" err="1">
                <a:solidFill>
                  <a:srgbClr val="000000"/>
                </a:solidFill>
                <a:latin typeface="Arita Dotum Medium"/>
                <a:ea typeface="Arita Dotum Medium"/>
              </a:rPr>
              <a:t>초미세먼지</a:t>
            </a:r>
            <a:r>
              <a:rPr lang="en-US" sz="2199" dirty="0">
                <a:solidFill>
                  <a:srgbClr val="000000"/>
                </a:solidFill>
                <a:latin typeface="Arita Dotum Medium"/>
                <a:ea typeface="Arita Dotum Medium"/>
              </a:rPr>
              <a:t>,</a:t>
            </a:r>
          </a:p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이산화탄소량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, 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통합실내지수의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</a:p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데이터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조회 및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단계별 컬럼 추가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endParaRPr lang="en-US" sz="2199" dirty="0">
              <a:solidFill>
                <a:srgbClr val="000000"/>
              </a:solidFill>
              <a:ea typeface="Arita Dotum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56804" y="6445197"/>
            <a:ext cx="3410533" cy="258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199" dirty="0">
                <a:solidFill>
                  <a:srgbClr val="000000"/>
                </a:solidFill>
                <a:ea typeface="Arita Dotum Medium"/>
              </a:rPr>
              <a:t>현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장소의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온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도 및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습도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를 통해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서초구 지역 전체의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평균 온도 및 습도</a:t>
            </a:r>
            <a:endParaRPr lang="en-US" altLang="ko-KR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차이 구하기</a:t>
            </a:r>
            <a:r>
              <a:rPr lang="en-US" altLang="ko-KR" sz="2199" dirty="0">
                <a:solidFill>
                  <a:srgbClr val="000000"/>
                </a:solidFill>
                <a:ea typeface="Arita Dotum Medium"/>
              </a:rPr>
              <a:t>,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실시간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온</a:t>
            </a:r>
            <a:r>
              <a:rPr lang="ko-KR" altLang="en-US" sz="2199" dirty="0">
                <a:solidFill>
                  <a:srgbClr val="000000"/>
                </a:solidFill>
                <a:ea typeface="Arita Dotum Medium"/>
              </a:rPr>
              <a:t>도 및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습도</a:t>
            </a:r>
            <a:r>
              <a:rPr lang="en-US" sz="2199" dirty="0">
                <a:solidFill>
                  <a:srgbClr val="000000"/>
                </a:solidFill>
                <a:ea typeface="Arita Dotum Medium"/>
              </a:rPr>
              <a:t> </a:t>
            </a:r>
            <a:r>
              <a:rPr lang="en-US" sz="2199" dirty="0" err="1">
                <a:solidFill>
                  <a:srgbClr val="000000"/>
                </a:solidFill>
                <a:ea typeface="Arita Dotum Medium"/>
              </a:rPr>
              <a:t>구하기</a:t>
            </a:r>
            <a:endParaRPr lang="en-US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endParaRPr lang="en-US" sz="2199" dirty="0">
              <a:solidFill>
                <a:srgbClr val="000000"/>
              </a:solidFill>
              <a:ea typeface="Arita Dotum Medium"/>
            </a:endParaRPr>
          </a:p>
          <a:p>
            <a:pPr algn="ctr">
              <a:lnSpc>
                <a:spcPts val="2859"/>
              </a:lnSpc>
            </a:pPr>
            <a:endParaRPr lang="en-US" sz="2199" dirty="0">
              <a:solidFill>
                <a:srgbClr val="000000"/>
              </a:solidFill>
              <a:ea typeface="Arita Dotum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926284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 dirty="0" err="1">
                <a:solidFill>
                  <a:srgbClr val="003EA8"/>
                </a:solidFill>
                <a:ea typeface="Arita Dotum Bold"/>
              </a:rPr>
              <a:t>장무옥</a:t>
            </a:r>
            <a:endParaRPr lang="en-US" sz="35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74145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>
                <a:solidFill>
                  <a:srgbClr val="003EA8"/>
                </a:solidFill>
                <a:ea typeface="Arita Dotum Bold"/>
              </a:rPr>
              <a:t>지선영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56822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>
                <a:solidFill>
                  <a:srgbClr val="003EA8"/>
                </a:solidFill>
                <a:ea typeface="Arita Dotum Bold"/>
              </a:rPr>
              <a:t>윤상혁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28896" y="5660972"/>
            <a:ext cx="1266349" cy="57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500" dirty="0" err="1">
                <a:solidFill>
                  <a:srgbClr val="003EA8"/>
                </a:solidFill>
                <a:ea typeface="Arita Dotum Bold"/>
              </a:rPr>
              <a:t>김주희</a:t>
            </a:r>
            <a:endParaRPr lang="en-US" sz="3500" dirty="0">
              <a:solidFill>
                <a:srgbClr val="003EA8"/>
              </a:solidFill>
              <a:ea typeface="Arita Dotum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14673295" y="3695234"/>
            <a:ext cx="1771650" cy="1771650"/>
            <a:chOff x="0" y="0"/>
            <a:chExt cx="2362200" cy="23622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362200" cy="2362200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20044" tIns="20044" rIns="20044" bIns="20044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05776" y="754431"/>
              <a:ext cx="534304" cy="524648"/>
              <a:chOff x="0" y="0"/>
              <a:chExt cx="210820" cy="20701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1142638" y="760868"/>
              <a:ext cx="537523" cy="505336"/>
              <a:chOff x="0" y="0"/>
              <a:chExt cx="212090" cy="19939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521429" y="1140675"/>
              <a:ext cx="923766" cy="572928"/>
              <a:chOff x="0" y="0"/>
              <a:chExt cx="364490" cy="2260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0" y="973302"/>
              <a:ext cx="614771" cy="527867"/>
              <a:chOff x="0" y="0"/>
              <a:chExt cx="242570" cy="20828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1403353" y="950772"/>
              <a:ext cx="643740" cy="566491"/>
              <a:chOff x="0" y="0"/>
              <a:chExt cx="254000" cy="22352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185045" y="956310"/>
              <a:ext cx="730250" cy="496570"/>
              <a:chOff x="0" y="0"/>
              <a:chExt cx="730250" cy="49657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5720" y="48260"/>
                <a:ext cx="636270" cy="401320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401320">
                    <a:moveTo>
                      <a:pt x="64770" y="26670"/>
                    </a:moveTo>
                    <a:cubicBezTo>
                      <a:pt x="76200" y="233680"/>
                      <a:pt x="85090" y="251460"/>
                      <a:pt x="95250" y="271780"/>
                    </a:cubicBezTo>
                    <a:cubicBezTo>
                      <a:pt x="105410" y="290830"/>
                      <a:pt x="116840" y="312420"/>
                      <a:pt x="133350" y="323850"/>
                    </a:cubicBezTo>
                    <a:cubicBezTo>
                      <a:pt x="147320" y="334010"/>
                      <a:pt x="165100" y="335280"/>
                      <a:pt x="187960" y="339090"/>
                    </a:cubicBezTo>
                    <a:cubicBezTo>
                      <a:pt x="219710" y="342900"/>
                      <a:pt x="262890" y="345440"/>
                      <a:pt x="308610" y="339090"/>
                    </a:cubicBezTo>
                    <a:cubicBezTo>
                      <a:pt x="372110" y="330200"/>
                      <a:pt x="474980" y="283210"/>
                      <a:pt x="528320" y="271780"/>
                    </a:cubicBezTo>
                    <a:cubicBezTo>
                      <a:pt x="558800" y="265430"/>
                      <a:pt x="581660" y="257810"/>
                      <a:pt x="599440" y="264160"/>
                    </a:cubicBezTo>
                    <a:cubicBezTo>
                      <a:pt x="614680" y="267970"/>
                      <a:pt x="631190" y="279400"/>
                      <a:pt x="633730" y="289560"/>
                    </a:cubicBezTo>
                    <a:cubicBezTo>
                      <a:pt x="636270" y="297180"/>
                      <a:pt x="629920" y="311150"/>
                      <a:pt x="623570" y="314960"/>
                    </a:cubicBezTo>
                    <a:cubicBezTo>
                      <a:pt x="615950" y="321310"/>
                      <a:pt x="595630" y="322580"/>
                      <a:pt x="588010" y="317500"/>
                    </a:cubicBezTo>
                    <a:cubicBezTo>
                      <a:pt x="580390" y="311150"/>
                      <a:pt x="574040" y="292100"/>
                      <a:pt x="576580" y="283210"/>
                    </a:cubicBezTo>
                    <a:cubicBezTo>
                      <a:pt x="579120" y="275590"/>
                      <a:pt x="589280" y="265430"/>
                      <a:pt x="596900" y="264160"/>
                    </a:cubicBezTo>
                    <a:cubicBezTo>
                      <a:pt x="607060" y="262890"/>
                      <a:pt x="629920" y="276860"/>
                      <a:pt x="633730" y="287020"/>
                    </a:cubicBezTo>
                    <a:cubicBezTo>
                      <a:pt x="636270" y="295910"/>
                      <a:pt x="628650" y="311150"/>
                      <a:pt x="618490" y="318770"/>
                    </a:cubicBezTo>
                    <a:cubicBezTo>
                      <a:pt x="603250" y="330200"/>
                      <a:pt x="567690" y="321310"/>
                      <a:pt x="541020" y="327660"/>
                    </a:cubicBezTo>
                    <a:cubicBezTo>
                      <a:pt x="505460" y="336550"/>
                      <a:pt x="464820" y="361950"/>
                      <a:pt x="426720" y="373380"/>
                    </a:cubicBezTo>
                    <a:cubicBezTo>
                      <a:pt x="388620" y="384810"/>
                      <a:pt x="350520" y="392430"/>
                      <a:pt x="308610" y="396240"/>
                    </a:cubicBezTo>
                    <a:cubicBezTo>
                      <a:pt x="262890" y="400050"/>
                      <a:pt x="195580" y="401320"/>
                      <a:pt x="160020" y="394970"/>
                    </a:cubicBezTo>
                    <a:cubicBezTo>
                      <a:pt x="137160" y="389890"/>
                      <a:pt x="123190" y="386080"/>
                      <a:pt x="106680" y="374650"/>
                    </a:cubicBezTo>
                    <a:cubicBezTo>
                      <a:pt x="85090" y="358140"/>
                      <a:pt x="60960" y="330200"/>
                      <a:pt x="44450" y="299720"/>
                    </a:cubicBezTo>
                    <a:cubicBezTo>
                      <a:pt x="24130" y="260350"/>
                      <a:pt x="10160" y="201930"/>
                      <a:pt x="5080" y="153670"/>
                    </a:cubicBezTo>
                    <a:cubicBezTo>
                      <a:pt x="1270" y="106680"/>
                      <a:pt x="0" y="35560"/>
                      <a:pt x="15240" y="15240"/>
                    </a:cubicBezTo>
                    <a:cubicBezTo>
                      <a:pt x="22860" y="5080"/>
                      <a:pt x="39370" y="0"/>
                      <a:pt x="48260" y="2540"/>
                    </a:cubicBezTo>
                    <a:cubicBezTo>
                      <a:pt x="55880" y="5080"/>
                      <a:pt x="64770" y="26670"/>
                      <a:pt x="64770" y="2667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781945" y="1041400"/>
              <a:ext cx="397510" cy="160020"/>
              <a:chOff x="0" y="0"/>
              <a:chExt cx="397510" cy="16002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9530" y="50800"/>
                <a:ext cx="29845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298450" h="80010">
                    <a:moveTo>
                      <a:pt x="30480" y="0"/>
                    </a:moveTo>
                    <a:cubicBezTo>
                      <a:pt x="285750" y="11430"/>
                      <a:pt x="295910" y="24130"/>
                      <a:pt x="297180" y="33020"/>
                    </a:cubicBezTo>
                    <a:cubicBezTo>
                      <a:pt x="298450" y="40640"/>
                      <a:pt x="290830" y="52070"/>
                      <a:pt x="283210" y="55880"/>
                    </a:cubicBezTo>
                    <a:cubicBezTo>
                      <a:pt x="275590" y="59690"/>
                      <a:pt x="256540" y="58420"/>
                      <a:pt x="250190" y="52070"/>
                    </a:cubicBezTo>
                    <a:cubicBezTo>
                      <a:pt x="243840" y="46990"/>
                      <a:pt x="240030" y="35560"/>
                      <a:pt x="241300" y="27940"/>
                    </a:cubicBezTo>
                    <a:cubicBezTo>
                      <a:pt x="243840" y="19050"/>
                      <a:pt x="257810" y="5080"/>
                      <a:pt x="266700" y="3810"/>
                    </a:cubicBezTo>
                    <a:cubicBezTo>
                      <a:pt x="275590" y="2540"/>
                      <a:pt x="293370" y="12700"/>
                      <a:pt x="295910" y="21590"/>
                    </a:cubicBezTo>
                    <a:cubicBezTo>
                      <a:pt x="298450" y="30480"/>
                      <a:pt x="292100" y="49530"/>
                      <a:pt x="278130" y="58420"/>
                    </a:cubicBezTo>
                    <a:cubicBezTo>
                      <a:pt x="243840" y="80010"/>
                      <a:pt x="60960" y="72390"/>
                      <a:pt x="24130" y="52070"/>
                    </a:cubicBezTo>
                    <a:cubicBezTo>
                      <a:pt x="8890" y="44450"/>
                      <a:pt x="0" y="27940"/>
                      <a:pt x="1270" y="20320"/>
                    </a:cubicBezTo>
                    <a:cubicBezTo>
                      <a:pt x="2540" y="11430"/>
                      <a:pt x="30480" y="0"/>
                      <a:pt x="30480" y="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1035945" y="889000"/>
              <a:ext cx="722630" cy="477520"/>
              <a:chOff x="0" y="0"/>
              <a:chExt cx="722630" cy="47752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9530" y="35560"/>
                <a:ext cx="637540" cy="392430"/>
              </a:xfrm>
              <a:custGeom>
                <a:avLst/>
                <a:gdLst/>
                <a:ahLst/>
                <a:cxnLst/>
                <a:rect l="l" t="t" r="r" b="b"/>
                <a:pathLst>
                  <a:path w="637540" h="392430">
                    <a:moveTo>
                      <a:pt x="26670" y="46990"/>
                    </a:moveTo>
                    <a:cubicBezTo>
                      <a:pt x="350520" y="11430"/>
                      <a:pt x="483870" y="0"/>
                      <a:pt x="538480" y="21590"/>
                    </a:cubicBezTo>
                    <a:cubicBezTo>
                      <a:pt x="565150" y="31750"/>
                      <a:pt x="577850" y="49530"/>
                      <a:pt x="589280" y="68580"/>
                    </a:cubicBezTo>
                    <a:cubicBezTo>
                      <a:pt x="600710" y="86360"/>
                      <a:pt x="604520" y="100330"/>
                      <a:pt x="609600" y="127000"/>
                    </a:cubicBezTo>
                    <a:cubicBezTo>
                      <a:pt x="619760" y="180340"/>
                      <a:pt x="637540" y="331470"/>
                      <a:pt x="621030" y="368300"/>
                    </a:cubicBezTo>
                    <a:cubicBezTo>
                      <a:pt x="614680" y="382270"/>
                      <a:pt x="603250" y="389890"/>
                      <a:pt x="594360" y="391160"/>
                    </a:cubicBezTo>
                    <a:cubicBezTo>
                      <a:pt x="584200" y="391160"/>
                      <a:pt x="567690" y="379730"/>
                      <a:pt x="563880" y="370840"/>
                    </a:cubicBezTo>
                    <a:cubicBezTo>
                      <a:pt x="561340" y="363220"/>
                      <a:pt x="563880" y="349250"/>
                      <a:pt x="568960" y="342900"/>
                    </a:cubicBezTo>
                    <a:cubicBezTo>
                      <a:pt x="575310" y="336550"/>
                      <a:pt x="594360" y="331470"/>
                      <a:pt x="603250" y="334010"/>
                    </a:cubicBezTo>
                    <a:cubicBezTo>
                      <a:pt x="612140" y="336550"/>
                      <a:pt x="621030" y="346710"/>
                      <a:pt x="621030" y="354330"/>
                    </a:cubicBezTo>
                    <a:cubicBezTo>
                      <a:pt x="622300" y="364490"/>
                      <a:pt x="607060" y="388620"/>
                      <a:pt x="596900" y="389890"/>
                    </a:cubicBezTo>
                    <a:cubicBezTo>
                      <a:pt x="588010" y="392430"/>
                      <a:pt x="574040" y="386080"/>
                      <a:pt x="565150" y="373380"/>
                    </a:cubicBezTo>
                    <a:cubicBezTo>
                      <a:pt x="543560" y="339090"/>
                      <a:pt x="566420" y="166370"/>
                      <a:pt x="547370" y="118110"/>
                    </a:cubicBezTo>
                    <a:cubicBezTo>
                      <a:pt x="538480" y="93980"/>
                      <a:pt x="532130" y="82550"/>
                      <a:pt x="510540" y="72390"/>
                    </a:cubicBezTo>
                    <a:cubicBezTo>
                      <a:pt x="464820" y="50800"/>
                      <a:pt x="327660" y="67310"/>
                      <a:pt x="242570" y="72390"/>
                    </a:cubicBezTo>
                    <a:cubicBezTo>
                      <a:pt x="166370" y="77470"/>
                      <a:pt x="62230" y="111760"/>
                      <a:pt x="26670" y="99060"/>
                    </a:cubicBezTo>
                    <a:cubicBezTo>
                      <a:pt x="11430" y="92710"/>
                      <a:pt x="0" y="78740"/>
                      <a:pt x="1270" y="69850"/>
                    </a:cubicBezTo>
                    <a:cubicBezTo>
                      <a:pt x="1270" y="60960"/>
                      <a:pt x="26670" y="46990"/>
                      <a:pt x="26670" y="4699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1635385" y="935990"/>
              <a:ext cx="408940" cy="246380"/>
              <a:chOff x="0" y="0"/>
              <a:chExt cx="408940" cy="24638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9530" y="49530"/>
                <a:ext cx="311150" cy="15494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154940">
                    <a:moveTo>
                      <a:pt x="27940" y="95250"/>
                    </a:moveTo>
                    <a:cubicBezTo>
                      <a:pt x="137160" y="77470"/>
                      <a:pt x="248920" y="0"/>
                      <a:pt x="281940" y="1270"/>
                    </a:cubicBezTo>
                    <a:cubicBezTo>
                      <a:pt x="293370" y="1270"/>
                      <a:pt x="300990" y="7620"/>
                      <a:pt x="304800" y="13970"/>
                    </a:cubicBezTo>
                    <a:cubicBezTo>
                      <a:pt x="309880" y="20320"/>
                      <a:pt x="311150" y="33020"/>
                      <a:pt x="307340" y="39370"/>
                    </a:cubicBezTo>
                    <a:cubicBezTo>
                      <a:pt x="304800" y="46990"/>
                      <a:pt x="294640" y="55880"/>
                      <a:pt x="287020" y="57150"/>
                    </a:cubicBezTo>
                    <a:cubicBezTo>
                      <a:pt x="278130" y="57150"/>
                      <a:pt x="260350" y="49530"/>
                      <a:pt x="256540" y="41910"/>
                    </a:cubicBezTo>
                    <a:cubicBezTo>
                      <a:pt x="252730" y="33020"/>
                      <a:pt x="256540" y="13970"/>
                      <a:pt x="262890" y="7620"/>
                    </a:cubicBezTo>
                    <a:cubicBezTo>
                      <a:pt x="267970" y="2540"/>
                      <a:pt x="280670" y="0"/>
                      <a:pt x="288290" y="1270"/>
                    </a:cubicBezTo>
                    <a:cubicBezTo>
                      <a:pt x="295910" y="3810"/>
                      <a:pt x="306070" y="11430"/>
                      <a:pt x="308610" y="19050"/>
                    </a:cubicBezTo>
                    <a:cubicBezTo>
                      <a:pt x="311150" y="27940"/>
                      <a:pt x="307340" y="40640"/>
                      <a:pt x="298450" y="52070"/>
                    </a:cubicBezTo>
                    <a:cubicBezTo>
                      <a:pt x="275590" y="78740"/>
                      <a:pt x="176530" y="123190"/>
                      <a:pt x="124460" y="137160"/>
                    </a:cubicBezTo>
                    <a:cubicBezTo>
                      <a:pt x="85090" y="147320"/>
                      <a:pt x="34290" y="154940"/>
                      <a:pt x="15240" y="144780"/>
                    </a:cubicBezTo>
                    <a:cubicBezTo>
                      <a:pt x="6350" y="139700"/>
                      <a:pt x="0" y="125730"/>
                      <a:pt x="1270" y="118110"/>
                    </a:cubicBezTo>
                    <a:cubicBezTo>
                      <a:pt x="3810" y="109220"/>
                      <a:pt x="27940" y="95250"/>
                      <a:pt x="27940" y="9525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4705" y="960120"/>
              <a:ext cx="293370" cy="251460"/>
              <a:chOff x="0" y="0"/>
              <a:chExt cx="293370" cy="2514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5720" y="49530"/>
                <a:ext cx="200660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200660" h="151130">
                    <a:moveTo>
                      <a:pt x="165100" y="151130"/>
                    </a:moveTo>
                    <a:cubicBezTo>
                      <a:pt x="68580" y="105410"/>
                      <a:pt x="19050" y="68580"/>
                      <a:pt x="7620" y="45720"/>
                    </a:cubicBezTo>
                    <a:cubicBezTo>
                      <a:pt x="1270" y="34290"/>
                      <a:pt x="0" y="19050"/>
                      <a:pt x="5080" y="12700"/>
                    </a:cubicBezTo>
                    <a:cubicBezTo>
                      <a:pt x="10160" y="5080"/>
                      <a:pt x="29210" y="0"/>
                      <a:pt x="36830" y="1270"/>
                    </a:cubicBezTo>
                    <a:cubicBezTo>
                      <a:pt x="44450" y="3810"/>
                      <a:pt x="53340" y="12700"/>
                      <a:pt x="55880" y="20320"/>
                    </a:cubicBezTo>
                    <a:cubicBezTo>
                      <a:pt x="57150" y="27940"/>
                      <a:pt x="55880" y="40640"/>
                      <a:pt x="49530" y="45720"/>
                    </a:cubicBezTo>
                    <a:cubicBezTo>
                      <a:pt x="41910" y="52070"/>
                      <a:pt x="16510" y="54610"/>
                      <a:pt x="8890" y="48260"/>
                    </a:cubicBezTo>
                    <a:cubicBezTo>
                      <a:pt x="2540" y="41910"/>
                      <a:pt x="2540" y="15240"/>
                      <a:pt x="8890" y="7620"/>
                    </a:cubicBezTo>
                    <a:cubicBezTo>
                      <a:pt x="15240" y="1270"/>
                      <a:pt x="30480" y="0"/>
                      <a:pt x="43180" y="3810"/>
                    </a:cubicBezTo>
                    <a:cubicBezTo>
                      <a:pt x="67310" y="11430"/>
                      <a:pt x="105410" y="64770"/>
                      <a:pt x="133350" y="82550"/>
                    </a:cubicBezTo>
                    <a:cubicBezTo>
                      <a:pt x="153670" y="95250"/>
                      <a:pt x="182880" y="95250"/>
                      <a:pt x="191770" y="107950"/>
                    </a:cubicBezTo>
                    <a:cubicBezTo>
                      <a:pt x="198120" y="115570"/>
                      <a:pt x="200660" y="129540"/>
                      <a:pt x="196850" y="137160"/>
                    </a:cubicBezTo>
                    <a:cubicBezTo>
                      <a:pt x="191770" y="144780"/>
                      <a:pt x="165100" y="151130"/>
                      <a:pt x="165100" y="15113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215525" y="914400"/>
              <a:ext cx="688340" cy="457200"/>
              <a:chOff x="0" y="0"/>
              <a:chExt cx="688340" cy="4572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0800" y="38100"/>
                <a:ext cx="598170" cy="370840"/>
              </a:xfrm>
              <a:custGeom>
                <a:avLst/>
                <a:gdLst/>
                <a:ahLst/>
                <a:cxnLst/>
                <a:rect l="l" t="t" r="r" b="b"/>
                <a:pathLst>
                  <a:path w="598170" h="370840">
                    <a:moveTo>
                      <a:pt x="21590" y="30480"/>
                    </a:moveTo>
                    <a:cubicBezTo>
                      <a:pt x="334010" y="10160"/>
                      <a:pt x="474980" y="0"/>
                      <a:pt x="515620" y="16510"/>
                    </a:cubicBezTo>
                    <a:cubicBezTo>
                      <a:pt x="530860" y="22860"/>
                      <a:pt x="533400" y="29210"/>
                      <a:pt x="541020" y="40640"/>
                    </a:cubicBezTo>
                    <a:cubicBezTo>
                      <a:pt x="553720" y="59690"/>
                      <a:pt x="568960" y="90170"/>
                      <a:pt x="576580" y="125730"/>
                    </a:cubicBezTo>
                    <a:cubicBezTo>
                      <a:pt x="588010" y="180340"/>
                      <a:pt x="598170" y="302260"/>
                      <a:pt x="586740" y="339090"/>
                    </a:cubicBezTo>
                    <a:cubicBezTo>
                      <a:pt x="581660" y="354330"/>
                      <a:pt x="574040" y="364490"/>
                      <a:pt x="565150" y="367030"/>
                    </a:cubicBezTo>
                    <a:cubicBezTo>
                      <a:pt x="557530" y="370840"/>
                      <a:pt x="544830" y="367030"/>
                      <a:pt x="538480" y="361950"/>
                    </a:cubicBezTo>
                    <a:cubicBezTo>
                      <a:pt x="532130" y="355600"/>
                      <a:pt x="527050" y="344170"/>
                      <a:pt x="528320" y="335280"/>
                    </a:cubicBezTo>
                    <a:cubicBezTo>
                      <a:pt x="528320" y="327660"/>
                      <a:pt x="535940" y="316230"/>
                      <a:pt x="543560" y="312420"/>
                    </a:cubicBezTo>
                    <a:cubicBezTo>
                      <a:pt x="551180" y="308610"/>
                      <a:pt x="563880" y="308610"/>
                      <a:pt x="571500" y="312420"/>
                    </a:cubicBezTo>
                    <a:cubicBezTo>
                      <a:pt x="577850" y="316230"/>
                      <a:pt x="585470" y="327660"/>
                      <a:pt x="586740" y="335280"/>
                    </a:cubicBezTo>
                    <a:cubicBezTo>
                      <a:pt x="588010" y="344170"/>
                      <a:pt x="582930" y="355600"/>
                      <a:pt x="576580" y="361950"/>
                    </a:cubicBezTo>
                    <a:cubicBezTo>
                      <a:pt x="570230" y="367030"/>
                      <a:pt x="557530" y="369570"/>
                      <a:pt x="549910" y="367030"/>
                    </a:cubicBezTo>
                    <a:cubicBezTo>
                      <a:pt x="541020" y="365760"/>
                      <a:pt x="534670" y="359410"/>
                      <a:pt x="529590" y="347980"/>
                    </a:cubicBezTo>
                    <a:cubicBezTo>
                      <a:pt x="514350" y="314960"/>
                      <a:pt x="538480" y="166370"/>
                      <a:pt x="520700" y="118110"/>
                    </a:cubicBezTo>
                    <a:cubicBezTo>
                      <a:pt x="511810" y="92710"/>
                      <a:pt x="505460" y="78740"/>
                      <a:pt x="480060" y="67310"/>
                    </a:cubicBezTo>
                    <a:cubicBezTo>
                      <a:pt x="412750" y="35560"/>
                      <a:pt x="80010" y="104140"/>
                      <a:pt x="24130" y="82550"/>
                    </a:cubicBezTo>
                    <a:cubicBezTo>
                      <a:pt x="8890" y="76200"/>
                      <a:pt x="0" y="66040"/>
                      <a:pt x="0" y="57150"/>
                    </a:cubicBezTo>
                    <a:cubicBezTo>
                      <a:pt x="0" y="48260"/>
                      <a:pt x="21590" y="30480"/>
                      <a:pt x="21590" y="3048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1029595" y="920750"/>
              <a:ext cx="699770" cy="499110"/>
              <a:chOff x="0" y="0"/>
              <a:chExt cx="699770" cy="49911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33020" y="49530"/>
                <a:ext cx="615950" cy="425450"/>
              </a:xfrm>
              <a:custGeom>
                <a:avLst/>
                <a:gdLst/>
                <a:ahLst/>
                <a:cxnLst/>
                <a:rect l="l" t="t" r="r" b="b"/>
                <a:pathLst>
                  <a:path w="615950" h="425450">
                    <a:moveTo>
                      <a:pt x="69850" y="22860"/>
                    </a:moveTo>
                    <a:cubicBezTo>
                      <a:pt x="82550" y="323850"/>
                      <a:pt x="82550" y="331470"/>
                      <a:pt x="96520" y="339090"/>
                    </a:cubicBezTo>
                    <a:cubicBezTo>
                      <a:pt x="148590" y="368300"/>
                      <a:pt x="523240" y="294640"/>
                      <a:pt x="586740" y="321310"/>
                    </a:cubicBezTo>
                    <a:cubicBezTo>
                      <a:pt x="604520" y="327660"/>
                      <a:pt x="615950" y="341630"/>
                      <a:pt x="615950" y="351790"/>
                    </a:cubicBezTo>
                    <a:cubicBezTo>
                      <a:pt x="614680" y="361950"/>
                      <a:pt x="593090" y="378460"/>
                      <a:pt x="582930" y="379730"/>
                    </a:cubicBezTo>
                    <a:cubicBezTo>
                      <a:pt x="575310" y="379730"/>
                      <a:pt x="563880" y="370840"/>
                      <a:pt x="560070" y="363220"/>
                    </a:cubicBezTo>
                    <a:cubicBezTo>
                      <a:pt x="556260" y="355600"/>
                      <a:pt x="560070" y="335280"/>
                      <a:pt x="566420" y="328930"/>
                    </a:cubicBezTo>
                    <a:cubicBezTo>
                      <a:pt x="571500" y="322580"/>
                      <a:pt x="585470" y="318770"/>
                      <a:pt x="593090" y="321310"/>
                    </a:cubicBezTo>
                    <a:cubicBezTo>
                      <a:pt x="601980" y="323850"/>
                      <a:pt x="615950" y="339090"/>
                      <a:pt x="615950" y="347980"/>
                    </a:cubicBezTo>
                    <a:cubicBezTo>
                      <a:pt x="615950" y="358140"/>
                      <a:pt x="604520" y="370840"/>
                      <a:pt x="586740" y="379730"/>
                    </a:cubicBezTo>
                    <a:cubicBezTo>
                      <a:pt x="521970" y="408940"/>
                      <a:pt x="151130" y="425450"/>
                      <a:pt x="80010" y="397510"/>
                    </a:cubicBezTo>
                    <a:cubicBezTo>
                      <a:pt x="57150" y="388620"/>
                      <a:pt x="52070" y="374650"/>
                      <a:pt x="41910" y="360680"/>
                    </a:cubicBezTo>
                    <a:cubicBezTo>
                      <a:pt x="31750" y="345440"/>
                      <a:pt x="25400" y="332740"/>
                      <a:pt x="21590" y="307340"/>
                    </a:cubicBezTo>
                    <a:cubicBezTo>
                      <a:pt x="10160" y="251460"/>
                      <a:pt x="0" y="64770"/>
                      <a:pt x="17780" y="24130"/>
                    </a:cubicBezTo>
                    <a:cubicBezTo>
                      <a:pt x="24130" y="10160"/>
                      <a:pt x="34290" y="1270"/>
                      <a:pt x="43180" y="1270"/>
                    </a:cubicBezTo>
                    <a:cubicBezTo>
                      <a:pt x="52070" y="0"/>
                      <a:pt x="69850" y="22860"/>
                      <a:pt x="69850" y="2286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44" name="Group 44"/>
          <p:cNvGrpSpPr/>
          <p:nvPr/>
        </p:nvGrpSpPr>
        <p:grpSpPr>
          <a:xfrm>
            <a:off x="6245072" y="3721555"/>
            <a:ext cx="1771650" cy="1771650"/>
            <a:chOff x="35471" y="-19501"/>
            <a:chExt cx="2362200" cy="2362200"/>
          </a:xfrm>
        </p:grpSpPr>
        <p:grpSp>
          <p:nvGrpSpPr>
            <p:cNvPr id="45" name="Group 45"/>
            <p:cNvGrpSpPr/>
            <p:nvPr/>
          </p:nvGrpSpPr>
          <p:grpSpPr>
            <a:xfrm>
              <a:off x="35471" y="-19501"/>
              <a:ext cx="2362200" cy="2362200"/>
              <a:chOff x="12205" y="-671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2205" y="-671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63330" y="754431"/>
              <a:ext cx="534304" cy="524648"/>
              <a:chOff x="0" y="0"/>
              <a:chExt cx="210820" cy="20701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0" name="Group 50"/>
            <p:cNvGrpSpPr/>
            <p:nvPr/>
          </p:nvGrpSpPr>
          <p:grpSpPr>
            <a:xfrm>
              <a:off x="1300192" y="760868"/>
              <a:ext cx="537523" cy="505336"/>
              <a:chOff x="0" y="0"/>
              <a:chExt cx="212090" cy="19939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2" name="Group 52"/>
            <p:cNvGrpSpPr/>
            <p:nvPr/>
          </p:nvGrpSpPr>
          <p:grpSpPr>
            <a:xfrm>
              <a:off x="678983" y="1140675"/>
              <a:ext cx="923766" cy="572928"/>
              <a:chOff x="0" y="0"/>
              <a:chExt cx="364490" cy="2260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157554" y="973302"/>
              <a:ext cx="614771" cy="527867"/>
              <a:chOff x="0" y="0"/>
              <a:chExt cx="242570" cy="20828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1560906" y="950772"/>
              <a:ext cx="643740" cy="566491"/>
              <a:chOff x="0" y="0"/>
              <a:chExt cx="254000" cy="22352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id="72" name="TextBox 72"/>
          <p:cNvSpPr txBox="1"/>
          <p:nvPr/>
        </p:nvSpPr>
        <p:spPr>
          <a:xfrm>
            <a:off x="5411330" y="915398"/>
            <a:ext cx="746818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003EA8"/>
                </a:solidFill>
                <a:ea typeface="Arita Dotum Bold"/>
              </a:rPr>
              <a:t>팀 구성 및 역할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3197869" y="3890010"/>
            <a:ext cx="85725" cy="82868"/>
            <a:chOff x="0" y="0"/>
            <a:chExt cx="114300" cy="110490"/>
          </a:xfrm>
        </p:grpSpPr>
        <p:sp>
          <p:nvSpPr>
            <p:cNvPr id="74" name="Freeform 74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6E5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2063706" y="3176122"/>
            <a:ext cx="2069846" cy="2290762"/>
            <a:chOff x="0" y="0"/>
            <a:chExt cx="2759795" cy="3054350"/>
          </a:xfrm>
        </p:grpSpPr>
        <p:grpSp>
          <p:nvGrpSpPr>
            <p:cNvPr id="76" name="Group 76"/>
            <p:cNvGrpSpPr/>
            <p:nvPr/>
          </p:nvGrpSpPr>
          <p:grpSpPr>
            <a:xfrm>
              <a:off x="0" y="770890"/>
              <a:ext cx="2362200" cy="2283460"/>
              <a:chOff x="0" y="0"/>
              <a:chExt cx="812800" cy="785707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7857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85707">
                    <a:moveTo>
                      <a:pt x="406400" y="0"/>
                    </a:moveTo>
                    <a:cubicBezTo>
                      <a:pt x="181951" y="0"/>
                      <a:pt x="0" y="175886"/>
                      <a:pt x="0" y="392853"/>
                    </a:cubicBezTo>
                    <a:cubicBezTo>
                      <a:pt x="0" y="609820"/>
                      <a:pt x="181951" y="785707"/>
                      <a:pt x="406400" y="785707"/>
                    </a:cubicBezTo>
                    <a:cubicBezTo>
                      <a:pt x="630849" y="785707"/>
                      <a:pt x="812800" y="609820"/>
                      <a:pt x="812800" y="392853"/>
                    </a:cubicBezTo>
                    <a:cubicBezTo>
                      <a:pt x="812800" y="17588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45085"/>
                <a:ext cx="660400" cy="6669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463330" y="1525321"/>
              <a:ext cx="534304" cy="524648"/>
              <a:chOff x="0" y="0"/>
              <a:chExt cx="210820" cy="20701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1" name="Group 81"/>
            <p:cNvGrpSpPr/>
            <p:nvPr/>
          </p:nvGrpSpPr>
          <p:grpSpPr>
            <a:xfrm>
              <a:off x="1300192" y="1531758"/>
              <a:ext cx="537523" cy="505336"/>
              <a:chOff x="0" y="0"/>
              <a:chExt cx="212090" cy="19939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3" name="Group 83"/>
            <p:cNvGrpSpPr/>
            <p:nvPr/>
          </p:nvGrpSpPr>
          <p:grpSpPr>
            <a:xfrm>
              <a:off x="678983" y="1911565"/>
              <a:ext cx="923766" cy="572928"/>
              <a:chOff x="0" y="0"/>
              <a:chExt cx="364490" cy="22606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5" name="Group 85"/>
            <p:cNvGrpSpPr/>
            <p:nvPr/>
          </p:nvGrpSpPr>
          <p:grpSpPr>
            <a:xfrm>
              <a:off x="157554" y="1744192"/>
              <a:ext cx="614771" cy="527867"/>
              <a:chOff x="0" y="0"/>
              <a:chExt cx="242570" cy="20828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7" name="Group 87"/>
            <p:cNvGrpSpPr/>
            <p:nvPr/>
          </p:nvGrpSpPr>
          <p:grpSpPr>
            <a:xfrm>
              <a:off x="1560906" y="1721662"/>
              <a:ext cx="643740" cy="566491"/>
              <a:chOff x="0" y="0"/>
              <a:chExt cx="254000" cy="22352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9" name="Group 89"/>
            <p:cNvGrpSpPr/>
            <p:nvPr/>
          </p:nvGrpSpPr>
          <p:grpSpPr>
            <a:xfrm>
              <a:off x="1390735" y="220980"/>
              <a:ext cx="880110" cy="656590"/>
              <a:chOff x="0" y="0"/>
              <a:chExt cx="880110" cy="656590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49530" y="48260"/>
                <a:ext cx="784860" cy="557530"/>
              </a:xfrm>
              <a:custGeom>
                <a:avLst/>
                <a:gdLst/>
                <a:ahLst/>
                <a:cxnLst/>
                <a:rect l="l" t="t" r="r" b="b"/>
                <a:pathLst>
                  <a:path w="784860" h="557530">
                    <a:moveTo>
                      <a:pt x="10160" y="467360"/>
                    </a:moveTo>
                    <a:cubicBezTo>
                      <a:pt x="302260" y="35560"/>
                      <a:pt x="307340" y="29210"/>
                      <a:pt x="318770" y="20320"/>
                    </a:cubicBezTo>
                    <a:cubicBezTo>
                      <a:pt x="331470" y="11430"/>
                      <a:pt x="346710" y="0"/>
                      <a:pt x="361950" y="2540"/>
                    </a:cubicBezTo>
                    <a:cubicBezTo>
                      <a:pt x="381000" y="5080"/>
                      <a:pt x="411480" y="33020"/>
                      <a:pt x="420370" y="50800"/>
                    </a:cubicBezTo>
                    <a:cubicBezTo>
                      <a:pt x="426720" y="66040"/>
                      <a:pt x="421640" y="77470"/>
                      <a:pt x="421640" y="97790"/>
                    </a:cubicBezTo>
                    <a:cubicBezTo>
                      <a:pt x="422910" y="140970"/>
                      <a:pt x="444500" y="276860"/>
                      <a:pt x="422910" y="299720"/>
                    </a:cubicBezTo>
                    <a:cubicBezTo>
                      <a:pt x="411480" y="309880"/>
                      <a:pt x="374650" y="303530"/>
                      <a:pt x="373380" y="299720"/>
                    </a:cubicBezTo>
                    <a:cubicBezTo>
                      <a:pt x="370840" y="289560"/>
                      <a:pt x="532130" y="222250"/>
                      <a:pt x="590550" y="204470"/>
                    </a:cubicBezTo>
                    <a:cubicBezTo>
                      <a:pt x="627380" y="194310"/>
                      <a:pt x="656590" y="185420"/>
                      <a:pt x="684530" y="189230"/>
                    </a:cubicBezTo>
                    <a:cubicBezTo>
                      <a:pt x="708660" y="191770"/>
                      <a:pt x="731520" y="199390"/>
                      <a:pt x="746760" y="217170"/>
                    </a:cubicBezTo>
                    <a:cubicBezTo>
                      <a:pt x="767080" y="240030"/>
                      <a:pt x="775970" y="287020"/>
                      <a:pt x="779780" y="331470"/>
                    </a:cubicBezTo>
                    <a:cubicBezTo>
                      <a:pt x="784860" y="389890"/>
                      <a:pt x="777240" y="505460"/>
                      <a:pt x="759460" y="535940"/>
                    </a:cubicBezTo>
                    <a:cubicBezTo>
                      <a:pt x="751840" y="548640"/>
                      <a:pt x="741680" y="552450"/>
                      <a:pt x="731520" y="554990"/>
                    </a:cubicBezTo>
                    <a:cubicBezTo>
                      <a:pt x="721360" y="557530"/>
                      <a:pt x="708660" y="557530"/>
                      <a:pt x="698500" y="552450"/>
                    </a:cubicBezTo>
                    <a:cubicBezTo>
                      <a:pt x="685800" y="547370"/>
                      <a:pt x="670560" y="528320"/>
                      <a:pt x="666750" y="515620"/>
                    </a:cubicBezTo>
                    <a:cubicBezTo>
                      <a:pt x="662940" y="504190"/>
                      <a:pt x="664210" y="491490"/>
                      <a:pt x="670560" y="482600"/>
                    </a:cubicBezTo>
                    <a:cubicBezTo>
                      <a:pt x="676910" y="469900"/>
                      <a:pt x="694690" y="454660"/>
                      <a:pt x="708660" y="452120"/>
                    </a:cubicBezTo>
                    <a:cubicBezTo>
                      <a:pt x="723900" y="449580"/>
                      <a:pt x="745490" y="457200"/>
                      <a:pt x="755650" y="468630"/>
                    </a:cubicBezTo>
                    <a:cubicBezTo>
                      <a:pt x="765810" y="478790"/>
                      <a:pt x="770890" y="501650"/>
                      <a:pt x="768350" y="515620"/>
                    </a:cubicBezTo>
                    <a:cubicBezTo>
                      <a:pt x="767080" y="527050"/>
                      <a:pt x="759460" y="537210"/>
                      <a:pt x="751840" y="543560"/>
                    </a:cubicBezTo>
                    <a:cubicBezTo>
                      <a:pt x="742950" y="551180"/>
                      <a:pt x="730250" y="556260"/>
                      <a:pt x="720090" y="556260"/>
                    </a:cubicBezTo>
                    <a:cubicBezTo>
                      <a:pt x="709930" y="557530"/>
                      <a:pt x="697230" y="553720"/>
                      <a:pt x="688340" y="547370"/>
                    </a:cubicBezTo>
                    <a:cubicBezTo>
                      <a:pt x="679450" y="541020"/>
                      <a:pt x="671830" y="534670"/>
                      <a:pt x="668020" y="520700"/>
                    </a:cubicBezTo>
                    <a:cubicBezTo>
                      <a:pt x="656590" y="486410"/>
                      <a:pt x="680720" y="361950"/>
                      <a:pt x="674370" y="318770"/>
                    </a:cubicBezTo>
                    <a:cubicBezTo>
                      <a:pt x="671830" y="298450"/>
                      <a:pt x="656590" y="281940"/>
                      <a:pt x="661670" y="275590"/>
                    </a:cubicBezTo>
                    <a:cubicBezTo>
                      <a:pt x="666750" y="267970"/>
                      <a:pt x="709930" y="273050"/>
                      <a:pt x="711200" y="278130"/>
                    </a:cubicBezTo>
                    <a:cubicBezTo>
                      <a:pt x="712470" y="290830"/>
                      <a:pt x="483870" y="381000"/>
                      <a:pt x="417830" y="391160"/>
                    </a:cubicBezTo>
                    <a:cubicBezTo>
                      <a:pt x="386080" y="396240"/>
                      <a:pt x="361950" y="397510"/>
                      <a:pt x="345440" y="386080"/>
                    </a:cubicBezTo>
                    <a:cubicBezTo>
                      <a:pt x="330200" y="375920"/>
                      <a:pt x="326390" y="354330"/>
                      <a:pt x="321310" y="328930"/>
                    </a:cubicBezTo>
                    <a:cubicBezTo>
                      <a:pt x="312420" y="281940"/>
                      <a:pt x="316230" y="166370"/>
                      <a:pt x="322580" y="121920"/>
                    </a:cubicBezTo>
                    <a:cubicBezTo>
                      <a:pt x="325120" y="99060"/>
                      <a:pt x="325120" y="77470"/>
                      <a:pt x="335280" y="72390"/>
                    </a:cubicBezTo>
                    <a:cubicBezTo>
                      <a:pt x="346710" y="64770"/>
                      <a:pt x="387350" y="76200"/>
                      <a:pt x="391160" y="87630"/>
                    </a:cubicBezTo>
                    <a:cubicBezTo>
                      <a:pt x="396240" y="104140"/>
                      <a:pt x="347980" y="133350"/>
                      <a:pt x="317500" y="172720"/>
                    </a:cubicBezTo>
                    <a:cubicBezTo>
                      <a:pt x="260350" y="248920"/>
                      <a:pt x="125730" y="478790"/>
                      <a:pt x="83820" y="520700"/>
                    </a:cubicBezTo>
                    <a:cubicBezTo>
                      <a:pt x="72390" y="532130"/>
                      <a:pt x="67310" y="537210"/>
                      <a:pt x="57150" y="538480"/>
                    </a:cubicBezTo>
                    <a:cubicBezTo>
                      <a:pt x="45720" y="541020"/>
                      <a:pt x="25400" y="534670"/>
                      <a:pt x="16510" y="527050"/>
                    </a:cubicBezTo>
                    <a:cubicBezTo>
                      <a:pt x="7620" y="520700"/>
                      <a:pt x="2540" y="509270"/>
                      <a:pt x="1270" y="499110"/>
                    </a:cubicBezTo>
                    <a:cubicBezTo>
                      <a:pt x="0" y="488950"/>
                      <a:pt x="10160" y="467360"/>
                      <a:pt x="10160" y="46736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1" name="Group 91"/>
            <p:cNvGrpSpPr/>
            <p:nvPr/>
          </p:nvGrpSpPr>
          <p:grpSpPr>
            <a:xfrm>
              <a:off x="2025735" y="624840"/>
              <a:ext cx="595630" cy="748030"/>
              <a:chOff x="0" y="0"/>
              <a:chExt cx="595630" cy="74803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49530" y="45720"/>
                <a:ext cx="497840" cy="654050"/>
              </a:xfrm>
              <a:custGeom>
                <a:avLst/>
                <a:gdLst/>
                <a:ahLst/>
                <a:cxnLst/>
                <a:rect l="l" t="t" r="r" b="b"/>
                <a:pathLst>
                  <a:path w="497840" h="654050">
                    <a:moveTo>
                      <a:pt x="99060" y="80010"/>
                    </a:moveTo>
                    <a:cubicBezTo>
                      <a:pt x="419100" y="2540"/>
                      <a:pt x="439420" y="0"/>
                      <a:pt x="455930" y="10160"/>
                    </a:cubicBezTo>
                    <a:cubicBezTo>
                      <a:pt x="473710" y="20320"/>
                      <a:pt x="492760" y="41910"/>
                      <a:pt x="494030" y="63500"/>
                    </a:cubicBezTo>
                    <a:cubicBezTo>
                      <a:pt x="497840" y="97790"/>
                      <a:pt x="459740" y="152400"/>
                      <a:pt x="433070" y="195580"/>
                    </a:cubicBezTo>
                    <a:cubicBezTo>
                      <a:pt x="406400" y="241300"/>
                      <a:pt x="369570" y="287020"/>
                      <a:pt x="331470" y="330200"/>
                    </a:cubicBezTo>
                    <a:cubicBezTo>
                      <a:pt x="290830" y="377190"/>
                      <a:pt x="237490" y="415290"/>
                      <a:pt x="198120" y="464820"/>
                    </a:cubicBezTo>
                    <a:cubicBezTo>
                      <a:pt x="157480" y="515620"/>
                      <a:pt x="124460" y="605790"/>
                      <a:pt x="92710" y="632460"/>
                    </a:cubicBezTo>
                    <a:cubicBezTo>
                      <a:pt x="77470" y="646430"/>
                      <a:pt x="62230" y="651510"/>
                      <a:pt x="48260" y="651510"/>
                    </a:cubicBezTo>
                    <a:cubicBezTo>
                      <a:pt x="36830" y="652780"/>
                      <a:pt x="25400" y="646430"/>
                      <a:pt x="17780" y="638810"/>
                    </a:cubicBezTo>
                    <a:cubicBezTo>
                      <a:pt x="10160" y="632460"/>
                      <a:pt x="2540" y="622300"/>
                      <a:pt x="1270" y="610870"/>
                    </a:cubicBezTo>
                    <a:cubicBezTo>
                      <a:pt x="0" y="596900"/>
                      <a:pt x="5080" y="575310"/>
                      <a:pt x="15240" y="565150"/>
                    </a:cubicBezTo>
                    <a:cubicBezTo>
                      <a:pt x="25400" y="554990"/>
                      <a:pt x="46990" y="547370"/>
                      <a:pt x="60960" y="549910"/>
                    </a:cubicBezTo>
                    <a:cubicBezTo>
                      <a:pt x="74930" y="552450"/>
                      <a:pt x="92710" y="567690"/>
                      <a:pt x="99060" y="580390"/>
                    </a:cubicBezTo>
                    <a:cubicBezTo>
                      <a:pt x="104140" y="589280"/>
                      <a:pt x="105410" y="601980"/>
                      <a:pt x="101600" y="612140"/>
                    </a:cubicBezTo>
                    <a:cubicBezTo>
                      <a:pt x="97790" y="624840"/>
                      <a:pt x="83820" y="643890"/>
                      <a:pt x="69850" y="648970"/>
                    </a:cubicBezTo>
                    <a:cubicBezTo>
                      <a:pt x="57150" y="654050"/>
                      <a:pt x="34290" y="648970"/>
                      <a:pt x="22860" y="642620"/>
                    </a:cubicBezTo>
                    <a:cubicBezTo>
                      <a:pt x="12700" y="637540"/>
                      <a:pt x="6350" y="626110"/>
                      <a:pt x="2540" y="615950"/>
                    </a:cubicBezTo>
                    <a:cubicBezTo>
                      <a:pt x="0" y="605790"/>
                      <a:pt x="0" y="595630"/>
                      <a:pt x="3810" y="582930"/>
                    </a:cubicBezTo>
                    <a:cubicBezTo>
                      <a:pt x="7620" y="566420"/>
                      <a:pt x="19050" y="548640"/>
                      <a:pt x="31750" y="527050"/>
                    </a:cubicBezTo>
                    <a:cubicBezTo>
                      <a:pt x="49530" y="497840"/>
                      <a:pt x="74930" y="461010"/>
                      <a:pt x="104140" y="424180"/>
                    </a:cubicBezTo>
                    <a:cubicBezTo>
                      <a:pt x="142240" y="378460"/>
                      <a:pt x="199390" y="331470"/>
                      <a:pt x="245110" y="274320"/>
                    </a:cubicBezTo>
                    <a:cubicBezTo>
                      <a:pt x="297180" y="209550"/>
                      <a:pt x="382270" y="48260"/>
                      <a:pt x="397510" y="52070"/>
                    </a:cubicBezTo>
                    <a:cubicBezTo>
                      <a:pt x="405130" y="54610"/>
                      <a:pt x="410210" y="88900"/>
                      <a:pt x="398780" y="102870"/>
                    </a:cubicBezTo>
                    <a:cubicBezTo>
                      <a:pt x="369570" y="138430"/>
                      <a:pt x="154940" y="182880"/>
                      <a:pt x="105410" y="168910"/>
                    </a:cubicBezTo>
                    <a:cubicBezTo>
                      <a:pt x="85090" y="162560"/>
                      <a:pt x="72390" y="144780"/>
                      <a:pt x="68580" y="132080"/>
                    </a:cubicBezTo>
                    <a:cubicBezTo>
                      <a:pt x="64770" y="121920"/>
                      <a:pt x="68580" y="109220"/>
                      <a:pt x="73660" y="100330"/>
                    </a:cubicBezTo>
                    <a:cubicBezTo>
                      <a:pt x="78740" y="91440"/>
                      <a:pt x="99060" y="80010"/>
                      <a:pt x="99060" y="8001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3" name="Group 93"/>
            <p:cNvGrpSpPr/>
            <p:nvPr/>
          </p:nvGrpSpPr>
          <p:grpSpPr>
            <a:xfrm>
              <a:off x="1361525" y="697230"/>
              <a:ext cx="835660" cy="665480"/>
              <a:chOff x="0" y="0"/>
              <a:chExt cx="835660" cy="66548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49530" y="50800"/>
                <a:ext cx="739140" cy="565150"/>
              </a:xfrm>
              <a:custGeom>
                <a:avLst/>
                <a:gdLst/>
                <a:ahLst/>
                <a:cxnLst/>
                <a:rect l="l" t="t" r="r" b="b"/>
                <a:pathLst>
                  <a:path w="739140" h="565150">
                    <a:moveTo>
                      <a:pt x="53340" y="0"/>
                    </a:moveTo>
                    <a:cubicBezTo>
                      <a:pt x="317500" y="123190"/>
                      <a:pt x="381000" y="168910"/>
                      <a:pt x="439420" y="210820"/>
                    </a:cubicBezTo>
                    <a:cubicBezTo>
                      <a:pt x="492760" y="251460"/>
                      <a:pt x="539750" y="289560"/>
                      <a:pt x="586740" y="335280"/>
                    </a:cubicBezTo>
                    <a:cubicBezTo>
                      <a:pt x="637540" y="382270"/>
                      <a:pt x="717550" y="450850"/>
                      <a:pt x="731520" y="490220"/>
                    </a:cubicBezTo>
                    <a:cubicBezTo>
                      <a:pt x="739140" y="509270"/>
                      <a:pt x="737870" y="525780"/>
                      <a:pt x="730250" y="538480"/>
                    </a:cubicBezTo>
                    <a:cubicBezTo>
                      <a:pt x="723900" y="551180"/>
                      <a:pt x="703580" y="562610"/>
                      <a:pt x="689610" y="563880"/>
                    </a:cubicBezTo>
                    <a:cubicBezTo>
                      <a:pt x="675640" y="565150"/>
                      <a:pt x="655320" y="554990"/>
                      <a:pt x="645160" y="544830"/>
                    </a:cubicBezTo>
                    <a:cubicBezTo>
                      <a:pt x="637540" y="537210"/>
                      <a:pt x="635000" y="524510"/>
                      <a:pt x="635000" y="514350"/>
                    </a:cubicBezTo>
                    <a:cubicBezTo>
                      <a:pt x="633730" y="504190"/>
                      <a:pt x="636270" y="491490"/>
                      <a:pt x="643890" y="482600"/>
                    </a:cubicBezTo>
                    <a:cubicBezTo>
                      <a:pt x="652780" y="472440"/>
                      <a:pt x="674370" y="462280"/>
                      <a:pt x="687070" y="462280"/>
                    </a:cubicBezTo>
                    <a:cubicBezTo>
                      <a:pt x="698500" y="461010"/>
                      <a:pt x="709930" y="466090"/>
                      <a:pt x="717550" y="472440"/>
                    </a:cubicBezTo>
                    <a:cubicBezTo>
                      <a:pt x="726440" y="480060"/>
                      <a:pt x="734060" y="490220"/>
                      <a:pt x="735330" y="500380"/>
                    </a:cubicBezTo>
                    <a:cubicBezTo>
                      <a:pt x="737870" y="514350"/>
                      <a:pt x="734060" y="537210"/>
                      <a:pt x="723900" y="547370"/>
                    </a:cubicBezTo>
                    <a:cubicBezTo>
                      <a:pt x="715010" y="557530"/>
                      <a:pt x="692150" y="565150"/>
                      <a:pt x="679450" y="563880"/>
                    </a:cubicBezTo>
                    <a:cubicBezTo>
                      <a:pt x="668020" y="563880"/>
                      <a:pt x="662940" y="558800"/>
                      <a:pt x="648970" y="549910"/>
                    </a:cubicBezTo>
                    <a:cubicBezTo>
                      <a:pt x="609600" y="520700"/>
                      <a:pt x="508000" y="397510"/>
                      <a:pt x="439420" y="336550"/>
                    </a:cubicBezTo>
                    <a:cubicBezTo>
                      <a:pt x="381000" y="285750"/>
                      <a:pt x="328930" y="247650"/>
                      <a:pt x="269240" y="207010"/>
                    </a:cubicBezTo>
                    <a:cubicBezTo>
                      <a:pt x="207010" y="166370"/>
                      <a:pt x="116840" y="114300"/>
                      <a:pt x="71120" y="96520"/>
                    </a:cubicBezTo>
                    <a:cubicBezTo>
                      <a:pt x="48260" y="87630"/>
                      <a:pt x="29210" y="92710"/>
                      <a:pt x="17780" y="82550"/>
                    </a:cubicBezTo>
                    <a:cubicBezTo>
                      <a:pt x="6350" y="71120"/>
                      <a:pt x="0" y="45720"/>
                      <a:pt x="1270" y="33020"/>
                    </a:cubicBezTo>
                    <a:cubicBezTo>
                      <a:pt x="3810" y="21590"/>
                      <a:pt x="12700" y="12700"/>
                      <a:pt x="21590" y="6350"/>
                    </a:cubicBezTo>
                    <a:cubicBezTo>
                      <a:pt x="30480" y="1270"/>
                      <a:pt x="53340" y="0"/>
                      <a:pt x="53340" y="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5" name="Group 95"/>
            <p:cNvGrpSpPr/>
            <p:nvPr/>
          </p:nvGrpSpPr>
          <p:grpSpPr>
            <a:xfrm>
              <a:off x="1741255" y="0"/>
              <a:ext cx="185420" cy="189230"/>
              <a:chOff x="0" y="0"/>
              <a:chExt cx="185420" cy="189230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7" name="Group 97"/>
            <p:cNvGrpSpPr/>
            <p:nvPr/>
          </p:nvGrpSpPr>
          <p:grpSpPr>
            <a:xfrm>
              <a:off x="2218775" y="172720"/>
              <a:ext cx="185420" cy="189230"/>
              <a:chOff x="0" y="0"/>
              <a:chExt cx="185420" cy="18923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9" name="Group 99"/>
            <p:cNvGrpSpPr/>
            <p:nvPr/>
          </p:nvGrpSpPr>
          <p:grpSpPr>
            <a:xfrm>
              <a:off x="2574375" y="487680"/>
              <a:ext cx="185420" cy="189230"/>
              <a:chOff x="0" y="0"/>
              <a:chExt cx="185420" cy="18923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01" name="Group 101"/>
            <p:cNvGrpSpPr/>
            <p:nvPr/>
          </p:nvGrpSpPr>
          <p:grpSpPr>
            <a:xfrm>
              <a:off x="1465665" y="412750"/>
              <a:ext cx="1036320" cy="867410"/>
              <a:chOff x="0" y="0"/>
              <a:chExt cx="1036320" cy="86741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50800" y="50800"/>
                <a:ext cx="943610" cy="765810"/>
              </a:xfrm>
              <a:custGeom>
                <a:avLst/>
                <a:gdLst/>
                <a:ahLst/>
                <a:cxnLst/>
                <a:rect l="l" t="t" r="r" b="b"/>
                <a:pathLst>
                  <a:path w="943610" h="765810">
                    <a:moveTo>
                      <a:pt x="0" y="311150"/>
                    </a:moveTo>
                    <a:cubicBezTo>
                      <a:pt x="1270" y="303530"/>
                      <a:pt x="1270" y="299720"/>
                      <a:pt x="1270" y="299720"/>
                    </a:cubicBezTo>
                    <a:cubicBezTo>
                      <a:pt x="1270" y="299720"/>
                      <a:pt x="2540" y="295910"/>
                      <a:pt x="3810" y="293370"/>
                    </a:cubicBezTo>
                    <a:cubicBezTo>
                      <a:pt x="3810" y="292100"/>
                      <a:pt x="5080" y="288290"/>
                      <a:pt x="5080" y="288290"/>
                    </a:cubicBezTo>
                    <a:cubicBezTo>
                      <a:pt x="5080" y="288290"/>
                      <a:pt x="6350" y="256540"/>
                      <a:pt x="10160" y="241300"/>
                    </a:cubicBezTo>
                    <a:cubicBezTo>
                      <a:pt x="15240" y="223520"/>
                      <a:pt x="26670" y="207010"/>
                      <a:pt x="35560" y="190500"/>
                    </a:cubicBezTo>
                    <a:cubicBezTo>
                      <a:pt x="44450" y="176530"/>
                      <a:pt x="54610" y="163830"/>
                      <a:pt x="63500" y="151130"/>
                    </a:cubicBezTo>
                    <a:cubicBezTo>
                      <a:pt x="73660" y="137160"/>
                      <a:pt x="82550" y="123190"/>
                      <a:pt x="92710" y="110490"/>
                    </a:cubicBezTo>
                    <a:cubicBezTo>
                      <a:pt x="105410" y="95250"/>
                      <a:pt x="118110" y="77470"/>
                      <a:pt x="133350" y="64770"/>
                    </a:cubicBezTo>
                    <a:cubicBezTo>
                      <a:pt x="147320" y="54610"/>
                      <a:pt x="175260" y="41910"/>
                      <a:pt x="179070" y="41910"/>
                    </a:cubicBezTo>
                    <a:cubicBezTo>
                      <a:pt x="180340" y="41910"/>
                      <a:pt x="179070" y="40640"/>
                      <a:pt x="179070" y="39370"/>
                    </a:cubicBezTo>
                    <a:cubicBezTo>
                      <a:pt x="180340" y="38100"/>
                      <a:pt x="181610" y="33020"/>
                      <a:pt x="182880" y="29210"/>
                    </a:cubicBezTo>
                    <a:cubicBezTo>
                      <a:pt x="184150" y="25400"/>
                      <a:pt x="185420" y="22860"/>
                      <a:pt x="187960" y="19050"/>
                    </a:cubicBezTo>
                    <a:cubicBezTo>
                      <a:pt x="189230" y="16510"/>
                      <a:pt x="191770" y="13970"/>
                      <a:pt x="194310" y="11430"/>
                    </a:cubicBezTo>
                    <a:cubicBezTo>
                      <a:pt x="198120" y="8890"/>
                      <a:pt x="200660" y="6350"/>
                      <a:pt x="204470" y="5080"/>
                    </a:cubicBezTo>
                    <a:cubicBezTo>
                      <a:pt x="207010" y="3810"/>
                      <a:pt x="210820" y="2540"/>
                      <a:pt x="214630" y="1270"/>
                    </a:cubicBezTo>
                    <a:cubicBezTo>
                      <a:pt x="218440" y="0"/>
                      <a:pt x="222250" y="0"/>
                      <a:pt x="224790" y="0"/>
                    </a:cubicBezTo>
                    <a:cubicBezTo>
                      <a:pt x="228600" y="0"/>
                      <a:pt x="232410" y="1270"/>
                      <a:pt x="236220" y="1270"/>
                    </a:cubicBezTo>
                    <a:cubicBezTo>
                      <a:pt x="240030" y="2540"/>
                      <a:pt x="242570" y="3810"/>
                      <a:pt x="246380" y="5080"/>
                    </a:cubicBezTo>
                    <a:cubicBezTo>
                      <a:pt x="250190" y="7620"/>
                      <a:pt x="252730" y="8890"/>
                      <a:pt x="255270" y="11430"/>
                    </a:cubicBezTo>
                    <a:cubicBezTo>
                      <a:pt x="257810" y="13970"/>
                      <a:pt x="260350" y="17780"/>
                      <a:pt x="262890" y="20320"/>
                    </a:cubicBezTo>
                    <a:cubicBezTo>
                      <a:pt x="264160" y="22860"/>
                      <a:pt x="266700" y="26670"/>
                      <a:pt x="267970" y="30480"/>
                    </a:cubicBezTo>
                    <a:cubicBezTo>
                      <a:pt x="269240" y="33020"/>
                      <a:pt x="269240" y="36830"/>
                      <a:pt x="270510" y="40640"/>
                    </a:cubicBezTo>
                    <a:cubicBezTo>
                      <a:pt x="271780" y="46990"/>
                      <a:pt x="270510" y="57150"/>
                      <a:pt x="273050" y="67310"/>
                    </a:cubicBezTo>
                    <a:cubicBezTo>
                      <a:pt x="276860" y="81280"/>
                      <a:pt x="290830" y="100330"/>
                      <a:pt x="293370" y="111760"/>
                    </a:cubicBezTo>
                    <a:cubicBezTo>
                      <a:pt x="294640" y="119380"/>
                      <a:pt x="290830" y="127000"/>
                      <a:pt x="293370" y="129540"/>
                    </a:cubicBezTo>
                    <a:cubicBezTo>
                      <a:pt x="297180" y="132080"/>
                      <a:pt x="307340" y="124460"/>
                      <a:pt x="317500" y="121920"/>
                    </a:cubicBezTo>
                    <a:cubicBezTo>
                      <a:pt x="331470" y="119380"/>
                      <a:pt x="354330" y="114300"/>
                      <a:pt x="373380" y="118110"/>
                    </a:cubicBezTo>
                    <a:cubicBezTo>
                      <a:pt x="396240" y="123190"/>
                      <a:pt x="426720" y="153670"/>
                      <a:pt x="445770" y="154940"/>
                    </a:cubicBezTo>
                    <a:cubicBezTo>
                      <a:pt x="457200" y="154940"/>
                      <a:pt x="467360" y="144780"/>
                      <a:pt x="476250" y="142240"/>
                    </a:cubicBezTo>
                    <a:cubicBezTo>
                      <a:pt x="482600" y="140970"/>
                      <a:pt x="490220" y="142240"/>
                      <a:pt x="492760" y="139700"/>
                    </a:cubicBezTo>
                    <a:cubicBezTo>
                      <a:pt x="494030" y="138430"/>
                      <a:pt x="491490" y="135890"/>
                      <a:pt x="492760" y="132080"/>
                    </a:cubicBezTo>
                    <a:cubicBezTo>
                      <a:pt x="494030" y="124460"/>
                      <a:pt x="506730" y="101600"/>
                      <a:pt x="509270" y="95250"/>
                    </a:cubicBezTo>
                    <a:cubicBezTo>
                      <a:pt x="510540" y="92710"/>
                      <a:pt x="510540" y="91440"/>
                      <a:pt x="511810" y="90170"/>
                    </a:cubicBezTo>
                    <a:cubicBezTo>
                      <a:pt x="513080" y="87630"/>
                      <a:pt x="514350" y="85090"/>
                      <a:pt x="514350" y="85090"/>
                    </a:cubicBezTo>
                    <a:cubicBezTo>
                      <a:pt x="514350" y="83820"/>
                      <a:pt x="516890" y="81280"/>
                      <a:pt x="518160" y="80010"/>
                    </a:cubicBezTo>
                    <a:cubicBezTo>
                      <a:pt x="519430" y="78740"/>
                      <a:pt x="521970" y="76200"/>
                      <a:pt x="521970" y="76200"/>
                    </a:cubicBezTo>
                    <a:cubicBezTo>
                      <a:pt x="521970" y="76200"/>
                      <a:pt x="525780" y="73660"/>
                      <a:pt x="527050" y="72390"/>
                    </a:cubicBezTo>
                    <a:cubicBezTo>
                      <a:pt x="528320" y="71120"/>
                      <a:pt x="532130" y="69850"/>
                      <a:pt x="532130" y="69850"/>
                    </a:cubicBezTo>
                    <a:cubicBezTo>
                      <a:pt x="532130" y="69850"/>
                      <a:pt x="535940" y="68580"/>
                      <a:pt x="537210" y="67310"/>
                    </a:cubicBezTo>
                    <a:cubicBezTo>
                      <a:pt x="538480" y="66040"/>
                      <a:pt x="542290" y="64770"/>
                      <a:pt x="542290" y="64770"/>
                    </a:cubicBezTo>
                    <a:cubicBezTo>
                      <a:pt x="542290" y="64770"/>
                      <a:pt x="546100" y="64770"/>
                      <a:pt x="548640" y="64770"/>
                    </a:cubicBezTo>
                    <a:cubicBezTo>
                      <a:pt x="549910" y="64770"/>
                      <a:pt x="553720" y="63500"/>
                      <a:pt x="553720" y="63500"/>
                    </a:cubicBezTo>
                    <a:cubicBezTo>
                      <a:pt x="553720" y="63500"/>
                      <a:pt x="557530" y="64770"/>
                      <a:pt x="560070" y="64770"/>
                    </a:cubicBezTo>
                    <a:cubicBezTo>
                      <a:pt x="561340" y="64770"/>
                      <a:pt x="565150" y="64770"/>
                      <a:pt x="565150" y="64770"/>
                    </a:cubicBezTo>
                    <a:cubicBezTo>
                      <a:pt x="565150" y="64770"/>
                      <a:pt x="568960" y="66040"/>
                      <a:pt x="570230" y="67310"/>
                    </a:cubicBezTo>
                    <a:cubicBezTo>
                      <a:pt x="572770" y="68580"/>
                      <a:pt x="575310" y="69850"/>
                      <a:pt x="576580" y="69850"/>
                    </a:cubicBezTo>
                    <a:cubicBezTo>
                      <a:pt x="576580" y="69850"/>
                      <a:pt x="579120" y="71120"/>
                      <a:pt x="580390" y="72390"/>
                    </a:cubicBezTo>
                    <a:cubicBezTo>
                      <a:pt x="582930" y="73660"/>
                      <a:pt x="585470" y="76200"/>
                      <a:pt x="585470" y="76200"/>
                    </a:cubicBezTo>
                    <a:cubicBezTo>
                      <a:pt x="585470" y="76200"/>
                      <a:pt x="588010" y="78740"/>
                      <a:pt x="589280" y="80010"/>
                    </a:cubicBezTo>
                    <a:cubicBezTo>
                      <a:pt x="590550" y="81280"/>
                      <a:pt x="593090" y="83820"/>
                      <a:pt x="593090" y="83820"/>
                    </a:cubicBezTo>
                    <a:cubicBezTo>
                      <a:pt x="593090" y="85090"/>
                      <a:pt x="594360" y="87630"/>
                      <a:pt x="595630" y="88900"/>
                    </a:cubicBezTo>
                    <a:cubicBezTo>
                      <a:pt x="596900" y="91440"/>
                      <a:pt x="598170" y="93980"/>
                      <a:pt x="598170" y="93980"/>
                    </a:cubicBezTo>
                    <a:cubicBezTo>
                      <a:pt x="598170" y="95250"/>
                      <a:pt x="599440" y="97790"/>
                      <a:pt x="599440" y="100330"/>
                    </a:cubicBezTo>
                    <a:cubicBezTo>
                      <a:pt x="600710" y="101600"/>
                      <a:pt x="600710" y="105410"/>
                      <a:pt x="600710" y="105410"/>
                    </a:cubicBezTo>
                    <a:cubicBezTo>
                      <a:pt x="600710" y="105410"/>
                      <a:pt x="600710" y="109220"/>
                      <a:pt x="600710" y="111760"/>
                    </a:cubicBezTo>
                    <a:cubicBezTo>
                      <a:pt x="600710" y="113030"/>
                      <a:pt x="600710" y="116840"/>
                      <a:pt x="600710" y="116840"/>
                    </a:cubicBezTo>
                    <a:cubicBezTo>
                      <a:pt x="600710" y="116840"/>
                      <a:pt x="600710" y="121920"/>
                      <a:pt x="599440" y="123190"/>
                    </a:cubicBezTo>
                    <a:cubicBezTo>
                      <a:pt x="599440" y="123190"/>
                      <a:pt x="599440" y="124460"/>
                      <a:pt x="599440" y="124460"/>
                    </a:cubicBezTo>
                    <a:cubicBezTo>
                      <a:pt x="600710" y="125730"/>
                      <a:pt x="605790" y="123190"/>
                      <a:pt x="610870" y="123190"/>
                    </a:cubicBezTo>
                    <a:cubicBezTo>
                      <a:pt x="623570" y="124460"/>
                      <a:pt x="661670" y="129540"/>
                      <a:pt x="678180" y="142240"/>
                    </a:cubicBezTo>
                    <a:cubicBezTo>
                      <a:pt x="689610" y="151130"/>
                      <a:pt x="697230" y="166370"/>
                      <a:pt x="701040" y="181610"/>
                    </a:cubicBezTo>
                    <a:cubicBezTo>
                      <a:pt x="706120" y="196850"/>
                      <a:pt x="703580" y="215900"/>
                      <a:pt x="699770" y="231140"/>
                    </a:cubicBezTo>
                    <a:cubicBezTo>
                      <a:pt x="695960" y="246380"/>
                      <a:pt x="692150" y="260350"/>
                      <a:pt x="681990" y="273050"/>
                    </a:cubicBezTo>
                    <a:cubicBezTo>
                      <a:pt x="669290" y="288290"/>
                      <a:pt x="626110" y="311150"/>
                      <a:pt x="624840" y="311150"/>
                    </a:cubicBezTo>
                    <a:cubicBezTo>
                      <a:pt x="624840" y="311150"/>
                      <a:pt x="624840" y="341630"/>
                      <a:pt x="624840" y="350520"/>
                    </a:cubicBezTo>
                    <a:cubicBezTo>
                      <a:pt x="624840" y="354330"/>
                      <a:pt x="624840" y="356870"/>
                      <a:pt x="624840" y="359410"/>
                    </a:cubicBezTo>
                    <a:cubicBezTo>
                      <a:pt x="626110" y="364490"/>
                      <a:pt x="631190" y="373380"/>
                      <a:pt x="633730" y="374650"/>
                    </a:cubicBezTo>
                    <a:cubicBezTo>
                      <a:pt x="635000" y="374650"/>
                      <a:pt x="636270" y="370840"/>
                      <a:pt x="637540" y="369570"/>
                    </a:cubicBezTo>
                    <a:cubicBezTo>
                      <a:pt x="638810" y="368300"/>
                      <a:pt x="640080" y="369570"/>
                      <a:pt x="641350" y="368300"/>
                    </a:cubicBezTo>
                    <a:cubicBezTo>
                      <a:pt x="642620" y="367030"/>
                      <a:pt x="641350" y="364490"/>
                      <a:pt x="642620" y="361950"/>
                    </a:cubicBezTo>
                    <a:cubicBezTo>
                      <a:pt x="648970" y="354330"/>
                      <a:pt x="681990" y="332740"/>
                      <a:pt x="699770" y="326390"/>
                    </a:cubicBezTo>
                    <a:cubicBezTo>
                      <a:pt x="715010" y="322580"/>
                      <a:pt x="731520" y="327660"/>
                      <a:pt x="744220" y="323850"/>
                    </a:cubicBezTo>
                    <a:cubicBezTo>
                      <a:pt x="753110" y="321310"/>
                      <a:pt x="762000" y="313690"/>
                      <a:pt x="767080" y="311150"/>
                    </a:cubicBezTo>
                    <a:cubicBezTo>
                      <a:pt x="769620" y="309880"/>
                      <a:pt x="770890" y="309880"/>
                      <a:pt x="772160" y="308610"/>
                    </a:cubicBezTo>
                    <a:cubicBezTo>
                      <a:pt x="774700" y="308610"/>
                      <a:pt x="778510" y="306070"/>
                      <a:pt x="778510" y="306070"/>
                    </a:cubicBezTo>
                    <a:cubicBezTo>
                      <a:pt x="778510" y="306070"/>
                      <a:pt x="782320" y="306070"/>
                      <a:pt x="783590" y="304800"/>
                    </a:cubicBezTo>
                    <a:cubicBezTo>
                      <a:pt x="786130" y="304800"/>
                      <a:pt x="789940" y="303530"/>
                      <a:pt x="789940" y="303530"/>
                    </a:cubicBezTo>
                    <a:cubicBezTo>
                      <a:pt x="789940" y="303530"/>
                      <a:pt x="793750" y="304800"/>
                      <a:pt x="796290" y="304800"/>
                    </a:cubicBezTo>
                    <a:cubicBezTo>
                      <a:pt x="797560" y="304800"/>
                      <a:pt x="802640" y="304800"/>
                      <a:pt x="802640" y="304800"/>
                    </a:cubicBezTo>
                    <a:cubicBezTo>
                      <a:pt x="802640" y="304800"/>
                      <a:pt x="806450" y="306070"/>
                      <a:pt x="807720" y="306070"/>
                    </a:cubicBezTo>
                    <a:cubicBezTo>
                      <a:pt x="810260" y="307340"/>
                      <a:pt x="814070" y="307340"/>
                      <a:pt x="814070" y="307340"/>
                    </a:cubicBezTo>
                    <a:cubicBezTo>
                      <a:pt x="814070" y="308610"/>
                      <a:pt x="817880" y="309880"/>
                      <a:pt x="819150" y="311150"/>
                    </a:cubicBezTo>
                    <a:cubicBezTo>
                      <a:pt x="820420" y="312420"/>
                      <a:pt x="821690" y="313690"/>
                      <a:pt x="824230" y="313690"/>
                    </a:cubicBezTo>
                    <a:cubicBezTo>
                      <a:pt x="828040" y="313690"/>
                      <a:pt x="835660" y="304800"/>
                      <a:pt x="844550" y="304800"/>
                    </a:cubicBezTo>
                    <a:cubicBezTo>
                      <a:pt x="863600" y="303530"/>
                      <a:pt x="922020" y="316230"/>
                      <a:pt x="933450" y="335280"/>
                    </a:cubicBezTo>
                    <a:cubicBezTo>
                      <a:pt x="943610" y="350520"/>
                      <a:pt x="937260" y="381000"/>
                      <a:pt x="928370" y="396240"/>
                    </a:cubicBezTo>
                    <a:cubicBezTo>
                      <a:pt x="919480" y="410210"/>
                      <a:pt x="900430" y="417830"/>
                      <a:pt x="883920" y="427990"/>
                    </a:cubicBezTo>
                    <a:cubicBezTo>
                      <a:pt x="864870" y="438150"/>
                      <a:pt x="821690" y="450850"/>
                      <a:pt x="820420" y="455930"/>
                    </a:cubicBezTo>
                    <a:cubicBezTo>
                      <a:pt x="819150" y="457200"/>
                      <a:pt x="820420" y="458470"/>
                      <a:pt x="821690" y="458470"/>
                    </a:cubicBezTo>
                    <a:cubicBezTo>
                      <a:pt x="821690" y="461010"/>
                      <a:pt x="824230" y="464820"/>
                      <a:pt x="824230" y="464820"/>
                    </a:cubicBezTo>
                    <a:cubicBezTo>
                      <a:pt x="824230" y="464820"/>
                      <a:pt x="825500" y="468630"/>
                      <a:pt x="825500" y="471170"/>
                    </a:cubicBezTo>
                    <a:cubicBezTo>
                      <a:pt x="826770" y="472440"/>
                      <a:pt x="826770" y="476250"/>
                      <a:pt x="826770" y="476250"/>
                    </a:cubicBezTo>
                    <a:cubicBezTo>
                      <a:pt x="826770" y="476250"/>
                      <a:pt x="826770" y="481330"/>
                      <a:pt x="826770" y="482600"/>
                    </a:cubicBezTo>
                    <a:cubicBezTo>
                      <a:pt x="826770" y="485140"/>
                      <a:pt x="826770" y="488950"/>
                      <a:pt x="826770" y="488950"/>
                    </a:cubicBezTo>
                    <a:cubicBezTo>
                      <a:pt x="826770" y="488950"/>
                      <a:pt x="825500" y="492760"/>
                      <a:pt x="825500" y="495300"/>
                    </a:cubicBezTo>
                    <a:cubicBezTo>
                      <a:pt x="825500" y="496570"/>
                      <a:pt x="824230" y="501650"/>
                      <a:pt x="824230" y="501650"/>
                    </a:cubicBezTo>
                    <a:cubicBezTo>
                      <a:pt x="824230" y="501650"/>
                      <a:pt x="821690" y="504190"/>
                      <a:pt x="821690" y="506730"/>
                    </a:cubicBezTo>
                    <a:cubicBezTo>
                      <a:pt x="820420" y="508000"/>
                      <a:pt x="817880" y="511810"/>
                      <a:pt x="817880" y="511810"/>
                    </a:cubicBezTo>
                    <a:cubicBezTo>
                      <a:pt x="817880" y="511810"/>
                      <a:pt x="815340" y="515620"/>
                      <a:pt x="814070" y="516890"/>
                    </a:cubicBezTo>
                    <a:cubicBezTo>
                      <a:pt x="812800" y="518160"/>
                      <a:pt x="810260" y="520700"/>
                      <a:pt x="810260" y="520700"/>
                    </a:cubicBezTo>
                    <a:cubicBezTo>
                      <a:pt x="810260" y="521970"/>
                      <a:pt x="810260" y="521970"/>
                      <a:pt x="810260" y="521970"/>
                    </a:cubicBezTo>
                    <a:cubicBezTo>
                      <a:pt x="810260" y="521970"/>
                      <a:pt x="806450" y="523240"/>
                      <a:pt x="805180" y="524510"/>
                    </a:cubicBezTo>
                    <a:cubicBezTo>
                      <a:pt x="802640" y="525780"/>
                      <a:pt x="800100" y="528320"/>
                      <a:pt x="800100" y="528320"/>
                    </a:cubicBezTo>
                    <a:cubicBezTo>
                      <a:pt x="800100" y="528320"/>
                      <a:pt x="796290" y="529590"/>
                      <a:pt x="793750" y="530860"/>
                    </a:cubicBezTo>
                    <a:cubicBezTo>
                      <a:pt x="792480" y="530860"/>
                      <a:pt x="788670" y="532130"/>
                      <a:pt x="787400" y="532130"/>
                    </a:cubicBezTo>
                    <a:cubicBezTo>
                      <a:pt x="787400" y="532130"/>
                      <a:pt x="783590" y="533400"/>
                      <a:pt x="782320" y="533400"/>
                    </a:cubicBezTo>
                    <a:cubicBezTo>
                      <a:pt x="779780" y="533400"/>
                      <a:pt x="775970" y="534670"/>
                      <a:pt x="775970" y="534670"/>
                    </a:cubicBezTo>
                    <a:cubicBezTo>
                      <a:pt x="775970" y="534670"/>
                      <a:pt x="754380" y="553720"/>
                      <a:pt x="749300" y="561340"/>
                    </a:cubicBezTo>
                    <a:cubicBezTo>
                      <a:pt x="746760" y="566420"/>
                      <a:pt x="749300" y="574040"/>
                      <a:pt x="746760" y="576580"/>
                    </a:cubicBezTo>
                    <a:cubicBezTo>
                      <a:pt x="744220" y="579120"/>
                      <a:pt x="737870" y="576580"/>
                      <a:pt x="732790" y="579120"/>
                    </a:cubicBezTo>
                    <a:cubicBezTo>
                      <a:pt x="722630" y="585470"/>
                      <a:pt x="702310" y="614680"/>
                      <a:pt x="697230" y="619760"/>
                    </a:cubicBezTo>
                    <a:cubicBezTo>
                      <a:pt x="695960" y="622300"/>
                      <a:pt x="694690" y="622300"/>
                      <a:pt x="693420" y="623570"/>
                    </a:cubicBezTo>
                    <a:cubicBezTo>
                      <a:pt x="692150" y="626110"/>
                      <a:pt x="690880" y="633730"/>
                      <a:pt x="688340" y="635000"/>
                    </a:cubicBezTo>
                    <a:cubicBezTo>
                      <a:pt x="685800" y="636270"/>
                      <a:pt x="684530" y="635000"/>
                      <a:pt x="681990" y="636270"/>
                    </a:cubicBezTo>
                    <a:cubicBezTo>
                      <a:pt x="674370" y="638810"/>
                      <a:pt x="654050" y="666750"/>
                      <a:pt x="647700" y="669290"/>
                    </a:cubicBezTo>
                    <a:cubicBezTo>
                      <a:pt x="646430" y="670560"/>
                      <a:pt x="645160" y="669290"/>
                      <a:pt x="645160" y="669290"/>
                    </a:cubicBezTo>
                    <a:cubicBezTo>
                      <a:pt x="645160" y="669290"/>
                      <a:pt x="645160" y="669290"/>
                      <a:pt x="645160" y="670560"/>
                    </a:cubicBezTo>
                    <a:cubicBezTo>
                      <a:pt x="645160" y="670560"/>
                      <a:pt x="645160" y="671830"/>
                      <a:pt x="646430" y="673100"/>
                    </a:cubicBezTo>
                    <a:cubicBezTo>
                      <a:pt x="646430" y="673100"/>
                      <a:pt x="646430" y="674370"/>
                      <a:pt x="647700" y="674370"/>
                    </a:cubicBezTo>
                    <a:cubicBezTo>
                      <a:pt x="647700" y="676910"/>
                      <a:pt x="647700" y="678180"/>
                      <a:pt x="648970" y="680720"/>
                    </a:cubicBezTo>
                    <a:cubicBezTo>
                      <a:pt x="648970" y="681990"/>
                      <a:pt x="650240" y="684530"/>
                      <a:pt x="650240" y="685800"/>
                    </a:cubicBezTo>
                    <a:cubicBezTo>
                      <a:pt x="651510" y="687070"/>
                      <a:pt x="650240" y="687070"/>
                      <a:pt x="651510" y="688340"/>
                    </a:cubicBezTo>
                    <a:cubicBezTo>
                      <a:pt x="651510" y="689610"/>
                      <a:pt x="651510" y="689610"/>
                      <a:pt x="651510" y="690880"/>
                    </a:cubicBezTo>
                    <a:cubicBezTo>
                      <a:pt x="651510" y="692150"/>
                      <a:pt x="651510" y="694690"/>
                      <a:pt x="651510" y="695960"/>
                    </a:cubicBezTo>
                    <a:cubicBezTo>
                      <a:pt x="651510" y="698500"/>
                      <a:pt x="651510" y="701040"/>
                      <a:pt x="651510" y="702310"/>
                    </a:cubicBezTo>
                    <a:cubicBezTo>
                      <a:pt x="651510" y="703580"/>
                      <a:pt x="651510" y="703580"/>
                      <a:pt x="650240" y="704850"/>
                    </a:cubicBezTo>
                    <a:cubicBezTo>
                      <a:pt x="650240" y="706120"/>
                      <a:pt x="650240" y="706120"/>
                      <a:pt x="650240" y="707390"/>
                    </a:cubicBezTo>
                    <a:cubicBezTo>
                      <a:pt x="650240" y="708660"/>
                      <a:pt x="648970" y="711200"/>
                      <a:pt x="648970" y="712470"/>
                    </a:cubicBezTo>
                    <a:cubicBezTo>
                      <a:pt x="647700" y="715010"/>
                      <a:pt x="647700" y="716280"/>
                      <a:pt x="646430" y="717550"/>
                    </a:cubicBezTo>
                    <a:cubicBezTo>
                      <a:pt x="646430" y="718820"/>
                      <a:pt x="645160" y="718820"/>
                      <a:pt x="645160" y="720090"/>
                    </a:cubicBezTo>
                    <a:cubicBezTo>
                      <a:pt x="645160" y="721360"/>
                      <a:pt x="645160" y="721360"/>
                      <a:pt x="643890" y="722630"/>
                    </a:cubicBezTo>
                    <a:cubicBezTo>
                      <a:pt x="643890" y="723900"/>
                      <a:pt x="641350" y="725170"/>
                      <a:pt x="640080" y="726440"/>
                    </a:cubicBezTo>
                    <a:cubicBezTo>
                      <a:pt x="640080" y="728980"/>
                      <a:pt x="638810" y="730250"/>
                      <a:pt x="637540" y="731520"/>
                    </a:cubicBezTo>
                    <a:cubicBezTo>
                      <a:pt x="636270" y="732790"/>
                      <a:pt x="636270" y="732790"/>
                      <a:pt x="635000" y="732790"/>
                    </a:cubicBezTo>
                    <a:cubicBezTo>
                      <a:pt x="635000" y="734060"/>
                      <a:pt x="635000" y="734060"/>
                      <a:pt x="633730" y="734060"/>
                    </a:cubicBezTo>
                    <a:cubicBezTo>
                      <a:pt x="633730" y="735330"/>
                      <a:pt x="633730" y="737870"/>
                      <a:pt x="633730" y="737870"/>
                    </a:cubicBezTo>
                    <a:cubicBezTo>
                      <a:pt x="633730" y="737870"/>
                      <a:pt x="631190" y="740410"/>
                      <a:pt x="631190" y="741680"/>
                    </a:cubicBezTo>
                    <a:cubicBezTo>
                      <a:pt x="629920" y="744220"/>
                      <a:pt x="628650" y="746760"/>
                      <a:pt x="628650" y="746760"/>
                    </a:cubicBezTo>
                    <a:cubicBezTo>
                      <a:pt x="628650" y="746760"/>
                      <a:pt x="626110" y="749300"/>
                      <a:pt x="624840" y="750570"/>
                    </a:cubicBezTo>
                    <a:cubicBezTo>
                      <a:pt x="623570" y="751840"/>
                      <a:pt x="621030" y="754380"/>
                      <a:pt x="621030" y="754380"/>
                    </a:cubicBezTo>
                    <a:cubicBezTo>
                      <a:pt x="621030" y="754380"/>
                      <a:pt x="618490" y="756920"/>
                      <a:pt x="615950" y="758190"/>
                    </a:cubicBezTo>
                    <a:cubicBezTo>
                      <a:pt x="614680" y="758190"/>
                      <a:pt x="612140" y="760730"/>
                      <a:pt x="612140" y="760730"/>
                    </a:cubicBezTo>
                    <a:cubicBezTo>
                      <a:pt x="612140" y="760730"/>
                      <a:pt x="608330" y="762000"/>
                      <a:pt x="607060" y="762000"/>
                    </a:cubicBezTo>
                    <a:cubicBezTo>
                      <a:pt x="605790" y="763270"/>
                      <a:pt x="601980" y="764540"/>
                      <a:pt x="601980" y="764540"/>
                    </a:cubicBezTo>
                    <a:cubicBezTo>
                      <a:pt x="601980" y="764540"/>
                      <a:pt x="598170" y="764540"/>
                      <a:pt x="596900" y="764540"/>
                    </a:cubicBezTo>
                    <a:cubicBezTo>
                      <a:pt x="594360" y="764540"/>
                      <a:pt x="591820" y="765810"/>
                      <a:pt x="591820" y="765810"/>
                    </a:cubicBezTo>
                    <a:cubicBezTo>
                      <a:pt x="590550" y="765810"/>
                      <a:pt x="588010" y="764540"/>
                      <a:pt x="585470" y="764540"/>
                    </a:cubicBezTo>
                    <a:cubicBezTo>
                      <a:pt x="584200" y="764540"/>
                      <a:pt x="580390" y="763270"/>
                      <a:pt x="580390" y="763270"/>
                    </a:cubicBezTo>
                    <a:cubicBezTo>
                      <a:pt x="580390" y="763270"/>
                      <a:pt x="577850" y="762000"/>
                      <a:pt x="575310" y="762000"/>
                    </a:cubicBezTo>
                    <a:cubicBezTo>
                      <a:pt x="574040" y="760730"/>
                      <a:pt x="570230" y="759460"/>
                      <a:pt x="570230" y="759460"/>
                    </a:cubicBezTo>
                    <a:cubicBezTo>
                      <a:pt x="570230" y="759460"/>
                      <a:pt x="567690" y="758190"/>
                      <a:pt x="566420" y="756920"/>
                    </a:cubicBezTo>
                    <a:cubicBezTo>
                      <a:pt x="565150" y="755650"/>
                      <a:pt x="562610" y="753110"/>
                      <a:pt x="562610" y="753110"/>
                    </a:cubicBezTo>
                    <a:cubicBezTo>
                      <a:pt x="562610" y="753110"/>
                      <a:pt x="560070" y="750570"/>
                      <a:pt x="558800" y="749300"/>
                    </a:cubicBezTo>
                    <a:cubicBezTo>
                      <a:pt x="557530" y="748030"/>
                      <a:pt x="554990" y="745490"/>
                      <a:pt x="554990" y="745490"/>
                    </a:cubicBezTo>
                    <a:cubicBezTo>
                      <a:pt x="554990" y="745490"/>
                      <a:pt x="553720" y="741680"/>
                      <a:pt x="552450" y="740410"/>
                    </a:cubicBezTo>
                    <a:cubicBezTo>
                      <a:pt x="552450" y="739140"/>
                      <a:pt x="549910" y="735330"/>
                      <a:pt x="549910" y="735330"/>
                    </a:cubicBezTo>
                    <a:cubicBezTo>
                      <a:pt x="549910" y="735330"/>
                      <a:pt x="549910" y="732790"/>
                      <a:pt x="548640" y="730250"/>
                    </a:cubicBezTo>
                    <a:cubicBezTo>
                      <a:pt x="548640" y="728980"/>
                      <a:pt x="548640" y="725170"/>
                      <a:pt x="548640" y="725170"/>
                    </a:cubicBezTo>
                    <a:cubicBezTo>
                      <a:pt x="548640" y="725170"/>
                      <a:pt x="548640" y="721360"/>
                      <a:pt x="548640" y="720090"/>
                    </a:cubicBezTo>
                    <a:cubicBezTo>
                      <a:pt x="548640" y="718820"/>
                      <a:pt x="548640" y="715010"/>
                      <a:pt x="548640" y="715010"/>
                    </a:cubicBezTo>
                    <a:cubicBezTo>
                      <a:pt x="548640" y="715010"/>
                      <a:pt x="547370" y="703580"/>
                      <a:pt x="544830" y="698500"/>
                    </a:cubicBezTo>
                    <a:cubicBezTo>
                      <a:pt x="542290" y="690880"/>
                      <a:pt x="538480" y="683260"/>
                      <a:pt x="532130" y="675640"/>
                    </a:cubicBezTo>
                    <a:cubicBezTo>
                      <a:pt x="525780" y="668020"/>
                      <a:pt x="509270" y="655320"/>
                      <a:pt x="506730" y="654050"/>
                    </a:cubicBezTo>
                    <a:cubicBezTo>
                      <a:pt x="506730" y="654050"/>
                      <a:pt x="502920" y="651510"/>
                      <a:pt x="501650" y="650240"/>
                    </a:cubicBezTo>
                    <a:cubicBezTo>
                      <a:pt x="499110" y="650240"/>
                      <a:pt x="496570" y="647700"/>
                      <a:pt x="496570" y="647700"/>
                    </a:cubicBezTo>
                    <a:cubicBezTo>
                      <a:pt x="496570" y="647700"/>
                      <a:pt x="492760" y="645160"/>
                      <a:pt x="491490" y="643890"/>
                    </a:cubicBezTo>
                    <a:cubicBezTo>
                      <a:pt x="490220" y="641350"/>
                      <a:pt x="487680" y="638810"/>
                      <a:pt x="487680" y="638810"/>
                    </a:cubicBezTo>
                    <a:cubicBezTo>
                      <a:pt x="486410" y="638810"/>
                      <a:pt x="453390" y="633730"/>
                      <a:pt x="436880" y="626110"/>
                    </a:cubicBezTo>
                    <a:cubicBezTo>
                      <a:pt x="420370" y="615950"/>
                      <a:pt x="405130" y="595630"/>
                      <a:pt x="388620" y="584200"/>
                    </a:cubicBezTo>
                    <a:cubicBezTo>
                      <a:pt x="374650" y="574040"/>
                      <a:pt x="359410" y="568960"/>
                      <a:pt x="344170" y="560070"/>
                    </a:cubicBezTo>
                    <a:cubicBezTo>
                      <a:pt x="330200" y="549910"/>
                      <a:pt x="316230" y="539750"/>
                      <a:pt x="302260" y="528320"/>
                    </a:cubicBezTo>
                    <a:cubicBezTo>
                      <a:pt x="288290" y="518160"/>
                      <a:pt x="266700" y="499110"/>
                      <a:pt x="260350" y="497840"/>
                    </a:cubicBezTo>
                    <a:cubicBezTo>
                      <a:pt x="259080" y="496570"/>
                      <a:pt x="257810" y="499110"/>
                      <a:pt x="256540" y="497840"/>
                    </a:cubicBezTo>
                    <a:cubicBezTo>
                      <a:pt x="252730" y="496570"/>
                      <a:pt x="250190" y="488950"/>
                      <a:pt x="245110" y="483870"/>
                    </a:cubicBezTo>
                    <a:cubicBezTo>
                      <a:pt x="238760" y="476250"/>
                      <a:pt x="229870" y="467360"/>
                      <a:pt x="220980" y="458470"/>
                    </a:cubicBezTo>
                    <a:cubicBezTo>
                      <a:pt x="210820" y="449580"/>
                      <a:pt x="203200" y="436880"/>
                      <a:pt x="191770" y="429260"/>
                    </a:cubicBezTo>
                    <a:cubicBezTo>
                      <a:pt x="180340" y="421640"/>
                      <a:pt x="162560" y="420370"/>
                      <a:pt x="153670" y="414020"/>
                    </a:cubicBezTo>
                    <a:cubicBezTo>
                      <a:pt x="146050" y="408940"/>
                      <a:pt x="140970" y="396240"/>
                      <a:pt x="138430" y="396240"/>
                    </a:cubicBezTo>
                    <a:cubicBezTo>
                      <a:pt x="137160" y="396240"/>
                      <a:pt x="135890" y="398780"/>
                      <a:pt x="135890" y="398780"/>
                    </a:cubicBezTo>
                    <a:cubicBezTo>
                      <a:pt x="135890" y="398780"/>
                      <a:pt x="132080" y="401320"/>
                      <a:pt x="130810" y="402590"/>
                    </a:cubicBezTo>
                    <a:cubicBezTo>
                      <a:pt x="129540" y="403860"/>
                      <a:pt x="125730" y="405130"/>
                      <a:pt x="125730" y="405130"/>
                    </a:cubicBezTo>
                    <a:cubicBezTo>
                      <a:pt x="125730" y="405130"/>
                      <a:pt x="121920" y="406400"/>
                      <a:pt x="120650" y="407670"/>
                    </a:cubicBezTo>
                    <a:cubicBezTo>
                      <a:pt x="118110" y="407670"/>
                      <a:pt x="114300" y="408940"/>
                      <a:pt x="114300" y="408940"/>
                    </a:cubicBezTo>
                    <a:cubicBezTo>
                      <a:pt x="114300" y="408940"/>
                      <a:pt x="110490" y="410210"/>
                      <a:pt x="109220" y="410210"/>
                    </a:cubicBezTo>
                    <a:cubicBezTo>
                      <a:pt x="106680" y="410210"/>
                      <a:pt x="102870" y="410210"/>
                      <a:pt x="102870" y="410210"/>
                    </a:cubicBezTo>
                    <a:cubicBezTo>
                      <a:pt x="102870" y="410210"/>
                      <a:pt x="99060" y="410210"/>
                      <a:pt x="97790" y="408940"/>
                    </a:cubicBezTo>
                    <a:cubicBezTo>
                      <a:pt x="95250" y="408940"/>
                      <a:pt x="91440" y="408940"/>
                      <a:pt x="91440" y="408940"/>
                    </a:cubicBezTo>
                    <a:cubicBezTo>
                      <a:pt x="91440" y="408940"/>
                      <a:pt x="87630" y="407670"/>
                      <a:pt x="86360" y="406400"/>
                    </a:cubicBezTo>
                    <a:cubicBezTo>
                      <a:pt x="85090" y="405130"/>
                      <a:pt x="81280" y="403860"/>
                      <a:pt x="81280" y="403860"/>
                    </a:cubicBezTo>
                    <a:cubicBezTo>
                      <a:pt x="81280" y="403860"/>
                      <a:pt x="77470" y="401320"/>
                      <a:pt x="76200" y="400050"/>
                    </a:cubicBezTo>
                    <a:cubicBezTo>
                      <a:pt x="74930" y="400050"/>
                      <a:pt x="71120" y="397510"/>
                      <a:pt x="71120" y="397510"/>
                    </a:cubicBezTo>
                    <a:cubicBezTo>
                      <a:pt x="71120" y="397510"/>
                      <a:pt x="68580" y="393700"/>
                      <a:pt x="68580" y="392430"/>
                    </a:cubicBezTo>
                    <a:cubicBezTo>
                      <a:pt x="67310" y="391160"/>
                      <a:pt x="64770" y="388620"/>
                      <a:pt x="64770" y="388620"/>
                    </a:cubicBezTo>
                    <a:cubicBezTo>
                      <a:pt x="64770" y="388620"/>
                      <a:pt x="62230" y="384810"/>
                      <a:pt x="62230" y="383540"/>
                    </a:cubicBezTo>
                    <a:cubicBezTo>
                      <a:pt x="60960" y="381000"/>
                      <a:pt x="59690" y="378460"/>
                      <a:pt x="59690" y="378460"/>
                    </a:cubicBezTo>
                    <a:cubicBezTo>
                      <a:pt x="59690" y="377190"/>
                      <a:pt x="58420" y="374650"/>
                      <a:pt x="58420" y="372110"/>
                    </a:cubicBezTo>
                    <a:cubicBezTo>
                      <a:pt x="57150" y="370840"/>
                      <a:pt x="57150" y="367030"/>
                      <a:pt x="57150" y="367030"/>
                    </a:cubicBezTo>
                    <a:cubicBezTo>
                      <a:pt x="57150" y="367030"/>
                      <a:pt x="57150" y="361950"/>
                      <a:pt x="57150" y="360680"/>
                    </a:cubicBezTo>
                    <a:cubicBezTo>
                      <a:pt x="57150" y="359410"/>
                      <a:pt x="57150" y="359410"/>
                      <a:pt x="57150" y="358140"/>
                    </a:cubicBezTo>
                    <a:cubicBezTo>
                      <a:pt x="57150" y="358140"/>
                      <a:pt x="54610" y="359410"/>
                      <a:pt x="54610" y="359410"/>
                    </a:cubicBezTo>
                    <a:cubicBezTo>
                      <a:pt x="54610" y="359410"/>
                      <a:pt x="50800" y="359410"/>
                      <a:pt x="49530" y="359410"/>
                    </a:cubicBezTo>
                    <a:cubicBezTo>
                      <a:pt x="46990" y="359410"/>
                      <a:pt x="43180" y="359410"/>
                      <a:pt x="43180" y="359410"/>
                    </a:cubicBezTo>
                    <a:cubicBezTo>
                      <a:pt x="43180" y="359410"/>
                      <a:pt x="39370" y="358140"/>
                      <a:pt x="38100" y="358140"/>
                    </a:cubicBezTo>
                    <a:cubicBezTo>
                      <a:pt x="35560" y="356870"/>
                      <a:pt x="31750" y="356870"/>
                      <a:pt x="31750" y="356870"/>
                    </a:cubicBezTo>
                    <a:cubicBezTo>
                      <a:pt x="31750" y="356870"/>
                      <a:pt x="27940" y="354330"/>
                      <a:pt x="26670" y="354330"/>
                    </a:cubicBezTo>
                    <a:cubicBezTo>
                      <a:pt x="25400" y="353060"/>
                      <a:pt x="21590" y="350520"/>
                      <a:pt x="21590" y="350520"/>
                    </a:cubicBezTo>
                    <a:cubicBezTo>
                      <a:pt x="21590" y="350520"/>
                      <a:pt x="17780" y="347980"/>
                      <a:pt x="16510" y="346710"/>
                    </a:cubicBezTo>
                    <a:cubicBezTo>
                      <a:pt x="15240" y="345440"/>
                      <a:pt x="12700" y="342900"/>
                      <a:pt x="12700" y="342900"/>
                    </a:cubicBezTo>
                    <a:cubicBezTo>
                      <a:pt x="12700" y="342900"/>
                      <a:pt x="10160" y="340360"/>
                      <a:pt x="8890" y="339090"/>
                    </a:cubicBezTo>
                    <a:cubicBezTo>
                      <a:pt x="7620" y="336550"/>
                      <a:pt x="6350" y="334010"/>
                      <a:pt x="6350" y="334010"/>
                    </a:cubicBezTo>
                    <a:cubicBezTo>
                      <a:pt x="5080" y="334010"/>
                      <a:pt x="3810" y="330200"/>
                      <a:pt x="3810" y="327660"/>
                    </a:cubicBezTo>
                    <a:cubicBezTo>
                      <a:pt x="2540" y="326390"/>
                      <a:pt x="1270" y="322580"/>
                      <a:pt x="1270" y="322580"/>
                    </a:cubicBezTo>
                    <a:cubicBezTo>
                      <a:pt x="1270" y="322580"/>
                      <a:pt x="1270" y="318770"/>
                      <a:pt x="1270" y="317500"/>
                    </a:cubicBezTo>
                    <a:cubicBezTo>
                      <a:pt x="0" y="314960"/>
                      <a:pt x="0" y="311150"/>
                      <a:pt x="0" y="311150"/>
                    </a:cubicBezTo>
                    <a:moveTo>
                      <a:pt x="292100" y="377190"/>
                    </a:moveTo>
                    <a:cubicBezTo>
                      <a:pt x="299720" y="382270"/>
                      <a:pt x="299720" y="379730"/>
                      <a:pt x="299720" y="379730"/>
                    </a:cubicBezTo>
                    <a:cubicBezTo>
                      <a:pt x="300990" y="378460"/>
                      <a:pt x="302260" y="377190"/>
                      <a:pt x="300990" y="375920"/>
                    </a:cubicBezTo>
                    <a:cubicBezTo>
                      <a:pt x="300990" y="373380"/>
                      <a:pt x="294640" y="365760"/>
                      <a:pt x="293370" y="367030"/>
                    </a:cubicBezTo>
                    <a:cubicBezTo>
                      <a:pt x="290830" y="367030"/>
                      <a:pt x="292100" y="377190"/>
                      <a:pt x="292100" y="377190"/>
                    </a:cubicBezTo>
                    <a:moveTo>
                      <a:pt x="486410" y="400050"/>
                    </a:moveTo>
                    <a:cubicBezTo>
                      <a:pt x="487680" y="401320"/>
                      <a:pt x="490220" y="398780"/>
                      <a:pt x="492760" y="397510"/>
                    </a:cubicBezTo>
                    <a:cubicBezTo>
                      <a:pt x="494030" y="396240"/>
                      <a:pt x="497840" y="394970"/>
                      <a:pt x="497840" y="394970"/>
                    </a:cubicBezTo>
                    <a:cubicBezTo>
                      <a:pt x="497840" y="394970"/>
                      <a:pt x="501650" y="393700"/>
                      <a:pt x="502920" y="392430"/>
                    </a:cubicBezTo>
                    <a:cubicBezTo>
                      <a:pt x="505460" y="391160"/>
                      <a:pt x="509270" y="389890"/>
                      <a:pt x="509270" y="389890"/>
                    </a:cubicBezTo>
                    <a:cubicBezTo>
                      <a:pt x="509270" y="389890"/>
                      <a:pt x="510540" y="391160"/>
                      <a:pt x="511810" y="389890"/>
                    </a:cubicBezTo>
                    <a:cubicBezTo>
                      <a:pt x="513080" y="388620"/>
                      <a:pt x="513080" y="378460"/>
                      <a:pt x="510540" y="378460"/>
                    </a:cubicBezTo>
                    <a:cubicBezTo>
                      <a:pt x="506730" y="375920"/>
                      <a:pt x="486410" y="400050"/>
                      <a:pt x="486410" y="40005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103" name="Group 103"/>
          <p:cNvGrpSpPr/>
          <p:nvPr/>
        </p:nvGrpSpPr>
        <p:grpSpPr>
          <a:xfrm>
            <a:off x="11289997" y="6507480"/>
            <a:ext cx="111442" cy="108585"/>
            <a:chOff x="0" y="0"/>
            <a:chExt cx="148590" cy="144780"/>
          </a:xfrm>
        </p:grpSpPr>
        <p:sp>
          <p:nvSpPr>
            <p:cNvPr id="104" name="Freeform 104"/>
            <p:cNvSpPr/>
            <p:nvPr/>
          </p:nvSpPr>
          <p:spPr>
            <a:xfrm>
              <a:off x="45720" y="45720"/>
              <a:ext cx="50800" cy="52070"/>
            </a:xfrm>
            <a:custGeom>
              <a:avLst/>
              <a:gdLst/>
              <a:ahLst/>
              <a:cxnLst/>
              <a:rect l="l" t="t" r="r" b="b"/>
              <a:pathLst>
                <a:path w="50800" h="52070">
                  <a:moveTo>
                    <a:pt x="50800" y="17780"/>
                  </a:moveTo>
                  <a:cubicBezTo>
                    <a:pt x="29210" y="52070"/>
                    <a:pt x="8890" y="45720"/>
                    <a:pt x="5080" y="38100"/>
                  </a:cubicBezTo>
                  <a:cubicBezTo>
                    <a:pt x="0" y="31750"/>
                    <a:pt x="3810" y="10160"/>
                    <a:pt x="11430" y="5080"/>
                  </a:cubicBezTo>
                  <a:cubicBezTo>
                    <a:pt x="17780" y="0"/>
                    <a:pt x="44450" y="7620"/>
                    <a:pt x="44450" y="76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11061397" y="6297930"/>
            <a:ext cx="85725" cy="82868"/>
            <a:chOff x="0" y="0"/>
            <a:chExt cx="114300" cy="110490"/>
          </a:xfrm>
        </p:grpSpPr>
        <p:sp>
          <p:nvSpPr>
            <p:cNvPr id="106" name="Freeform 106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7" name="Group 107"/>
          <p:cNvGrpSpPr/>
          <p:nvPr/>
        </p:nvGrpSpPr>
        <p:grpSpPr>
          <a:xfrm>
            <a:off x="10404171" y="3606059"/>
            <a:ext cx="1771650" cy="2040255"/>
            <a:chOff x="0" y="0"/>
            <a:chExt cx="2362200" cy="2720340"/>
          </a:xfrm>
        </p:grpSpPr>
        <p:grpSp>
          <p:nvGrpSpPr>
            <p:cNvPr id="108" name="Group 108"/>
            <p:cNvGrpSpPr/>
            <p:nvPr/>
          </p:nvGrpSpPr>
          <p:grpSpPr>
            <a:xfrm>
              <a:off x="0" y="0"/>
              <a:ext cx="2362200" cy="2362200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463330" y="754431"/>
              <a:ext cx="534304" cy="524648"/>
              <a:chOff x="0" y="0"/>
              <a:chExt cx="210820" cy="20701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3" name="Group 113"/>
            <p:cNvGrpSpPr/>
            <p:nvPr/>
          </p:nvGrpSpPr>
          <p:grpSpPr>
            <a:xfrm>
              <a:off x="1300192" y="760868"/>
              <a:ext cx="537523" cy="505336"/>
              <a:chOff x="0" y="0"/>
              <a:chExt cx="212090" cy="19939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5" name="Group 115"/>
            <p:cNvGrpSpPr/>
            <p:nvPr/>
          </p:nvGrpSpPr>
          <p:grpSpPr>
            <a:xfrm>
              <a:off x="157554" y="973302"/>
              <a:ext cx="614771" cy="527867"/>
              <a:chOff x="0" y="0"/>
              <a:chExt cx="242570" cy="20828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7" name="Group 117"/>
            <p:cNvGrpSpPr/>
            <p:nvPr/>
          </p:nvGrpSpPr>
          <p:grpSpPr>
            <a:xfrm>
              <a:off x="1560906" y="950772"/>
              <a:ext cx="643740" cy="566491"/>
              <a:chOff x="0" y="0"/>
              <a:chExt cx="254000" cy="22352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9" name="Group 119"/>
            <p:cNvGrpSpPr/>
            <p:nvPr/>
          </p:nvGrpSpPr>
          <p:grpSpPr>
            <a:xfrm>
              <a:off x="1278165" y="829310"/>
              <a:ext cx="563880" cy="201930"/>
              <a:chOff x="0" y="0"/>
              <a:chExt cx="563880" cy="201930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48260" y="39370"/>
                <a:ext cx="46990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119380">
                    <a:moveTo>
                      <a:pt x="419100" y="110490"/>
                    </a:moveTo>
                    <a:cubicBezTo>
                      <a:pt x="222250" y="99060"/>
                      <a:pt x="78740" y="119380"/>
                      <a:pt x="39370" y="110490"/>
                    </a:cubicBezTo>
                    <a:cubicBezTo>
                      <a:pt x="25400" y="107950"/>
                      <a:pt x="19050" y="105410"/>
                      <a:pt x="13970" y="97790"/>
                    </a:cubicBezTo>
                    <a:cubicBezTo>
                      <a:pt x="6350" y="86360"/>
                      <a:pt x="2540" y="55880"/>
                      <a:pt x="8890" y="43180"/>
                    </a:cubicBezTo>
                    <a:cubicBezTo>
                      <a:pt x="13970" y="33020"/>
                      <a:pt x="31750" y="22860"/>
                      <a:pt x="44450" y="22860"/>
                    </a:cubicBezTo>
                    <a:cubicBezTo>
                      <a:pt x="55880" y="21590"/>
                      <a:pt x="74930" y="30480"/>
                      <a:pt x="81280" y="40640"/>
                    </a:cubicBezTo>
                    <a:cubicBezTo>
                      <a:pt x="88900" y="49530"/>
                      <a:pt x="92710" y="69850"/>
                      <a:pt x="88900" y="81280"/>
                    </a:cubicBezTo>
                    <a:cubicBezTo>
                      <a:pt x="83820" y="92710"/>
                      <a:pt x="69850" y="106680"/>
                      <a:pt x="58420" y="109220"/>
                    </a:cubicBezTo>
                    <a:cubicBezTo>
                      <a:pt x="45720" y="113030"/>
                      <a:pt x="26670" y="107950"/>
                      <a:pt x="17780" y="100330"/>
                    </a:cubicBezTo>
                    <a:cubicBezTo>
                      <a:pt x="7620" y="92710"/>
                      <a:pt x="0" y="73660"/>
                      <a:pt x="2540" y="62230"/>
                    </a:cubicBezTo>
                    <a:cubicBezTo>
                      <a:pt x="5080" y="48260"/>
                      <a:pt x="17780" y="33020"/>
                      <a:pt x="39370" y="22860"/>
                    </a:cubicBezTo>
                    <a:cubicBezTo>
                      <a:pt x="90170" y="0"/>
                      <a:pt x="266700" y="5080"/>
                      <a:pt x="342900" y="11430"/>
                    </a:cubicBezTo>
                    <a:cubicBezTo>
                      <a:pt x="391160" y="16510"/>
                      <a:pt x="440690" y="19050"/>
                      <a:pt x="457200" y="36830"/>
                    </a:cubicBezTo>
                    <a:cubicBezTo>
                      <a:pt x="468630" y="49530"/>
                      <a:pt x="469900" y="74930"/>
                      <a:pt x="463550" y="87630"/>
                    </a:cubicBezTo>
                    <a:cubicBezTo>
                      <a:pt x="457200" y="99060"/>
                      <a:pt x="419100" y="110490"/>
                      <a:pt x="419100" y="1104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1" name="Group 121"/>
            <p:cNvGrpSpPr/>
            <p:nvPr/>
          </p:nvGrpSpPr>
          <p:grpSpPr>
            <a:xfrm>
              <a:off x="436155" y="812800"/>
              <a:ext cx="584200" cy="205740"/>
              <a:chOff x="0" y="0"/>
              <a:chExt cx="584200" cy="20574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50800" y="45720"/>
                <a:ext cx="48641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486410" h="124460">
                    <a:moveTo>
                      <a:pt x="40640" y="21590"/>
                    </a:moveTo>
                    <a:cubicBezTo>
                      <a:pt x="247650" y="2540"/>
                      <a:pt x="337820" y="0"/>
                      <a:pt x="391160" y="10160"/>
                    </a:cubicBezTo>
                    <a:cubicBezTo>
                      <a:pt x="426720" y="16510"/>
                      <a:pt x="466090" y="25400"/>
                      <a:pt x="477520" y="43180"/>
                    </a:cubicBezTo>
                    <a:cubicBezTo>
                      <a:pt x="486410" y="53340"/>
                      <a:pt x="485140" y="72390"/>
                      <a:pt x="480060" y="83820"/>
                    </a:cubicBezTo>
                    <a:cubicBezTo>
                      <a:pt x="474980" y="95250"/>
                      <a:pt x="459740" y="107950"/>
                      <a:pt x="447040" y="109220"/>
                    </a:cubicBezTo>
                    <a:cubicBezTo>
                      <a:pt x="435610" y="111760"/>
                      <a:pt x="416560" y="104140"/>
                      <a:pt x="407670" y="96520"/>
                    </a:cubicBezTo>
                    <a:cubicBezTo>
                      <a:pt x="400050" y="90170"/>
                      <a:pt x="396240" y="80010"/>
                      <a:pt x="396240" y="71120"/>
                    </a:cubicBezTo>
                    <a:cubicBezTo>
                      <a:pt x="394970" y="59690"/>
                      <a:pt x="402590" y="40640"/>
                      <a:pt x="411480" y="31750"/>
                    </a:cubicBezTo>
                    <a:cubicBezTo>
                      <a:pt x="417830" y="25400"/>
                      <a:pt x="427990" y="20320"/>
                      <a:pt x="436880" y="21590"/>
                    </a:cubicBezTo>
                    <a:cubicBezTo>
                      <a:pt x="450850" y="22860"/>
                      <a:pt x="474980" y="39370"/>
                      <a:pt x="481330" y="50800"/>
                    </a:cubicBezTo>
                    <a:cubicBezTo>
                      <a:pt x="486410" y="59690"/>
                      <a:pt x="485140" y="71120"/>
                      <a:pt x="482600" y="80010"/>
                    </a:cubicBezTo>
                    <a:cubicBezTo>
                      <a:pt x="477520" y="90170"/>
                      <a:pt x="468630" y="102870"/>
                      <a:pt x="452120" y="107950"/>
                    </a:cubicBezTo>
                    <a:cubicBezTo>
                      <a:pt x="408940" y="124460"/>
                      <a:pt x="267970" y="91440"/>
                      <a:pt x="191770" y="92710"/>
                    </a:cubicBezTo>
                    <a:cubicBezTo>
                      <a:pt x="134620" y="93980"/>
                      <a:pt x="67310" y="115570"/>
                      <a:pt x="38100" y="109220"/>
                    </a:cubicBezTo>
                    <a:cubicBezTo>
                      <a:pt x="24130" y="106680"/>
                      <a:pt x="16510" y="101600"/>
                      <a:pt x="10160" y="93980"/>
                    </a:cubicBezTo>
                    <a:cubicBezTo>
                      <a:pt x="3810" y="86360"/>
                      <a:pt x="0" y="73660"/>
                      <a:pt x="0" y="63500"/>
                    </a:cubicBezTo>
                    <a:cubicBezTo>
                      <a:pt x="1270" y="54610"/>
                      <a:pt x="6350" y="41910"/>
                      <a:pt x="12700" y="35560"/>
                    </a:cubicBezTo>
                    <a:cubicBezTo>
                      <a:pt x="19050" y="27940"/>
                      <a:pt x="40640" y="21590"/>
                      <a:pt x="40640" y="215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3" name="Group 123"/>
            <p:cNvGrpSpPr/>
            <p:nvPr/>
          </p:nvGrpSpPr>
          <p:grpSpPr>
            <a:xfrm>
              <a:off x="733335" y="1352550"/>
              <a:ext cx="890270" cy="209550"/>
              <a:chOff x="0" y="0"/>
              <a:chExt cx="890270" cy="20955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46990" y="46990"/>
                <a:ext cx="792480" cy="123190"/>
              </a:xfrm>
              <a:custGeom>
                <a:avLst/>
                <a:gdLst/>
                <a:ahLst/>
                <a:cxnLst/>
                <a:rect l="l" t="t" r="r" b="b"/>
                <a:pathLst>
                  <a:path w="792480" h="123190">
                    <a:moveTo>
                      <a:pt x="40640" y="3810"/>
                    </a:moveTo>
                    <a:cubicBezTo>
                      <a:pt x="210820" y="58420"/>
                      <a:pt x="274320" y="58420"/>
                      <a:pt x="345440" y="60960"/>
                    </a:cubicBezTo>
                    <a:cubicBezTo>
                      <a:pt x="439420" y="64770"/>
                      <a:pt x="595630" y="73660"/>
                      <a:pt x="671830" y="60960"/>
                    </a:cubicBezTo>
                    <a:cubicBezTo>
                      <a:pt x="713740" y="53340"/>
                      <a:pt x="745490" y="21590"/>
                      <a:pt x="767080" y="26670"/>
                    </a:cubicBezTo>
                    <a:cubicBezTo>
                      <a:pt x="778510" y="30480"/>
                      <a:pt x="792480" y="45720"/>
                      <a:pt x="791210" y="54610"/>
                    </a:cubicBezTo>
                    <a:cubicBezTo>
                      <a:pt x="791210" y="62230"/>
                      <a:pt x="772160" y="77470"/>
                      <a:pt x="763270" y="77470"/>
                    </a:cubicBezTo>
                    <a:cubicBezTo>
                      <a:pt x="755650" y="77470"/>
                      <a:pt x="746760" y="69850"/>
                      <a:pt x="744220" y="63500"/>
                    </a:cubicBezTo>
                    <a:cubicBezTo>
                      <a:pt x="740410" y="58420"/>
                      <a:pt x="739140" y="45720"/>
                      <a:pt x="744220" y="40640"/>
                    </a:cubicBezTo>
                    <a:cubicBezTo>
                      <a:pt x="749300" y="33020"/>
                      <a:pt x="772160" y="26670"/>
                      <a:pt x="779780" y="30480"/>
                    </a:cubicBezTo>
                    <a:cubicBezTo>
                      <a:pt x="787400" y="35560"/>
                      <a:pt x="791210" y="55880"/>
                      <a:pt x="787400" y="67310"/>
                    </a:cubicBezTo>
                    <a:cubicBezTo>
                      <a:pt x="781050" y="81280"/>
                      <a:pt x="762000" y="92710"/>
                      <a:pt x="734060" y="101600"/>
                    </a:cubicBezTo>
                    <a:cubicBezTo>
                      <a:pt x="665480" y="123190"/>
                      <a:pt x="445770" y="113030"/>
                      <a:pt x="344170" y="111760"/>
                    </a:cubicBezTo>
                    <a:cubicBezTo>
                      <a:pt x="280670" y="110490"/>
                      <a:pt x="234950" y="107950"/>
                      <a:pt x="186690" y="101600"/>
                    </a:cubicBezTo>
                    <a:cubicBezTo>
                      <a:pt x="144780" y="95250"/>
                      <a:pt x="104140" y="87630"/>
                      <a:pt x="71120" y="73660"/>
                    </a:cubicBezTo>
                    <a:cubicBezTo>
                      <a:pt x="44450" y="63500"/>
                      <a:pt x="8890" y="48260"/>
                      <a:pt x="3810" y="33020"/>
                    </a:cubicBezTo>
                    <a:cubicBezTo>
                      <a:pt x="0" y="24130"/>
                      <a:pt x="6350" y="10160"/>
                      <a:pt x="12700" y="5080"/>
                    </a:cubicBezTo>
                    <a:cubicBezTo>
                      <a:pt x="19050" y="0"/>
                      <a:pt x="40640" y="3810"/>
                      <a:pt x="40640" y="38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5" name="Group 125"/>
            <p:cNvGrpSpPr/>
            <p:nvPr/>
          </p:nvGrpSpPr>
          <p:grpSpPr>
            <a:xfrm>
              <a:off x="913040" y="2239010"/>
              <a:ext cx="344170" cy="345440"/>
              <a:chOff x="0" y="0"/>
              <a:chExt cx="344170" cy="34544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49530" y="49530"/>
                <a:ext cx="242570" cy="248920"/>
              </a:xfrm>
              <a:custGeom>
                <a:avLst/>
                <a:gdLst/>
                <a:ahLst/>
                <a:cxnLst/>
                <a:rect l="l" t="t" r="r" b="b"/>
                <a:pathLst>
                  <a:path w="242570" h="248920">
                    <a:moveTo>
                      <a:pt x="1270" y="102870"/>
                    </a:moveTo>
                    <a:cubicBezTo>
                      <a:pt x="24130" y="30480"/>
                      <a:pt x="40640" y="19050"/>
                      <a:pt x="57150" y="11430"/>
                    </a:cubicBezTo>
                    <a:cubicBezTo>
                      <a:pt x="72390" y="3810"/>
                      <a:pt x="90170" y="2540"/>
                      <a:pt x="107950" y="1270"/>
                    </a:cubicBezTo>
                    <a:cubicBezTo>
                      <a:pt x="127000" y="0"/>
                      <a:pt x="149860" y="0"/>
                      <a:pt x="168910" y="5080"/>
                    </a:cubicBezTo>
                    <a:cubicBezTo>
                      <a:pt x="189230" y="11430"/>
                      <a:pt x="213360" y="21590"/>
                      <a:pt x="226060" y="38100"/>
                    </a:cubicBezTo>
                    <a:cubicBezTo>
                      <a:pt x="237490" y="54610"/>
                      <a:pt x="242570" y="86360"/>
                      <a:pt x="242570" y="101600"/>
                    </a:cubicBezTo>
                    <a:cubicBezTo>
                      <a:pt x="242570" y="110490"/>
                      <a:pt x="237490" y="114300"/>
                      <a:pt x="237490" y="121920"/>
                    </a:cubicBezTo>
                    <a:cubicBezTo>
                      <a:pt x="236220" y="130810"/>
                      <a:pt x="241300" y="139700"/>
                      <a:pt x="241300" y="151130"/>
                    </a:cubicBezTo>
                    <a:cubicBezTo>
                      <a:pt x="240030" y="168910"/>
                      <a:pt x="233680" y="203200"/>
                      <a:pt x="222250" y="218440"/>
                    </a:cubicBezTo>
                    <a:cubicBezTo>
                      <a:pt x="213360" y="231140"/>
                      <a:pt x="198120" y="238760"/>
                      <a:pt x="182880" y="243840"/>
                    </a:cubicBezTo>
                    <a:cubicBezTo>
                      <a:pt x="163830" y="248920"/>
                      <a:pt x="132080" y="247650"/>
                      <a:pt x="115570" y="243840"/>
                    </a:cubicBezTo>
                    <a:cubicBezTo>
                      <a:pt x="102870" y="241300"/>
                      <a:pt x="90170" y="232410"/>
                      <a:pt x="86360" y="232410"/>
                    </a:cubicBezTo>
                    <a:cubicBezTo>
                      <a:pt x="82550" y="231140"/>
                      <a:pt x="50800" y="224790"/>
                      <a:pt x="38100" y="213360"/>
                    </a:cubicBezTo>
                    <a:cubicBezTo>
                      <a:pt x="25400" y="201930"/>
                      <a:pt x="13970" y="168910"/>
                      <a:pt x="12700" y="165100"/>
                    </a:cubicBezTo>
                    <a:cubicBezTo>
                      <a:pt x="12700" y="163830"/>
                      <a:pt x="12700" y="165100"/>
                      <a:pt x="12700" y="163830"/>
                    </a:cubicBezTo>
                    <a:cubicBezTo>
                      <a:pt x="11430" y="162560"/>
                      <a:pt x="5080" y="154940"/>
                      <a:pt x="2540" y="147320"/>
                    </a:cubicBezTo>
                    <a:cubicBezTo>
                      <a:pt x="0" y="135890"/>
                      <a:pt x="1270" y="102870"/>
                      <a:pt x="1270" y="10287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7" name="Group 127"/>
            <p:cNvGrpSpPr/>
            <p:nvPr/>
          </p:nvGrpSpPr>
          <p:grpSpPr>
            <a:xfrm>
              <a:off x="1067980" y="2089150"/>
              <a:ext cx="563880" cy="603250"/>
              <a:chOff x="0" y="0"/>
              <a:chExt cx="563880" cy="60325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45720" y="46990"/>
                <a:ext cx="473710" cy="511810"/>
              </a:xfrm>
              <a:custGeom>
                <a:avLst/>
                <a:gdLst/>
                <a:ahLst/>
                <a:cxnLst/>
                <a:rect l="l" t="t" r="r" b="b"/>
                <a:pathLst>
                  <a:path w="473710" h="511810">
                    <a:moveTo>
                      <a:pt x="43180" y="143510"/>
                    </a:moveTo>
                    <a:cubicBezTo>
                      <a:pt x="156210" y="54610"/>
                      <a:pt x="194310" y="33020"/>
                      <a:pt x="231140" y="21590"/>
                    </a:cubicBezTo>
                    <a:cubicBezTo>
                      <a:pt x="265430" y="10160"/>
                      <a:pt x="304800" y="0"/>
                      <a:pt x="335280" y="3810"/>
                    </a:cubicBezTo>
                    <a:cubicBezTo>
                      <a:pt x="359410" y="7620"/>
                      <a:pt x="384810" y="22860"/>
                      <a:pt x="400050" y="38100"/>
                    </a:cubicBezTo>
                    <a:cubicBezTo>
                      <a:pt x="414020" y="49530"/>
                      <a:pt x="419100" y="60960"/>
                      <a:pt x="426720" y="80010"/>
                    </a:cubicBezTo>
                    <a:cubicBezTo>
                      <a:pt x="441960" y="116840"/>
                      <a:pt x="459740" y="198120"/>
                      <a:pt x="464820" y="245110"/>
                    </a:cubicBezTo>
                    <a:cubicBezTo>
                      <a:pt x="469900" y="280670"/>
                      <a:pt x="473710" y="308610"/>
                      <a:pt x="466090" y="340360"/>
                    </a:cubicBezTo>
                    <a:cubicBezTo>
                      <a:pt x="458470" y="375920"/>
                      <a:pt x="441960" y="421640"/>
                      <a:pt x="411480" y="448310"/>
                    </a:cubicBezTo>
                    <a:cubicBezTo>
                      <a:pt x="375920" y="480060"/>
                      <a:pt x="302260" y="497840"/>
                      <a:pt x="256540" y="505460"/>
                    </a:cubicBezTo>
                    <a:cubicBezTo>
                      <a:pt x="219710" y="510540"/>
                      <a:pt x="191770" y="511810"/>
                      <a:pt x="156210" y="500380"/>
                    </a:cubicBezTo>
                    <a:cubicBezTo>
                      <a:pt x="110490" y="483870"/>
                      <a:pt x="25400" y="429260"/>
                      <a:pt x="8890" y="397510"/>
                    </a:cubicBezTo>
                    <a:cubicBezTo>
                      <a:pt x="0" y="379730"/>
                      <a:pt x="3810" y="360680"/>
                      <a:pt x="8890" y="347980"/>
                    </a:cubicBezTo>
                    <a:cubicBezTo>
                      <a:pt x="13970" y="337820"/>
                      <a:pt x="24130" y="328930"/>
                      <a:pt x="33020" y="325120"/>
                    </a:cubicBezTo>
                    <a:cubicBezTo>
                      <a:pt x="43180" y="320040"/>
                      <a:pt x="55880" y="317500"/>
                      <a:pt x="67310" y="321310"/>
                    </a:cubicBezTo>
                    <a:cubicBezTo>
                      <a:pt x="80010" y="325120"/>
                      <a:pt x="99060" y="339090"/>
                      <a:pt x="104140" y="353060"/>
                    </a:cubicBezTo>
                    <a:cubicBezTo>
                      <a:pt x="109220" y="367030"/>
                      <a:pt x="106680" y="389890"/>
                      <a:pt x="99060" y="402590"/>
                    </a:cubicBezTo>
                    <a:cubicBezTo>
                      <a:pt x="91440" y="414020"/>
                      <a:pt x="68580" y="424180"/>
                      <a:pt x="55880" y="425450"/>
                    </a:cubicBezTo>
                    <a:cubicBezTo>
                      <a:pt x="44450" y="425450"/>
                      <a:pt x="31750" y="420370"/>
                      <a:pt x="24130" y="414020"/>
                    </a:cubicBezTo>
                    <a:cubicBezTo>
                      <a:pt x="15240" y="407670"/>
                      <a:pt x="7620" y="396240"/>
                      <a:pt x="5080" y="386080"/>
                    </a:cubicBezTo>
                    <a:cubicBezTo>
                      <a:pt x="2540" y="375920"/>
                      <a:pt x="1270" y="363220"/>
                      <a:pt x="6350" y="353060"/>
                    </a:cubicBezTo>
                    <a:cubicBezTo>
                      <a:pt x="12700" y="340360"/>
                      <a:pt x="30480" y="325120"/>
                      <a:pt x="44450" y="321310"/>
                    </a:cubicBezTo>
                    <a:cubicBezTo>
                      <a:pt x="54610" y="317500"/>
                      <a:pt x="63500" y="320040"/>
                      <a:pt x="77470" y="325120"/>
                    </a:cubicBezTo>
                    <a:cubicBezTo>
                      <a:pt x="102870" y="334010"/>
                      <a:pt x="148590" y="379730"/>
                      <a:pt x="176530" y="391160"/>
                    </a:cubicBezTo>
                    <a:cubicBezTo>
                      <a:pt x="194310" y="398780"/>
                      <a:pt x="204470" y="401320"/>
                      <a:pt x="223520" y="401320"/>
                    </a:cubicBezTo>
                    <a:cubicBezTo>
                      <a:pt x="251460" y="401320"/>
                      <a:pt x="304800" y="394970"/>
                      <a:pt x="328930" y="381000"/>
                    </a:cubicBezTo>
                    <a:cubicBezTo>
                      <a:pt x="345440" y="370840"/>
                      <a:pt x="355600" y="359410"/>
                      <a:pt x="361950" y="340360"/>
                    </a:cubicBezTo>
                    <a:cubicBezTo>
                      <a:pt x="373380" y="308610"/>
                      <a:pt x="368300" y="236220"/>
                      <a:pt x="359410" y="194310"/>
                    </a:cubicBezTo>
                    <a:cubicBezTo>
                      <a:pt x="351790" y="160020"/>
                      <a:pt x="344170" y="115570"/>
                      <a:pt x="321310" y="104140"/>
                    </a:cubicBezTo>
                    <a:cubicBezTo>
                      <a:pt x="298450" y="91440"/>
                      <a:pt x="256540" y="111760"/>
                      <a:pt x="222250" y="127000"/>
                    </a:cubicBezTo>
                    <a:cubicBezTo>
                      <a:pt x="176530" y="146050"/>
                      <a:pt x="113030" y="220980"/>
                      <a:pt x="78740" y="222250"/>
                    </a:cubicBezTo>
                    <a:cubicBezTo>
                      <a:pt x="59690" y="222250"/>
                      <a:pt x="40640" y="208280"/>
                      <a:pt x="34290" y="194310"/>
                    </a:cubicBezTo>
                    <a:cubicBezTo>
                      <a:pt x="27940" y="181610"/>
                      <a:pt x="43180" y="143510"/>
                      <a:pt x="43180" y="1435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9" name="Group 129"/>
            <p:cNvGrpSpPr/>
            <p:nvPr/>
          </p:nvGrpSpPr>
          <p:grpSpPr>
            <a:xfrm>
              <a:off x="571410" y="2090420"/>
              <a:ext cx="543560" cy="629920"/>
              <a:chOff x="0" y="0"/>
              <a:chExt cx="543560" cy="62992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43180" y="44450"/>
                <a:ext cx="45593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455930" h="542290">
                    <a:moveTo>
                      <a:pt x="335280" y="212090"/>
                    </a:moveTo>
                    <a:cubicBezTo>
                      <a:pt x="191770" y="97790"/>
                      <a:pt x="151130" y="92710"/>
                      <a:pt x="129540" y="114300"/>
                    </a:cubicBezTo>
                    <a:cubicBezTo>
                      <a:pt x="91440" y="152400"/>
                      <a:pt x="86360" y="382270"/>
                      <a:pt x="111760" y="417830"/>
                    </a:cubicBezTo>
                    <a:cubicBezTo>
                      <a:pt x="121920" y="431800"/>
                      <a:pt x="139700" y="429260"/>
                      <a:pt x="156210" y="430530"/>
                    </a:cubicBezTo>
                    <a:cubicBezTo>
                      <a:pt x="172720" y="430530"/>
                      <a:pt x="186690" y="427990"/>
                      <a:pt x="209550" y="419100"/>
                    </a:cubicBezTo>
                    <a:cubicBezTo>
                      <a:pt x="255270" y="401320"/>
                      <a:pt x="361950" y="304800"/>
                      <a:pt x="398780" y="300990"/>
                    </a:cubicBezTo>
                    <a:cubicBezTo>
                      <a:pt x="412750" y="299720"/>
                      <a:pt x="421640" y="304800"/>
                      <a:pt x="430530" y="311150"/>
                    </a:cubicBezTo>
                    <a:cubicBezTo>
                      <a:pt x="439420" y="317500"/>
                      <a:pt x="447040" y="328930"/>
                      <a:pt x="449580" y="339090"/>
                    </a:cubicBezTo>
                    <a:cubicBezTo>
                      <a:pt x="452120" y="349250"/>
                      <a:pt x="452120" y="363220"/>
                      <a:pt x="448310" y="373380"/>
                    </a:cubicBezTo>
                    <a:cubicBezTo>
                      <a:pt x="443230" y="382270"/>
                      <a:pt x="435610" y="393700"/>
                      <a:pt x="425450" y="398780"/>
                    </a:cubicBezTo>
                    <a:cubicBezTo>
                      <a:pt x="414020" y="405130"/>
                      <a:pt x="389890" y="407670"/>
                      <a:pt x="377190" y="401320"/>
                    </a:cubicBezTo>
                    <a:cubicBezTo>
                      <a:pt x="363220" y="394970"/>
                      <a:pt x="349250" y="375920"/>
                      <a:pt x="346710" y="361950"/>
                    </a:cubicBezTo>
                    <a:cubicBezTo>
                      <a:pt x="344170" y="347980"/>
                      <a:pt x="353060" y="325120"/>
                      <a:pt x="361950" y="314960"/>
                    </a:cubicBezTo>
                    <a:cubicBezTo>
                      <a:pt x="369570" y="307340"/>
                      <a:pt x="382270" y="300990"/>
                      <a:pt x="392430" y="300990"/>
                    </a:cubicBezTo>
                    <a:cubicBezTo>
                      <a:pt x="406400" y="300990"/>
                      <a:pt x="429260" y="308610"/>
                      <a:pt x="439420" y="318770"/>
                    </a:cubicBezTo>
                    <a:cubicBezTo>
                      <a:pt x="448310" y="330200"/>
                      <a:pt x="455930" y="350520"/>
                      <a:pt x="449580" y="367030"/>
                    </a:cubicBezTo>
                    <a:cubicBezTo>
                      <a:pt x="439420" y="398780"/>
                      <a:pt x="370840" y="440690"/>
                      <a:pt x="326390" y="468630"/>
                    </a:cubicBezTo>
                    <a:cubicBezTo>
                      <a:pt x="283210" y="496570"/>
                      <a:pt x="228600" y="524510"/>
                      <a:pt x="185420" y="534670"/>
                    </a:cubicBezTo>
                    <a:cubicBezTo>
                      <a:pt x="149860" y="542290"/>
                      <a:pt x="114300" y="541020"/>
                      <a:pt x="87630" y="533400"/>
                    </a:cubicBezTo>
                    <a:cubicBezTo>
                      <a:pt x="66040" y="527050"/>
                      <a:pt x="46990" y="516890"/>
                      <a:pt x="34290" y="502920"/>
                    </a:cubicBezTo>
                    <a:cubicBezTo>
                      <a:pt x="20320" y="486410"/>
                      <a:pt x="12700" y="466090"/>
                      <a:pt x="7620" y="440690"/>
                    </a:cubicBezTo>
                    <a:cubicBezTo>
                      <a:pt x="0" y="402590"/>
                      <a:pt x="5080" y="344170"/>
                      <a:pt x="8890" y="292100"/>
                    </a:cubicBezTo>
                    <a:cubicBezTo>
                      <a:pt x="12700" y="236220"/>
                      <a:pt x="21590" y="161290"/>
                      <a:pt x="33020" y="119380"/>
                    </a:cubicBezTo>
                    <a:cubicBezTo>
                      <a:pt x="39370" y="95250"/>
                      <a:pt x="44450" y="78740"/>
                      <a:pt x="55880" y="62230"/>
                    </a:cubicBezTo>
                    <a:cubicBezTo>
                      <a:pt x="68580" y="45720"/>
                      <a:pt x="87630" y="30480"/>
                      <a:pt x="105410" y="21590"/>
                    </a:cubicBezTo>
                    <a:cubicBezTo>
                      <a:pt x="120650" y="12700"/>
                      <a:pt x="134620" y="8890"/>
                      <a:pt x="152400" y="6350"/>
                    </a:cubicBezTo>
                    <a:cubicBezTo>
                      <a:pt x="177800" y="3810"/>
                      <a:pt x="213360" y="0"/>
                      <a:pt x="245110" y="12700"/>
                    </a:cubicBezTo>
                    <a:cubicBezTo>
                      <a:pt x="289560" y="30480"/>
                      <a:pt x="356870" y="95250"/>
                      <a:pt x="384810" y="125730"/>
                    </a:cubicBezTo>
                    <a:cubicBezTo>
                      <a:pt x="400050" y="140970"/>
                      <a:pt x="408940" y="152400"/>
                      <a:pt x="414020" y="166370"/>
                    </a:cubicBezTo>
                    <a:cubicBezTo>
                      <a:pt x="417830" y="176530"/>
                      <a:pt x="417830" y="189230"/>
                      <a:pt x="415290" y="198120"/>
                    </a:cubicBezTo>
                    <a:cubicBezTo>
                      <a:pt x="411480" y="208280"/>
                      <a:pt x="402590" y="218440"/>
                      <a:pt x="394970" y="223520"/>
                    </a:cubicBezTo>
                    <a:cubicBezTo>
                      <a:pt x="386080" y="228600"/>
                      <a:pt x="372110" y="231140"/>
                      <a:pt x="361950" y="228600"/>
                    </a:cubicBezTo>
                    <a:cubicBezTo>
                      <a:pt x="353060" y="227330"/>
                      <a:pt x="335280" y="212090"/>
                      <a:pt x="335280" y="21209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1" name="Group 131"/>
            <p:cNvGrpSpPr/>
            <p:nvPr/>
          </p:nvGrpSpPr>
          <p:grpSpPr>
            <a:xfrm>
              <a:off x="622210" y="2136140"/>
              <a:ext cx="402590" cy="527050"/>
              <a:chOff x="0" y="0"/>
              <a:chExt cx="402590" cy="52705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45720" y="46990"/>
                <a:ext cx="31115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431800">
                    <a:moveTo>
                      <a:pt x="127000" y="41910"/>
                    </a:moveTo>
                    <a:cubicBezTo>
                      <a:pt x="132080" y="177800"/>
                      <a:pt x="104140" y="255270"/>
                      <a:pt x="101600" y="299720"/>
                    </a:cubicBezTo>
                    <a:cubicBezTo>
                      <a:pt x="100330" y="327660"/>
                      <a:pt x="113030" y="350520"/>
                      <a:pt x="106680" y="369570"/>
                    </a:cubicBezTo>
                    <a:cubicBezTo>
                      <a:pt x="101600" y="383540"/>
                      <a:pt x="88900" y="398780"/>
                      <a:pt x="76200" y="403860"/>
                    </a:cubicBezTo>
                    <a:cubicBezTo>
                      <a:pt x="63500" y="408940"/>
                      <a:pt x="40640" y="406400"/>
                      <a:pt x="29210" y="398780"/>
                    </a:cubicBezTo>
                    <a:cubicBezTo>
                      <a:pt x="17780" y="389890"/>
                      <a:pt x="10160" y="377190"/>
                      <a:pt x="7620" y="356870"/>
                    </a:cubicBezTo>
                    <a:cubicBezTo>
                      <a:pt x="2540" y="311150"/>
                      <a:pt x="34290" y="166370"/>
                      <a:pt x="68580" y="114300"/>
                    </a:cubicBezTo>
                    <a:cubicBezTo>
                      <a:pt x="91440" y="81280"/>
                      <a:pt x="124460" y="58420"/>
                      <a:pt x="153670" y="50800"/>
                    </a:cubicBezTo>
                    <a:cubicBezTo>
                      <a:pt x="180340" y="43180"/>
                      <a:pt x="219710" y="46990"/>
                      <a:pt x="237490" y="59690"/>
                    </a:cubicBezTo>
                    <a:cubicBezTo>
                      <a:pt x="251460" y="71120"/>
                      <a:pt x="255270" y="92710"/>
                      <a:pt x="260350" y="114300"/>
                    </a:cubicBezTo>
                    <a:cubicBezTo>
                      <a:pt x="266700" y="143510"/>
                      <a:pt x="270510" y="184150"/>
                      <a:pt x="267970" y="222250"/>
                    </a:cubicBezTo>
                    <a:cubicBezTo>
                      <a:pt x="264160" y="265430"/>
                      <a:pt x="246380" y="325120"/>
                      <a:pt x="234950" y="360680"/>
                    </a:cubicBezTo>
                    <a:cubicBezTo>
                      <a:pt x="227330" y="381000"/>
                      <a:pt x="224790" y="398780"/>
                      <a:pt x="212090" y="410210"/>
                    </a:cubicBezTo>
                    <a:cubicBezTo>
                      <a:pt x="199390" y="421640"/>
                      <a:pt x="176530" y="431800"/>
                      <a:pt x="158750" y="427990"/>
                    </a:cubicBezTo>
                    <a:cubicBezTo>
                      <a:pt x="138430" y="424180"/>
                      <a:pt x="113030" y="398780"/>
                      <a:pt x="100330" y="378460"/>
                    </a:cubicBezTo>
                    <a:cubicBezTo>
                      <a:pt x="87630" y="360680"/>
                      <a:pt x="85090" y="339090"/>
                      <a:pt x="81280" y="314960"/>
                    </a:cubicBezTo>
                    <a:cubicBezTo>
                      <a:pt x="77470" y="281940"/>
                      <a:pt x="77470" y="232410"/>
                      <a:pt x="82550" y="201930"/>
                    </a:cubicBezTo>
                    <a:cubicBezTo>
                      <a:pt x="86360" y="180340"/>
                      <a:pt x="91440" y="163830"/>
                      <a:pt x="101600" y="149860"/>
                    </a:cubicBezTo>
                    <a:cubicBezTo>
                      <a:pt x="110490" y="137160"/>
                      <a:pt x="119380" y="127000"/>
                      <a:pt x="134620" y="119380"/>
                    </a:cubicBezTo>
                    <a:cubicBezTo>
                      <a:pt x="161290" y="107950"/>
                      <a:pt x="227330" y="100330"/>
                      <a:pt x="256540" y="111760"/>
                    </a:cubicBezTo>
                    <a:cubicBezTo>
                      <a:pt x="279400" y="120650"/>
                      <a:pt x="298450" y="144780"/>
                      <a:pt x="304800" y="162560"/>
                    </a:cubicBezTo>
                    <a:cubicBezTo>
                      <a:pt x="311150" y="179070"/>
                      <a:pt x="309880" y="203200"/>
                      <a:pt x="302260" y="215900"/>
                    </a:cubicBezTo>
                    <a:cubicBezTo>
                      <a:pt x="297180" y="224790"/>
                      <a:pt x="278130" y="226060"/>
                      <a:pt x="276860" y="233680"/>
                    </a:cubicBezTo>
                    <a:cubicBezTo>
                      <a:pt x="274320" y="243840"/>
                      <a:pt x="300990" y="260350"/>
                      <a:pt x="302260" y="275590"/>
                    </a:cubicBezTo>
                    <a:cubicBezTo>
                      <a:pt x="302260" y="289560"/>
                      <a:pt x="293370" y="309880"/>
                      <a:pt x="281940" y="318770"/>
                    </a:cubicBezTo>
                    <a:cubicBezTo>
                      <a:pt x="270510" y="327660"/>
                      <a:pt x="247650" y="330200"/>
                      <a:pt x="234950" y="327660"/>
                    </a:cubicBezTo>
                    <a:cubicBezTo>
                      <a:pt x="223520" y="323850"/>
                      <a:pt x="214630" y="316230"/>
                      <a:pt x="208280" y="307340"/>
                    </a:cubicBezTo>
                    <a:cubicBezTo>
                      <a:pt x="201930" y="298450"/>
                      <a:pt x="198120" y="287020"/>
                      <a:pt x="199390" y="275590"/>
                    </a:cubicBezTo>
                    <a:cubicBezTo>
                      <a:pt x="200660" y="262890"/>
                      <a:pt x="212090" y="241300"/>
                      <a:pt x="223520" y="233680"/>
                    </a:cubicBezTo>
                    <a:cubicBezTo>
                      <a:pt x="236220" y="227330"/>
                      <a:pt x="259080" y="224790"/>
                      <a:pt x="271780" y="231140"/>
                    </a:cubicBezTo>
                    <a:cubicBezTo>
                      <a:pt x="284480" y="237490"/>
                      <a:pt x="298450" y="255270"/>
                      <a:pt x="300990" y="269240"/>
                    </a:cubicBezTo>
                    <a:cubicBezTo>
                      <a:pt x="303530" y="283210"/>
                      <a:pt x="294640" y="304800"/>
                      <a:pt x="285750" y="314960"/>
                    </a:cubicBezTo>
                    <a:cubicBezTo>
                      <a:pt x="279400" y="323850"/>
                      <a:pt x="266700" y="327660"/>
                      <a:pt x="256540" y="328930"/>
                    </a:cubicBezTo>
                    <a:cubicBezTo>
                      <a:pt x="246380" y="330200"/>
                      <a:pt x="232410" y="331470"/>
                      <a:pt x="224790" y="322580"/>
                    </a:cubicBezTo>
                    <a:cubicBezTo>
                      <a:pt x="207010" y="304800"/>
                      <a:pt x="193040" y="196850"/>
                      <a:pt x="205740" y="186690"/>
                    </a:cubicBezTo>
                    <a:cubicBezTo>
                      <a:pt x="212090" y="181610"/>
                      <a:pt x="246380" y="201930"/>
                      <a:pt x="245110" y="207010"/>
                    </a:cubicBezTo>
                    <a:cubicBezTo>
                      <a:pt x="245110" y="213360"/>
                      <a:pt x="194310" y="205740"/>
                      <a:pt x="182880" y="220980"/>
                    </a:cubicBezTo>
                    <a:cubicBezTo>
                      <a:pt x="166370" y="241300"/>
                      <a:pt x="203200" y="323850"/>
                      <a:pt x="187960" y="339090"/>
                    </a:cubicBezTo>
                    <a:cubicBezTo>
                      <a:pt x="177800" y="349250"/>
                      <a:pt x="140970" y="347980"/>
                      <a:pt x="133350" y="336550"/>
                    </a:cubicBezTo>
                    <a:cubicBezTo>
                      <a:pt x="121920" y="320040"/>
                      <a:pt x="161290" y="259080"/>
                      <a:pt x="165100" y="220980"/>
                    </a:cubicBezTo>
                    <a:cubicBezTo>
                      <a:pt x="168910" y="185420"/>
                      <a:pt x="146050" y="125730"/>
                      <a:pt x="157480" y="116840"/>
                    </a:cubicBezTo>
                    <a:cubicBezTo>
                      <a:pt x="166370" y="111760"/>
                      <a:pt x="203200" y="132080"/>
                      <a:pt x="203200" y="139700"/>
                    </a:cubicBezTo>
                    <a:cubicBezTo>
                      <a:pt x="203200" y="146050"/>
                      <a:pt x="170180" y="143510"/>
                      <a:pt x="157480" y="158750"/>
                    </a:cubicBezTo>
                    <a:cubicBezTo>
                      <a:pt x="128270" y="191770"/>
                      <a:pt x="127000" y="344170"/>
                      <a:pt x="102870" y="381000"/>
                    </a:cubicBezTo>
                    <a:cubicBezTo>
                      <a:pt x="91440" y="396240"/>
                      <a:pt x="77470" y="403860"/>
                      <a:pt x="63500" y="406400"/>
                    </a:cubicBezTo>
                    <a:cubicBezTo>
                      <a:pt x="53340" y="408940"/>
                      <a:pt x="39370" y="406400"/>
                      <a:pt x="29210" y="398780"/>
                    </a:cubicBezTo>
                    <a:cubicBezTo>
                      <a:pt x="16510" y="386080"/>
                      <a:pt x="7620" y="359410"/>
                      <a:pt x="5080" y="330200"/>
                    </a:cubicBezTo>
                    <a:cubicBezTo>
                      <a:pt x="0" y="281940"/>
                      <a:pt x="36830" y="187960"/>
                      <a:pt x="40640" y="132080"/>
                    </a:cubicBezTo>
                    <a:cubicBezTo>
                      <a:pt x="44450" y="93980"/>
                      <a:pt x="30480" y="53340"/>
                      <a:pt x="38100" y="31750"/>
                    </a:cubicBezTo>
                    <a:cubicBezTo>
                      <a:pt x="43180" y="19050"/>
                      <a:pt x="50800" y="12700"/>
                      <a:pt x="59690" y="7620"/>
                    </a:cubicBezTo>
                    <a:cubicBezTo>
                      <a:pt x="68580" y="2540"/>
                      <a:pt x="82550" y="0"/>
                      <a:pt x="92710" y="3810"/>
                    </a:cubicBezTo>
                    <a:cubicBezTo>
                      <a:pt x="104140" y="7620"/>
                      <a:pt x="127000" y="41910"/>
                      <a:pt x="127000" y="419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3" name="Group 133"/>
            <p:cNvGrpSpPr/>
            <p:nvPr/>
          </p:nvGrpSpPr>
          <p:grpSpPr>
            <a:xfrm>
              <a:off x="1156880" y="2150110"/>
              <a:ext cx="392430" cy="467360"/>
              <a:chOff x="0" y="0"/>
              <a:chExt cx="392430" cy="46736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39370" y="49530"/>
                <a:ext cx="31369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313690" h="377190">
                    <a:moveTo>
                      <a:pt x="140970" y="78740"/>
                    </a:moveTo>
                    <a:cubicBezTo>
                      <a:pt x="133350" y="308610"/>
                      <a:pt x="114300" y="321310"/>
                      <a:pt x="100330" y="325120"/>
                    </a:cubicBezTo>
                    <a:cubicBezTo>
                      <a:pt x="90170" y="327660"/>
                      <a:pt x="76200" y="322580"/>
                      <a:pt x="67310" y="316230"/>
                    </a:cubicBezTo>
                    <a:cubicBezTo>
                      <a:pt x="58420" y="309880"/>
                      <a:pt x="53340" y="302260"/>
                      <a:pt x="48260" y="288290"/>
                    </a:cubicBezTo>
                    <a:cubicBezTo>
                      <a:pt x="34290" y="254000"/>
                      <a:pt x="7620" y="134620"/>
                      <a:pt x="22860" y="100330"/>
                    </a:cubicBezTo>
                    <a:cubicBezTo>
                      <a:pt x="31750" y="82550"/>
                      <a:pt x="55880" y="72390"/>
                      <a:pt x="69850" y="71120"/>
                    </a:cubicBezTo>
                    <a:cubicBezTo>
                      <a:pt x="81280" y="69850"/>
                      <a:pt x="93980" y="76200"/>
                      <a:pt x="101600" y="83820"/>
                    </a:cubicBezTo>
                    <a:cubicBezTo>
                      <a:pt x="109220" y="91440"/>
                      <a:pt x="113030" y="100330"/>
                      <a:pt x="116840" y="115570"/>
                    </a:cubicBezTo>
                    <a:cubicBezTo>
                      <a:pt x="123190" y="149860"/>
                      <a:pt x="120650" y="264160"/>
                      <a:pt x="109220" y="298450"/>
                    </a:cubicBezTo>
                    <a:cubicBezTo>
                      <a:pt x="104140" y="313690"/>
                      <a:pt x="99060" y="321310"/>
                      <a:pt x="88900" y="327660"/>
                    </a:cubicBezTo>
                    <a:cubicBezTo>
                      <a:pt x="77470" y="334010"/>
                      <a:pt x="55880" y="337820"/>
                      <a:pt x="43180" y="332740"/>
                    </a:cubicBezTo>
                    <a:cubicBezTo>
                      <a:pt x="29210" y="326390"/>
                      <a:pt x="15240" y="304800"/>
                      <a:pt x="11430" y="287020"/>
                    </a:cubicBezTo>
                    <a:cubicBezTo>
                      <a:pt x="7620" y="264160"/>
                      <a:pt x="19050" y="224790"/>
                      <a:pt x="29210" y="207010"/>
                    </a:cubicBezTo>
                    <a:cubicBezTo>
                      <a:pt x="36830" y="194310"/>
                      <a:pt x="45720" y="186690"/>
                      <a:pt x="55880" y="182880"/>
                    </a:cubicBezTo>
                    <a:cubicBezTo>
                      <a:pt x="66040" y="179070"/>
                      <a:pt x="81280" y="179070"/>
                      <a:pt x="91440" y="182880"/>
                    </a:cubicBezTo>
                    <a:cubicBezTo>
                      <a:pt x="101600" y="186690"/>
                      <a:pt x="113030" y="196850"/>
                      <a:pt x="118110" y="207010"/>
                    </a:cubicBezTo>
                    <a:cubicBezTo>
                      <a:pt x="123190" y="215900"/>
                      <a:pt x="123190" y="241300"/>
                      <a:pt x="121920" y="241300"/>
                    </a:cubicBezTo>
                    <a:cubicBezTo>
                      <a:pt x="120650" y="241300"/>
                      <a:pt x="110490" y="205740"/>
                      <a:pt x="109220" y="182880"/>
                    </a:cubicBezTo>
                    <a:cubicBezTo>
                      <a:pt x="107950" y="152400"/>
                      <a:pt x="109220" y="101600"/>
                      <a:pt x="125730" y="73660"/>
                    </a:cubicBezTo>
                    <a:cubicBezTo>
                      <a:pt x="140970" y="46990"/>
                      <a:pt x="176530" y="12700"/>
                      <a:pt x="198120" y="13970"/>
                    </a:cubicBezTo>
                    <a:cubicBezTo>
                      <a:pt x="215900" y="13970"/>
                      <a:pt x="233680" y="40640"/>
                      <a:pt x="245110" y="58420"/>
                    </a:cubicBezTo>
                    <a:cubicBezTo>
                      <a:pt x="257810" y="77470"/>
                      <a:pt x="264160" y="97790"/>
                      <a:pt x="270510" y="123190"/>
                    </a:cubicBezTo>
                    <a:cubicBezTo>
                      <a:pt x="279400" y="160020"/>
                      <a:pt x="287020" y="218440"/>
                      <a:pt x="285750" y="256540"/>
                    </a:cubicBezTo>
                    <a:cubicBezTo>
                      <a:pt x="284480" y="284480"/>
                      <a:pt x="283210" y="312420"/>
                      <a:pt x="270510" y="331470"/>
                    </a:cubicBezTo>
                    <a:cubicBezTo>
                      <a:pt x="259080" y="347980"/>
                      <a:pt x="237490" y="361950"/>
                      <a:pt x="214630" y="367030"/>
                    </a:cubicBezTo>
                    <a:cubicBezTo>
                      <a:pt x="185420" y="374650"/>
                      <a:pt x="128270" y="377190"/>
                      <a:pt x="110490" y="359410"/>
                    </a:cubicBezTo>
                    <a:cubicBezTo>
                      <a:pt x="92710" y="341630"/>
                      <a:pt x="87630" y="292100"/>
                      <a:pt x="100330" y="266700"/>
                    </a:cubicBezTo>
                    <a:cubicBezTo>
                      <a:pt x="114300" y="238760"/>
                      <a:pt x="191770" y="227330"/>
                      <a:pt x="201930" y="204470"/>
                    </a:cubicBezTo>
                    <a:cubicBezTo>
                      <a:pt x="209550" y="187960"/>
                      <a:pt x="193040" y="173990"/>
                      <a:pt x="193040" y="153670"/>
                    </a:cubicBezTo>
                    <a:cubicBezTo>
                      <a:pt x="191770" y="119380"/>
                      <a:pt x="194310" y="40640"/>
                      <a:pt x="212090" y="19050"/>
                    </a:cubicBezTo>
                    <a:cubicBezTo>
                      <a:pt x="223520" y="5080"/>
                      <a:pt x="242570" y="0"/>
                      <a:pt x="256540" y="1270"/>
                    </a:cubicBezTo>
                    <a:cubicBezTo>
                      <a:pt x="270510" y="3810"/>
                      <a:pt x="287020" y="12700"/>
                      <a:pt x="295910" y="29210"/>
                    </a:cubicBezTo>
                    <a:cubicBezTo>
                      <a:pt x="309880" y="54610"/>
                      <a:pt x="302260" y="124460"/>
                      <a:pt x="302260" y="161290"/>
                    </a:cubicBezTo>
                    <a:cubicBezTo>
                      <a:pt x="300990" y="186690"/>
                      <a:pt x="302260" y="204470"/>
                      <a:pt x="295910" y="226060"/>
                    </a:cubicBezTo>
                    <a:cubicBezTo>
                      <a:pt x="288290" y="251460"/>
                      <a:pt x="270510" y="288290"/>
                      <a:pt x="255270" y="299720"/>
                    </a:cubicBezTo>
                    <a:cubicBezTo>
                      <a:pt x="245110" y="307340"/>
                      <a:pt x="233680" y="308610"/>
                      <a:pt x="222250" y="306070"/>
                    </a:cubicBezTo>
                    <a:cubicBezTo>
                      <a:pt x="209550" y="302260"/>
                      <a:pt x="189230" y="289560"/>
                      <a:pt x="184150" y="276860"/>
                    </a:cubicBezTo>
                    <a:cubicBezTo>
                      <a:pt x="177800" y="264160"/>
                      <a:pt x="180340" y="241300"/>
                      <a:pt x="185420" y="228600"/>
                    </a:cubicBezTo>
                    <a:cubicBezTo>
                      <a:pt x="190500" y="218440"/>
                      <a:pt x="200660" y="210820"/>
                      <a:pt x="210820" y="207010"/>
                    </a:cubicBezTo>
                    <a:cubicBezTo>
                      <a:pt x="223520" y="203200"/>
                      <a:pt x="246380" y="204470"/>
                      <a:pt x="259080" y="212090"/>
                    </a:cubicBezTo>
                    <a:cubicBezTo>
                      <a:pt x="270510" y="219710"/>
                      <a:pt x="280670" y="241300"/>
                      <a:pt x="281940" y="254000"/>
                    </a:cubicBezTo>
                    <a:cubicBezTo>
                      <a:pt x="283210" y="265430"/>
                      <a:pt x="278130" y="276860"/>
                      <a:pt x="271780" y="285750"/>
                    </a:cubicBezTo>
                    <a:cubicBezTo>
                      <a:pt x="265430" y="294640"/>
                      <a:pt x="254000" y="300990"/>
                      <a:pt x="245110" y="304800"/>
                    </a:cubicBezTo>
                    <a:cubicBezTo>
                      <a:pt x="234950" y="307340"/>
                      <a:pt x="222250" y="307340"/>
                      <a:pt x="212090" y="303530"/>
                    </a:cubicBezTo>
                    <a:cubicBezTo>
                      <a:pt x="199390" y="297180"/>
                      <a:pt x="184150" y="279400"/>
                      <a:pt x="180340" y="266700"/>
                    </a:cubicBezTo>
                    <a:cubicBezTo>
                      <a:pt x="176530" y="255270"/>
                      <a:pt x="179070" y="242570"/>
                      <a:pt x="182880" y="233680"/>
                    </a:cubicBezTo>
                    <a:cubicBezTo>
                      <a:pt x="187960" y="223520"/>
                      <a:pt x="207010" y="212090"/>
                      <a:pt x="205740" y="209550"/>
                    </a:cubicBezTo>
                    <a:cubicBezTo>
                      <a:pt x="204470" y="208280"/>
                      <a:pt x="196850" y="214630"/>
                      <a:pt x="194310" y="212090"/>
                    </a:cubicBezTo>
                    <a:cubicBezTo>
                      <a:pt x="184150" y="203200"/>
                      <a:pt x="190500" y="87630"/>
                      <a:pt x="199390" y="52070"/>
                    </a:cubicBezTo>
                    <a:cubicBezTo>
                      <a:pt x="204470" y="33020"/>
                      <a:pt x="209550" y="17780"/>
                      <a:pt x="220980" y="10160"/>
                    </a:cubicBezTo>
                    <a:cubicBezTo>
                      <a:pt x="233680" y="2540"/>
                      <a:pt x="255270" y="0"/>
                      <a:pt x="269240" y="5080"/>
                    </a:cubicBezTo>
                    <a:cubicBezTo>
                      <a:pt x="281940" y="10160"/>
                      <a:pt x="293370" y="21590"/>
                      <a:pt x="300990" y="40640"/>
                    </a:cubicBezTo>
                    <a:cubicBezTo>
                      <a:pt x="313690" y="78740"/>
                      <a:pt x="306070" y="196850"/>
                      <a:pt x="290830" y="240030"/>
                    </a:cubicBezTo>
                    <a:cubicBezTo>
                      <a:pt x="283210" y="264160"/>
                      <a:pt x="273050" y="275590"/>
                      <a:pt x="255270" y="290830"/>
                    </a:cubicBezTo>
                    <a:cubicBezTo>
                      <a:pt x="229870" y="312420"/>
                      <a:pt x="162560" y="355600"/>
                      <a:pt x="146050" y="345440"/>
                    </a:cubicBezTo>
                    <a:cubicBezTo>
                      <a:pt x="133350" y="337820"/>
                      <a:pt x="133350" y="284480"/>
                      <a:pt x="143510" y="270510"/>
                    </a:cubicBezTo>
                    <a:cubicBezTo>
                      <a:pt x="151130" y="260350"/>
                      <a:pt x="179070" y="271780"/>
                      <a:pt x="187960" y="259080"/>
                    </a:cubicBezTo>
                    <a:cubicBezTo>
                      <a:pt x="203200" y="236220"/>
                      <a:pt x="144780" y="125730"/>
                      <a:pt x="161290" y="97790"/>
                    </a:cubicBezTo>
                    <a:cubicBezTo>
                      <a:pt x="172720" y="80010"/>
                      <a:pt x="214630" y="67310"/>
                      <a:pt x="226060" y="74930"/>
                    </a:cubicBezTo>
                    <a:cubicBezTo>
                      <a:pt x="238760" y="86360"/>
                      <a:pt x="220980" y="148590"/>
                      <a:pt x="213360" y="184150"/>
                    </a:cubicBezTo>
                    <a:cubicBezTo>
                      <a:pt x="204470" y="222250"/>
                      <a:pt x="191770" y="275590"/>
                      <a:pt x="172720" y="297180"/>
                    </a:cubicBezTo>
                    <a:cubicBezTo>
                      <a:pt x="161290" y="309880"/>
                      <a:pt x="147320" y="314960"/>
                      <a:pt x="132080" y="316230"/>
                    </a:cubicBezTo>
                    <a:cubicBezTo>
                      <a:pt x="115570" y="318770"/>
                      <a:pt x="91440" y="316230"/>
                      <a:pt x="76200" y="307340"/>
                    </a:cubicBezTo>
                    <a:cubicBezTo>
                      <a:pt x="59690" y="298450"/>
                      <a:pt x="44450" y="279400"/>
                      <a:pt x="36830" y="262890"/>
                    </a:cubicBezTo>
                    <a:cubicBezTo>
                      <a:pt x="29210" y="248920"/>
                      <a:pt x="21590" y="231140"/>
                      <a:pt x="25400" y="217170"/>
                    </a:cubicBezTo>
                    <a:cubicBezTo>
                      <a:pt x="29210" y="204470"/>
                      <a:pt x="43180" y="187960"/>
                      <a:pt x="55880" y="182880"/>
                    </a:cubicBezTo>
                    <a:cubicBezTo>
                      <a:pt x="68580" y="177800"/>
                      <a:pt x="91440" y="181610"/>
                      <a:pt x="101600" y="189230"/>
                    </a:cubicBezTo>
                    <a:cubicBezTo>
                      <a:pt x="113030" y="196850"/>
                      <a:pt x="121920" y="213360"/>
                      <a:pt x="123190" y="229870"/>
                    </a:cubicBezTo>
                    <a:cubicBezTo>
                      <a:pt x="125730" y="254000"/>
                      <a:pt x="114300" y="303530"/>
                      <a:pt x="97790" y="320040"/>
                    </a:cubicBezTo>
                    <a:cubicBezTo>
                      <a:pt x="85090" y="331470"/>
                      <a:pt x="57150" y="337820"/>
                      <a:pt x="43180" y="332740"/>
                    </a:cubicBezTo>
                    <a:cubicBezTo>
                      <a:pt x="29210" y="327660"/>
                      <a:pt x="17780" y="308610"/>
                      <a:pt x="11430" y="287020"/>
                    </a:cubicBezTo>
                    <a:cubicBezTo>
                      <a:pt x="0" y="246380"/>
                      <a:pt x="3810" y="134620"/>
                      <a:pt x="22860" y="100330"/>
                    </a:cubicBezTo>
                    <a:cubicBezTo>
                      <a:pt x="34290" y="82550"/>
                      <a:pt x="54610" y="69850"/>
                      <a:pt x="69850" y="71120"/>
                    </a:cubicBezTo>
                    <a:cubicBezTo>
                      <a:pt x="85090" y="71120"/>
                      <a:pt x="102870" y="85090"/>
                      <a:pt x="114300" y="104140"/>
                    </a:cubicBezTo>
                    <a:cubicBezTo>
                      <a:pt x="134620" y="137160"/>
                      <a:pt x="146050" y="242570"/>
                      <a:pt x="143510" y="276860"/>
                    </a:cubicBezTo>
                    <a:cubicBezTo>
                      <a:pt x="142240" y="292100"/>
                      <a:pt x="138430" y="300990"/>
                      <a:pt x="130810" y="308610"/>
                    </a:cubicBezTo>
                    <a:cubicBezTo>
                      <a:pt x="124460" y="316230"/>
                      <a:pt x="111760" y="323850"/>
                      <a:pt x="100330" y="325120"/>
                    </a:cubicBezTo>
                    <a:cubicBezTo>
                      <a:pt x="90170" y="326390"/>
                      <a:pt x="76200" y="322580"/>
                      <a:pt x="67310" y="316230"/>
                    </a:cubicBezTo>
                    <a:cubicBezTo>
                      <a:pt x="58420" y="309880"/>
                      <a:pt x="52070" y="303530"/>
                      <a:pt x="48260" y="288290"/>
                    </a:cubicBezTo>
                    <a:cubicBezTo>
                      <a:pt x="36830" y="250190"/>
                      <a:pt x="38100" y="105410"/>
                      <a:pt x="50800" y="67310"/>
                    </a:cubicBezTo>
                    <a:cubicBezTo>
                      <a:pt x="54610" y="53340"/>
                      <a:pt x="60960" y="46990"/>
                      <a:pt x="68580" y="40640"/>
                    </a:cubicBezTo>
                    <a:cubicBezTo>
                      <a:pt x="77470" y="35560"/>
                      <a:pt x="90170" y="31750"/>
                      <a:pt x="100330" y="33020"/>
                    </a:cubicBezTo>
                    <a:cubicBezTo>
                      <a:pt x="110490" y="34290"/>
                      <a:pt x="121920" y="40640"/>
                      <a:pt x="129540" y="48260"/>
                    </a:cubicBezTo>
                    <a:cubicBezTo>
                      <a:pt x="135890" y="55880"/>
                      <a:pt x="140970" y="78740"/>
                      <a:pt x="140970" y="7874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5" name="Group 135"/>
            <p:cNvGrpSpPr/>
            <p:nvPr/>
          </p:nvGrpSpPr>
          <p:grpSpPr>
            <a:xfrm>
              <a:off x="909230" y="2279650"/>
              <a:ext cx="133350" cy="250190"/>
              <a:chOff x="0" y="0"/>
              <a:chExt cx="133350" cy="25019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49530" y="50800"/>
                <a:ext cx="35560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149860">
                    <a:moveTo>
                      <a:pt x="33020" y="10160"/>
                    </a:moveTo>
                    <a:cubicBezTo>
                      <a:pt x="11430" y="82550"/>
                      <a:pt x="35560" y="137160"/>
                      <a:pt x="27940" y="144780"/>
                    </a:cubicBezTo>
                    <a:cubicBezTo>
                      <a:pt x="25400" y="148590"/>
                      <a:pt x="15240" y="144780"/>
                      <a:pt x="15240" y="146050"/>
                    </a:cubicBezTo>
                    <a:cubicBezTo>
                      <a:pt x="15240" y="146050"/>
                      <a:pt x="26670" y="148590"/>
                      <a:pt x="26670" y="148590"/>
                    </a:cubicBezTo>
                    <a:cubicBezTo>
                      <a:pt x="26670" y="148590"/>
                      <a:pt x="19050" y="149860"/>
                      <a:pt x="15240" y="146050"/>
                    </a:cubicBezTo>
                    <a:cubicBezTo>
                      <a:pt x="6350" y="137160"/>
                      <a:pt x="0" y="86360"/>
                      <a:pt x="1270" y="62230"/>
                    </a:cubicBezTo>
                    <a:cubicBezTo>
                      <a:pt x="2540" y="41910"/>
                      <a:pt x="11430" y="19050"/>
                      <a:pt x="17780" y="8890"/>
                    </a:cubicBezTo>
                    <a:cubicBezTo>
                      <a:pt x="20320" y="3810"/>
                      <a:pt x="25400" y="0"/>
                      <a:pt x="27940" y="0"/>
                    </a:cubicBezTo>
                    <a:cubicBezTo>
                      <a:pt x="30480" y="0"/>
                      <a:pt x="33020" y="10160"/>
                      <a:pt x="33020" y="101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7" name="Group 137"/>
            <p:cNvGrpSpPr/>
            <p:nvPr/>
          </p:nvGrpSpPr>
          <p:grpSpPr>
            <a:xfrm>
              <a:off x="1126400" y="2302510"/>
              <a:ext cx="129540" cy="222250"/>
              <a:chOff x="0" y="0"/>
              <a:chExt cx="129540" cy="222250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41910" y="46990"/>
                <a:ext cx="3810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24460">
                    <a:moveTo>
                      <a:pt x="21590" y="3810"/>
                    </a:moveTo>
                    <a:cubicBezTo>
                      <a:pt x="36830" y="96520"/>
                      <a:pt x="38100" y="116840"/>
                      <a:pt x="33020" y="121920"/>
                    </a:cubicBezTo>
                    <a:cubicBezTo>
                      <a:pt x="30480" y="123190"/>
                      <a:pt x="20320" y="119380"/>
                      <a:pt x="20320" y="119380"/>
                    </a:cubicBezTo>
                    <a:cubicBezTo>
                      <a:pt x="20320" y="120650"/>
                      <a:pt x="33020" y="121920"/>
                      <a:pt x="33020" y="123190"/>
                    </a:cubicBezTo>
                    <a:cubicBezTo>
                      <a:pt x="33020" y="123190"/>
                      <a:pt x="24130" y="124460"/>
                      <a:pt x="20320" y="120650"/>
                    </a:cubicBezTo>
                    <a:cubicBezTo>
                      <a:pt x="10160" y="109220"/>
                      <a:pt x="0" y="13970"/>
                      <a:pt x="8890" y="3810"/>
                    </a:cubicBezTo>
                    <a:cubicBezTo>
                      <a:pt x="11430" y="0"/>
                      <a:pt x="21590" y="3810"/>
                      <a:pt x="21590" y="3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9" name="Group 139"/>
            <p:cNvGrpSpPr/>
            <p:nvPr/>
          </p:nvGrpSpPr>
          <p:grpSpPr>
            <a:xfrm>
              <a:off x="1147990" y="2335530"/>
              <a:ext cx="186690" cy="132080"/>
              <a:chOff x="0" y="0"/>
              <a:chExt cx="186690" cy="13208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48260" y="53340"/>
                <a:ext cx="889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1750">
                    <a:moveTo>
                      <a:pt x="5080" y="15240"/>
                    </a:moveTo>
                    <a:cubicBezTo>
                      <a:pt x="87630" y="0"/>
                      <a:pt x="88900" y="6350"/>
                      <a:pt x="87630" y="8890"/>
                    </a:cubicBezTo>
                    <a:cubicBezTo>
                      <a:pt x="83820" y="15240"/>
                      <a:pt x="62230" y="20320"/>
                      <a:pt x="48260" y="24130"/>
                    </a:cubicBezTo>
                    <a:cubicBezTo>
                      <a:pt x="34290" y="26670"/>
                      <a:pt x="7620" y="31750"/>
                      <a:pt x="2540" y="27940"/>
                    </a:cubicBezTo>
                    <a:cubicBezTo>
                      <a:pt x="0" y="25400"/>
                      <a:pt x="5080" y="15240"/>
                      <a:pt x="5080" y="152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1" name="Group 141"/>
            <p:cNvGrpSpPr/>
            <p:nvPr/>
          </p:nvGrpSpPr>
          <p:grpSpPr>
            <a:xfrm>
              <a:off x="1140370" y="2307590"/>
              <a:ext cx="170180" cy="157480"/>
              <a:chOff x="0" y="0"/>
              <a:chExt cx="170180" cy="15748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49530" y="50800"/>
                <a:ext cx="698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7150">
                    <a:moveTo>
                      <a:pt x="1270" y="43180"/>
                    </a:moveTo>
                    <a:cubicBezTo>
                      <a:pt x="66040" y="1270"/>
                      <a:pt x="68580" y="11430"/>
                      <a:pt x="68580" y="11430"/>
                    </a:cubicBezTo>
                    <a:cubicBezTo>
                      <a:pt x="68580" y="11430"/>
                      <a:pt x="63500" y="0"/>
                      <a:pt x="63500" y="0"/>
                    </a:cubicBezTo>
                    <a:cubicBezTo>
                      <a:pt x="63500" y="0"/>
                      <a:pt x="69850" y="7620"/>
                      <a:pt x="68580" y="11430"/>
                    </a:cubicBezTo>
                    <a:cubicBezTo>
                      <a:pt x="67310" y="19050"/>
                      <a:pt x="41910" y="35560"/>
                      <a:pt x="29210" y="43180"/>
                    </a:cubicBezTo>
                    <a:cubicBezTo>
                      <a:pt x="20320" y="49530"/>
                      <a:pt x="6350" y="57150"/>
                      <a:pt x="2540" y="55880"/>
                    </a:cubicBezTo>
                    <a:cubicBezTo>
                      <a:pt x="0" y="53340"/>
                      <a:pt x="1270" y="43180"/>
                      <a:pt x="1270" y="4318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3" name="Group 143"/>
            <p:cNvGrpSpPr/>
            <p:nvPr/>
          </p:nvGrpSpPr>
          <p:grpSpPr>
            <a:xfrm>
              <a:off x="833030" y="2283460"/>
              <a:ext cx="190500" cy="203200"/>
              <a:chOff x="0" y="0"/>
              <a:chExt cx="190500" cy="203200"/>
            </a:xfrm>
          </p:grpSpPr>
          <p:sp>
            <p:nvSpPr>
              <p:cNvPr id="144" name="Freeform 144"/>
              <p:cNvSpPr/>
              <p:nvPr/>
            </p:nvSpPr>
            <p:spPr>
              <a:xfrm>
                <a:off x="49530" y="50800"/>
                <a:ext cx="88900" cy="10287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2870">
                    <a:moveTo>
                      <a:pt x="13970" y="0"/>
                    </a:moveTo>
                    <a:cubicBezTo>
                      <a:pt x="88900" y="97790"/>
                      <a:pt x="81280" y="101600"/>
                      <a:pt x="80010" y="101600"/>
                    </a:cubicBezTo>
                    <a:cubicBezTo>
                      <a:pt x="80010" y="100330"/>
                      <a:pt x="87630" y="90170"/>
                      <a:pt x="87630" y="90170"/>
                    </a:cubicBezTo>
                    <a:cubicBezTo>
                      <a:pt x="87630" y="91440"/>
                      <a:pt x="85090" y="100330"/>
                      <a:pt x="81280" y="101600"/>
                    </a:cubicBezTo>
                    <a:cubicBezTo>
                      <a:pt x="72390" y="102870"/>
                      <a:pt x="41910" y="64770"/>
                      <a:pt x="27940" y="46990"/>
                    </a:cubicBezTo>
                    <a:cubicBezTo>
                      <a:pt x="16510" y="33020"/>
                      <a:pt x="0" y="11430"/>
                      <a:pt x="1270" y="5080"/>
                    </a:cubicBezTo>
                    <a:cubicBezTo>
                      <a:pt x="2540" y="1270"/>
                      <a:pt x="13970" y="0"/>
                      <a:pt x="1397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5" name="Group 145"/>
            <p:cNvGrpSpPr/>
            <p:nvPr/>
          </p:nvGrpSpPr>
          <p:grpSpPr>
            <a:xfrm>
              <a:off x="855890" y="2373630"/>
              <a:ext cx="148590" cy="180340"/>
              <a:chOff x="0" y="0"/>
              <a:chExt cx="148590" cy="18034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46990" y="49530"/>
                <a:ext cx="508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0010">
                    <a:moveTo>
                      <a:pt x="50800" y="11430"/>
                    </a:moveTo>
                    <a:cubicBezTo>
                      <a:pt x="20320" y="41910"/>
                      <a:pt x="21590" y="76200"/>
                      <a:pt x="15240" y="78740"/>
                    </a:cubicBezTo>
                    <a:cubicBezTo>
                      <a:pt x="11430" y="80010"/>
                      <a:pt x="3810" y="71120"/>
                      <a:pt x="3810" y="71120"/>
                    </a:cubicBezTo>
                    <a:cubicBezTo>
                      <a:pt x="3810" y="72390"/>
                      <a:pt x="13970" y="78740"/>
                      <a:pt x="13970" y="80010"/>
                    </a:cubicBezTo>
                    <a:cubicBezTo>
                      <a:pt x="13970" y="80010"/>
                      <a:pt x="5080" y="77470"/>
                      <a:pt x="3810" y="74930"/>
                    </a:cubicBezTo>
                    <a:cubicBezTo>
                      <a:pt x="0" y="67310"/>
                      <a:pt x="7620" y="40640"/>
                      <a:pt x="15240" y="27940"/>
                    </a:cubicBezTo>
                    <a:cubicBezTo>
                      <a:pt x="21590" y="16510"/>
                      <a:pt x="38100" y="0"/>
                      <a:pt x="44450" y="1270"/>
                    </a:cubicBezTo>
                    <a:cubicBezTo>
                      <a:pt x="46990" y="1270"/>
                      <a:pt x="50800" y="11430"/>
                      <a:pt x="50800" y="114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7" name="Group 147"/>
            <p:cNvGrpSpPr/>
            <p:nvPr/>
          </p:nvGrpSpPr>
          <p:grpSpPr>
            <a:xfrm>
              <a:off x="1140370" y="2274570"/>
              <a:ext cx="224790" cy="186690"/>
              <a:chOff x="0" y="0"/>
              <a:chExt cx="224790" cy="18669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50800" y="50800"/>
                <a:ext cx="12319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23190" h="87630">
                    <a:moveTo>
                      <a:pt x="0" y="73660"/>
                    </a:moveTo>
                    <a:cubicBezTo>
                      <a:pt x="118110" y="1270"/>
                      <a:pt x="121920" y="8890"/>
                      <a:pt x="121920" y="8890"/>
                    </a:cubicBezTo>
                    <a:cubicBezTo>
                      <a:pt x="121920" y="8890"/>
                      <a:pt x="113030" y="1270"/>
                      <a:pt x="113030" y="0"/>
                    </a:cubicBezTo>
                    <a:cubicBezTo>
                      <a:pt x="113030" y="0"/>
                      <a:pt x="123190" y="5080"/>
                      <a:pt x="123190" y="8890"/>
                    </a:cubicBezTo>
                    <a:cubicBezTo>
                      <a:pt x="123190" y="15240"/>
                      <a:pt x="101600" y="27940"/>
                      <a:pt x="87630" y="38100"/>
                    </a:cubicBezTo>
                    <a:cubicBezTo>
                      <a:pt x="66040" y="53340"/>
                      <a:pt x="17780" y="87630"/>
                      <a:pt x="6350" y="85090"/>
                    </a:cubicBezTo>
                    <a:cubicBezTo>
                      <a:pt x="2540" y="83820"/>
                      <a:pt x="0" y="73660"/>
                      <a:pt x="0" y="736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9" name="Group 149"/>
            <p:cNvGrpSpPr/>
            <p:nvPr/>
          </p:nvGrpSpPr>
          <p:grpSpPr>
            <a:xfrm>
              <a:off x="1189900" y="2346960"/>
              <a:ext cx="191770" cy="143510"/>
              <a:chOff x="0" y="0"/>
              <a:chExt cx="191770" cy="143510"/>
            </a:xfrm>
          </p:grpSpPr>
          <p:sp>
            <p:nvSpPr>
              <p:cNvPr id="150" name="Freeform 150"/>
              <p:cNvSpPr/>
              <p:nvPr/>
            </p:nvSpPr>
            <p:spPr>
              <a:xfrm>
                <a:off x="48260" y="50800"/>
                <a:ext cx="9271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92710" h="43180">
                    <a:moveTo>
                      <a:pt x="5080" y="0"/>
                    </a:moveTo>
                    <a:cubicBezTo>
                      <a:pt x="73660" y="10160"/>
                      <a:pt x="90170" y="24130"/>
                      <a:pt x="91440" y="30480"/>
                    </a:cubicBezTo>
                    <a:cubicBezTo>
                      <a:pt x="92710" y="35560"/>
                      <a:pt x="86360" y="41910"/>
                      <a:pt x="86360" y="41910"/>
                    </a:cubicBezTo>
                    <a:cubicBezTo>
                      <a:pt x="86360" y="40640"/>
                      <a:pt x="90170" y="29210"/>
                      <a:pt x="90170" y="29210"/>
                    </a:cubicBezTo>
                    <a:cubicBezTo>
                      <a:pt x="88900" y="29210"/>
                      <a:pt x="87630" y="40640"/>
                      <a:pt x="85090" y="40640"/>
                    </a:cubicBezTo>
                    <a:cubicBezTo>
                      <a:pt x="80010" y="43180"/>
                      <a:pt x="66040" y="20320"/>
                      <a:pt x="52070" y="15240"/>
                    </a:cubicBezTo>
                    <a:cubicBezTo>
                      <a:pt x="38100" y="10160"/>
                      <a:pt x="6350" y="17780"/>
                      <a:pt x="2540" y="12700"/>
                    </a:cubicBezTo>
                    <a:cubicBezTo>
                      <a:pt x="0" y="10160"/>
                      <a:pt x="5080" y="0"/>
                      <a:pt x="508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51" name="Group 151"/>
            <p:cNvGrpSpPr/>
            <p:nvPr/>
          </p:nvGrpSpPr>
          <p:grpSpPr>
            <a:xfrm>
              <a:off x="880020" y="2476500"/>
              <a:ext cx="224790" cy="196850"/>
              <a:chOff x="0" y="0"/>
              <a:chExt cx="224790" cy="19685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50800" y="50800"/>
                <a:ext cx="12192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21920" h="97790">
                    <a:moveTo>
                      <a:pt x="121920" y="8890"/>
                    </a:moveTo>
                    <a:cubicBezTo>
                      <a:pt x="52070" y="83820"/>
                      <a:pt x="16510" y="97790"/>
                      <a:pt x="6350" y="95250"/>
                    </a:cubicBezTo>
                    <a:cubicBezTo>
                      <a:pt x="2540" y="93980"/>
                      <a:pt x="0" y="85090"/>
                      <a:pt x="0" y="85090"/>
                    </a:cubicBezTo>
                    <a:cubicBezTo>
                      <a:pt x="0" y="85090"/>
                      <a:pt x="7620" y="95250"/>
                      <a:pt x="7620" y="93980"/>
                    </a:cubicBezTo>
                    <a:cubicBezTo>
                      <a:pt x="7620" y="93980"/>
                      <a:pt x="0" y="87630"/>
                      <a:pt x="1270" y="83820"/>
                    </a:cubicBezTo>
                    <a:cubicBezTo>
                      <a:pt x="3810" y="76200"/>
                      <a:pt x="43180" y="74930"/>
                      <a:pt x="60960" y="62230"/>
                    </a:cubicBezTo>
                    <a:cubicBezTo>
                      <a:pt x="81280" y="48260"/>
                      <a:pt x="102870" y="0"/>
                      <a:pt x="113030" y="0"/>
                    </a:cubicBezTo>
                    <a:cubicBezTo>
                      <a:pt x="116840" y="0"/>
                      <a:pt x="121920" y="8890"/>
                      <a:pt x="121920" y="889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53" name="Group 153"/>
            <p:cNvGrpSpPr/>
            <p:nvPr/>
          </p:nvGrpSpPr>
          <p:grpSpPr>
            <a:xfrm>
              <a:off x="612050" y="2138680"/>
              <a:ext cx="452120" cy="557530"/>
              <a:chOff x="0" y="0"/>
              <a:chExt cx="452120" cy="55753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40640" y="45720"/>
                <a:ext cx="360680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0680" h="469900">
                    <a:moveTo>
                      <a:pt x="336550" y="118110"/>
                    </a:moveTo>
                    <a:cubicBezTo>
                      <a:pt x="284480" y="46990"/>
                      <a:pt x="220980" y="25400"/>
                      <a:pt x="185420" y="17780"/>
                    </a:cubicBezTo>
                    <a:cubicBezTo>
                      <a:pt x="161290" y="12700"/>
                      <a:pt x="138430" y="12700"/>
                      <a:pt x="121920" y="17780"/>
                    </a:cubicBezTo>
                    <a:cubicBezTo>
                      <a:pt x="106680" y="21590"/>
                      <a:pt x="96520" y="27940"/>
                      <a:pt x="86360" y="39370"/>
                    </a:cubicBezTo>
                    <a:cubicBezTo>
                      <a:pt x="72390" y="55880"/>
                      <a:pt x="64770" y="80010"/>
                      <a:pt x="55880" y="109220"/>
                    </a:cubicBezTo>
                    <a:cubicBezTo>
                      <a:pt x="41910" y="154940"/>
                      <a:pt x="31750" y="234950"/>
                      <a:pt x="25400" y="288290"/>
                    </a:cubicBezTo>
                    <a:cubicBezTo>
                      <a:pt x="20320" y="331470"/>
                      <a:pt x="12700" y="375920"/>
                      <a:pt x="17780" y="403860"/>
                    </a:cubicBezTo>
                    <a:cubicBezTo>
                      <a:pt x="21590" y="421640"/>
                      <a:pt x="25400" y="436880"/>
                      <a:pt x="36830" y="444500"/>
                    </a:cubicBezTo>
                    <a:cubicBezTo>
                      <a:pt x="55880" y="455930"/>
                      <a:pt x="99060" y="450850"/>
                      <a:pt x="130810" y="445770"/>
                    </a:cubicBezTo>
                    <a:cubicBezTo>
                      <a:pt x="163830" y="439420"/>
                      <a:pt x="204470" y="421640"/>
                      <a:pt x="233680" y="407670"/>
                    </a:cubicBezTo>
                    <a:cubicBezTo>
                      <a:pt x="256540" y="397510"/>
                      <a:pt x="275590" y="389890"/>
                      <a:pt x="294640" y="375920"/>
                    </a:cubicBezTo>
                    <a:cubicBezTo>
                      <a:pt x="313690" y="360680"/>
                      <a:pt x="337820" y="318770"/>
                      <a:pt x="349250" y="316230"/>
                    </a:cubicBezTo>
                    <a:cubicBezTo>
                      <a:pt x="354330" y="316230"/>
                      <a:pt x="359410" y="320040"/>
                      <a:pt x="359410" y="323850"/>
                    </a:cubicBezTo>
                    <a:cubicBezTo>
                      <a:pt x="360680" y="335280"/>
                      <a:pt x="304800" y="383540"/>
                      <a:pt x="269240" y="406400"/>
                    </a:cubicBezTo>
                    <a:cubicBezTo>
                      <a:pt x="229870" y="429260"/>
                      <a:pt x="175260" y="449580"/>
                      <a:pt x="133350" y="458470"/>
                    </a:cubicBezTo>
                    <a:cubicBezTo>
                      <a:pt x="101600" y="464820"/>
                      <a:pt x="64770" y="469900"/>
                      <a:pt x="44450" y="459740"/>
                    </a:cubicBezTo>
                    <a:cubicBezTo>
                      <a:pt x="27940" y="452120"/>
                      <a:pt x="16510" y="438150"/>
                      <a:pt x="10160" y="419100"/>
                    </a:cubicBezTo>
                    <a:cubicBezTo>
                      <a:pt x="0" y="388620"/>
                      <a:pt x="7620" y="336550"/>
                      <a:pt x="11430" y="290830"/>
                    </a:cubicBezTo>
                    <a:cubicBezTo>
                      <a:pt x="16510" y="238760"/>
                      <a:pt x="26670" y="168910"/>
                      <a:pt x="40640" y="120650"/>
                    </a:cubicBezTo>
                    <a:cubicBezTo>
                      <a:pt x="52070" y="85090"/>
                      <a:pt x="62230" y="48260"/>
                      <a:pt x="80010" y="29210"/>
                    </a:cubicBezTo>
                    <a:cubicBezTo>
                      <a:pt x="91440" y="15240"/>
                      <a:pt x="106680" y="8890"/>
                      <a:pt x="124460" y="5080"/>
                    </a:cubicBezTo>
                    <a:cubicBezTo>
                      <a:pt x="147320" y="0"/>
                      <a:pt x="180340" y="5080"/>
                      <a:pt x="209550" y="12700"/>
                    </a:cubicBezTo>
                    <a:cubicBezTo>
                      <a:pt x="243840" y="21590"/>
                      <a:pt x="294640" y="39370"/>
                      <a:pt x="317500" y="59690"/>
                    </a:cubicBezTo>
                    <a:cubicBezTo>
                      <a:pt x="334010" y="74930"/>
                      <a:pt x="350520" y="105410"/>
                      <a:pt x="347980" y="113030"/>
                    </a:cubicBezTo>
                    <a:cubicBezTo>
                      <a:pt x="346710" y="116840"/>
                      <a:pt x="336550" y="118110"/>
                      <a:pt x="336550" y="1181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55" name="Group 155"/>
            <p:cNvGrpSpPr/>
            <p:nvPr/>
          </p:nvGrpSpPr>
          <p:grpSpPr>
            <a:xfrm>
              <a:off x="1121320" y="2119630"/>
              <a:ext cx="490220" cy="548640"/>
              <a:chOff x="0" y="0"/>
              <a:chExt cx="490220" cy="548640"/>
            </a:xfrm>
          </p:grpSpPr>
          <p:sp>
            <p:nvSpPr>
              <p:cNvPr id="156" name="Freeform 156"/>
              <p:cNvSpPr/>
              <p:nvPr/>
            </p:nvSpPr>
            <p:spPr>
              <a:xfrm>
                <a:off x="48260" y="48260"/>
                <a:ext cx="393700" cy="45847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458470">
                    <a:moveTo>
                      <a:pt x="15240" y="130810"/>
                    </a:moveTo>
                    <a:cubicBezTo>
                      <a:pt x="76200" y="63500"/>
                      <a:pt x="88900" y="59690"/>
                      <a:pt x="107950" y="50800"/>
                    </a:cubicBezTo>
                    <a:cubicBezTo>
                      <a:pt x="140970" y="35560"/>
                      <a:pt x="207010" y="6350"/>
                      <a:pt x="245110" y="2540"/>
                    </a:cubicBezTo>
                    <a:cubicBezTo>
                      <a:pt x="270510" y="0"/>
                      <a:pt x="293370" y="3810"/>
                      <a:pt x="311150" y="11430"/>
                    </a:cubicBezTo>
                    <a:cubicBezTo>
                      <a:pt x="323850" y="19050"/>
                      <a:pt x="332740" y="30480"/>
                      <a:pt x="341630" y="44450"/>
                    </a:cubicBezTo>
                    <a:cubicBezTo>
                      <a:pt x="351790" y="59690"/>
                      <a:pt x="356870" y="78740"/>
                      <a:pt x="363220" y="104140"/>
                    </a:cubicBezTo>
                    <a:cubicBezTo>
                      <a:pt x="374650" y="143510"/>
                      <a:pt x="387350" y="214630"/>
                      <a:pt x="389890" y="256540"/>
                    </a:cubicBezTo>
                    <a:cubicBezTo>
                      <a:pt x="392430" y="284480"/>
                      <a:pt x="393700" y="306070"/>
                      <a:pt x="387350" y="327660"/>
                    </a:cubicBezTo>
                    <a:cubicBezTo>
                      <a:pt x="382270" y="350520"/>
                      <a:pt x="373380" y="373380"/>
                      <a:pt x="356870" y="389890"/>
                    </a:cubicBezTo>
                    <a:cubicBezTo>
                      <a:pt x="336550" y="410210"/>
                      <a:pt x="303530" y="422910"/>
                      <a:pt x="270510" y="433070"/>
                    </a:cubicBezTo>
                    <a:cubicBezTo>
                      <a:pt x="231140" y="444500"/>
                      <a:pt x="172720" y="458470"/>
                      <a:pt x="133350" y="449580"/>
                    </a:cubicBezTo>
                    <a:cubicBezTo>
                      <a:pt x="99060" y="440690"/>
                      <a:pt x="69850" y="414020"/>
                      <a:pt x="46990" y="392430"/>
                    </a:cubicBezTo>
                    <a:cubicBezTo>
                      <a:pt x="26670" y="374650"/>
                      <a:pt x="0" y="340360"/>
                      <a:pt x="2540" y="330200"/>
                    </a:cubicBezTo>
                    <a:cubicBezTo>
                      <a:pt x="2540" y="326390"/>
                      <a:pt x="11430" y="323850"/>
                      <a:pt x="12700" y="325120"/>
                    </a:cubicBezTo>
                    <a:cubicBezTo>
                      <a:pt x="12700" y="325120"/>
                      <a:pt x="2540" y="332740"/>
                      <a:pt x="2540" y="332740"/>
                    </a:cubicBezTo>
                    <a:cubicBezTo>
                      <a:pt x="3810" y="332740"/>
                      <a:pt x="8890" y="325120"/>
                      <a:pt x="12700" y="325120"/>
                    </a:cubicBezTo>
                    <a:cubicBezTo>
                      <a:pt x="22860" y="326390"/>
                      <a:pt x="36830" y="365760"/>
                      <a:pt x="54610" y="383540"/>
                    </a:cubicBezTo>
                    <a:cubicBezTo>
                      <a:pt x="74930" y="403860"/>
                      <a:pt x="101600" y="427990"/>
                      <a:pt x="133350" y="436880"/>
                    </a:cubicBezTo>
                    <a:cubicBezTo>
                      <a:pt x="170180" y="445770"/>
                      <a:pt x="227330" y="431800"/>
                      <a:pt x="265430" y="421640"/>
                    </a:cubicBezTo>
                    <a:cubicBezTo>
                      <a:pt x="295910" y="414020"/>
                      <a:pt x="326390" y="405130"/>
                      <a:pt x="345440" y="387350"/>
                    </a:cubicBezTo>
                    <a:cubicBezTo>
                      <a:pt x="361950" y="370840"/>
                      <a:pt x="369570" y="345440"/>
                      <a:pt x="375920" y="322580"/>
                    </a:cubicBezTo>
                    <a:cubicBezTo>
                      <a:pt x="381000" y="302260"/>
                      <a:pt x="379730" y="283210"/>
                      <a:pt x="377190" y="256540"/>
                    </a:cubicBezTo>
                    <a:cubicBezTo>
                      <a:pt x="374650" y="217170"/>
                      <a:pt x="360680" y="144780"/>
                      <a:pt x="351790" y="107950"/>
                    </a:cubicBezTo>
                    <a:cubicBezTo>
                      <a:pt x="345440" y="85090"/>
                      <a:pt x="342900" y="69850"/>
                      <a:pt x="335280" y="54610"/>
                    </a:cubicBezTo>
                    <a:cubicBezTo>
                      <a:pt x="327660" y="41910"/>
                      <a:pt x="318770" y="29210"/>
                      <a:pt x="303530" y="22860"/>
                    </a:cubicBezTo>
                    <a:cubicBezTo>
                      <a:pt x="281940" y="13970"/>
                      <a:pt x="241300" y="17780"/>
                      <a:pt x="208280" y="24130"/>
                    </a:cubicBezTo>
                    <a:cubicBezTo>
                      <a:pt x="168910" y="31750"/>
                      <a:pt x="115570" y="53340"/>
                      <a:pt x="83820" y="74930"/>
                    </a:cubicBezTo>
                    <a:cubicBezTo>
                      <a:pt x="58420" y="92710"/>
                      <a:pt x="35560" y="139700"/>
                      <a:pt x="24130" y="139700"/>
                    </a:cubicBezTo>
                    <a:cubicBezTo>
                      <a:pt x="19050" y="139700"/>
                      <a:pt x="15240" y="130810"/>
                      <a:pt x="15240" y="130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E10A8057-8108-488C-8621-87909F24BD8D}"/>
              </a:ext>
            </a:extLst>
          </p:cNvPr>
          <p:cNvGrpSpPr/>
          <p:nvPr/>
        </p:nvGrpSpPr>
        <p:grpSpPr>
          <a:xfrm>
            <a:off x="3160052" y="4485110"/>
            <a:ext cx="92679" cy="20520"/>
            <a:chOff x="7281193" y="4485110"/>
            <a:chExt cx="92679" cy="2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FF0B7726-6AB6-4CC0-8B24-065DFE0BCE73}"/>
                    </a:ext>
                  </a:extLst>
                </p14:cNvPr>
                <p14:cNvContentPartPr/>
                <p14:nvPr/>
              </p14:nvContentPartPr>
              <p14:xfrm>
                <a:off x="7373512" y="4498575"/>
                <a:ext cx="360" cy="360"/>
              </p14:xfrm>
            </p:contentPart>
          </mc:Choice>
          <mc:Fallback xmlns=""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FF0B7726-6AB6-4CC0-8B24-065DFE0BCE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37512" y="446293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B6594986-F392-467E-A7B7-8746AC15F2E6}"/>
                    </a:ext>
                  </a:extLst>
                </p14:cNvPr>
                <p14:cNvContentPartPr/>
                <p14:nvPr/>
              </p14:nvContentPartPr>
              <p14:xfrm>
                <a:off x="7314673" y="4492310"/>
                <a:ext cx="360" cy="3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B6594986-F392-467E-A7B7-8746AC15F2E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05673" y="448331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5DF300D1-8AB4-486F-9A69-93D0B810E19E}"/>
                    </a:ext>
                  </a:extLst>
                </p14:cNvPr>
                <p14:cNvContentPartPr/>
                <p14:nvPr/>
              </p14:nvContentPartPr>
              <p14:xfrm>
                <a:off x="7281193" y="4485110"/>
                <a:ext cx="56880" cy="2052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5DF300D1-8AB4-486F-9A69-93D0B810E19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72193" y="4476470"/>
                  <a:ext cx="7452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E3B060D3-BA0B-4E74-8E0E-62475CC4265A}"/>
                  </a:ext>
                </a:extLst>
              </p14:cNvPr>
              <p14:cNvContentPartPr/>
              <p14:nvPr/>
            </p14:nvContentPartPr>
            <p14:xfrm>
              <a:off x="3188291" y="4468335"/>
              <a:ext cx="109440" cy="8352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E3B060D3-BA0B-4E74-8E0E-62475CC4265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52291" y="4432335"/>
                <a:ext cx="181080" cy="15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6CA5F804-7419-4290-9C87-3702A0B01CBD}"/>
              </a:ext>
            </a:extLst>
          </p:cNvPr>
          <p:cNvGrpSpPr/>
          <p:nvPr/>
        </p:nvGrpSpPr>
        <p:grpSpPr>
          <a:xfrm>
            <a:off x="11435115" y="4306432"/>
            <a:ext cx="192600" cy="105120"/>
            <a:chOff x="11261746" y="4306432"/>
            <a:chExt cx="192600" cy="10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8" name="잉크 167">
                  <a:extLst>
                    <a:ext uri="{FF2B5EF4-FFF2-40B4-BE49-F238E27FC236}">
                      <a16:creationId xmlns:a16="http://schemas.microsoft.com/office/drawing/2014/main" id="{E7AE3D93-1395-4055-8084-7E8A53CC584F}"/>
                    </a:ext>
                  </a:extLst>
                </p14:cNvPr>
                <p14:cNvContentPartPr/>
                <p14:nvPr/>
              </p14:nvContentPartPr>
              <p14:xfrm>
                <a:off x="11352826" y="4361512"/>
                <a:ext cx="101520" cy="50040"/>
              </p14:xfrm>
            </p:contentPart>
          </mc:Choice>
          <mc:Fallback xmlns="">
            <p:pic>
              <p:nvPicPr>
                <p:cNvPr id="168" name="잉크 167">
                  <a:extLst>
                    <a:ext uri="{FF2B5EF4-FFF2-40B4-BE49-F238E27FC236}">
                      <a16:creationId xmlns:a16="http://schemas.microsoft.com/office/drawing/2014/main" id="{E7AE3D93-1395-4055-8084-7E8A53CC584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316826" y="4325512"/>
                  <a:ext cx="173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D3667D61-0EB3-4428-8341-763DDE69687D}"/>
                    </a:ext>
                  </a:extLst>
                </p14:cNvPr>
                <p14:cNvContentPartPr/>
                <p14:nvPr/>
              </p14:nvContentPartPr>
              <p14:xfrm>
                <a:off x="11261746" y="4306432"/>
                <a:ext cx="360" cy="360"/>
              </p14:xfrm>
            </p:contentPart>
          </mc:Choice>
          <mc:Fallback xmlns=""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D3667D61-0EB3-4428-8341-763DDE69687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225746" y="4270792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1" name="잉크 170">
                <a:extLst>
                  <a:ext uri="{FF2B5EF4-FFF2-40B4-BE49-F238E27FC236}">
                    <a16:creationId xmlns:a16="http://schemas.microsoft.com/office/drawing/2014/main" id="{4F4F7C2B-A635-4DCE-8540-F80B3CFA9EAE}"/>
                  </a:ext>
                </a:extLst>
              </p14:cNvPr>
              <p14:cNvContentPartPr/>
              <p14:nvPr/>
            </p14:nvContentPartPr>
            <p14:xfrm>
              <a:off x="11107875" y="4306432"/>
              <a:ext cx="360" cy="360"/>
            </p14:xfrm>
          </p:contentPart>
        </mc:Choice>
        <mc:Fallback xmlns="">
          <p:pic>
            <p:nvPicPr>
              <p:cNvPr id="171" name="잉크 170">
                <a:extLst>
                  <a:ext uri="{FF2B5EF4-FFF2-40B4-BE49-F238E27FC236}">
                    <a16:creationId xmlns:a16="http://schemas.microsoft.com/office/drawing/2014/main" id="{4F4F7C2B-A635-4DCE-8540-F80B3CFA9EA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71875" y="427043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2" name="잉크 171">
                <a:extLst>
                  <a:ext uri="{FF2B5EF4-FFF2-40B4-BE49-F238E27FC236}">
                    <a16:creationId xmlns:a16="http://schemas.microsoft.com/office/drawing/2014/main" id="{4939E4D4-0414-4CCD-BCC4-DAC87E97139C}"/>
                  </a:ext>
                </a:extLst>
              </p14:cNvPr>
              <p14:cNvContentPartPr/>
              <p14:nvPr/>
            </p14:nvContentPartPr>
            <p14:xfrm>
              <a:off x="11543835" y="4699552"/>
              <a:ext cx="360" cy="360"/>
            </p14:xfrm>
          </p:contentPart>
        </mc:Choice>
        <mc:Fallback xmlns="">
          <p:pic>
            <p:nvPicPr>
              <p:cNvPr id="172" name="잉크 171">
                <a:extLst>
                  <a:ext uri="{FF2B5EF4-FFF2-40B4-BE49-F238E27FC236}">
                    <a16:creationId xmlns:a16="http://schemas.microsoft.com/office/drawing/2014/main" id="{4939E4D4-0414-4CCD-BCC4-DAC87E97139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507835" y="466355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5" name="잉크 174">
                <a:extLst>
                  <a:ext uri="{FF2B5EF4-FFF2-40B4-BE49-F238E27FC236}">
                    <a16:creationId xmlns:a16="http://schemas.microsoft.com/office/drawing/2014/main" id="{835AE4AA-C8A5-4F88-B3C9-C8C254D8E3A8}"/>
                  </a:ext>
                </a:extLst>
              </p14:cNvPr>
              <p14:cNvContentPartPr/>
              <p14:nvPr/>
            </p14:nvContentPartPr>
            <p14:xfrm>
              <a:off x="10934355" y="5299312"/>
              <a:ext cx="173160" cy="223200"/>
            </p14:xfrm>
          </p:contentPart>
        </mc:Choice>
        <mc:Fallback xmlns="">
          <p:pic>
            <p:nvPicPr>
              <p:cNvPr id="175" name="잉크 174">
                <a:extLst>
                  <a:ext uri="{FF2B5EF4-FFF2-40B4-BE49-F238E27FC236}">
                    <a16:creationId xmlns:a16="http://schemas.microsoft.com/office/drawing/2014/main" id="{835AE4AA-C8A5-4F88-B3C9-C8C254D8E3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16355" y="5281283"/>
                <a:ext cx="208800" cy="258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6" name="잉크 175">
                <a:extLst>
                  <a:ext uri="{FF2B5EF4-FFF2-40B4-BE49-F238E27FC236}">
                    <a16:creationId xmlns:a16="http://schemas.microsoft.com/office/drawing/2014/main" id="{6EA602E8-6B18-4320-A647-DF471D48EDD2}"/>
                  </a:ext>
                </a:extLst>
              </p14:cNvPr>
              <p14:cNvContentPartPr/>
              <p14:nvPr/>
            </p14:nvContentPartPr>
            <p14:xfrm>
              <a:off x="11324235" y="5291032"/>
              <a:ext cx="188280" cy="208800"/>
            </p14:xfrm>
          </p:contentPart>
        </mc:Choice>
        <mc:Fallback xmlns="">
          <p:pic>
            <p:nvPicPr>
              <p:cNvPr id="176" name="잉크 175">
                <a:extLst>
                  <a:ext uri="{FF2B5EF4-FFF2-40B4-BE49-F238E27FC236}">
                    <a16:creationId xmlns:a16="http://schemas.microsoft.com/office/drawing/2014/main" id="{6EA602E8-6B18-4320-A647-DF471D48EDD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306269" y="5273032"/>
                <a:ext cx="223852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3" name="잉크 182">
                <a:extLst>
                  <a:ext uri="{FF2B5EF4-FFF2-40B4-BE49-F238E27FC236}">
                    <a16:creationId xmlns:a16="http://schemas.microsoft.com/office/drawing/2014/main" id="{574DF74C-6700-4D24-94BD-56733753AFC0}"/>
                  </a:ext>
                </a:extLst>
              </p14:cNvPr>
              <p14:cNvContentPartPr/>
              <p14:nvPr/>
            </p14:nvContentPartPr>
            <p14:xfrm>
              <a:off x="15628896" y="4446832"/>
              <a:ext cx="201960" cy="89280"/>
            </p14:xfrm>
          </p:contentPart>
        </mc:Choice>
        <mc:Fallback xmlns="">
          <p:pic>
            <p:nvPicPr>
              <p:cNvPr id="183" name="잉크 182">
                <a:extLst>
                  <a:ext uri="{FF2B5EF4-FFF2-40B4-BE49-F238E27FC236}">
                    <a16:creationId xmlns:a16="http://schemas.microsoft.com/office/drawing/2014/main" id="{574DF74C-6700-4D24-94BD-56733753AFC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619912" y="4437832"/>
                <a:ext cx="219569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4" name="잉크 183">
                <a:extLst>
                  <a:ext uri="{FF2B5EF4-FFF2-40B4-BE49-F238E27FC236}">
                    <a16:creationId xmlns:a16="http://schemas.microsoft.com/office/drawing/2014/main" id="{43CCBCE2-EEA2-4652-A854-C0C3356CB694}"/>
                  </a:ext>
                </a:extLst>
              </p14:cNvPr>
              <p14:cNvContentPartPr/>
              <p14:nvPr/>
            </p14:nvContentPartPr>
            <p14:xfrm>
              <a:off x="15652656" y="4366192"/>
              <a:ext cx="143640" cy="30960"/>
            </p14:xfrm>
          </p:contentPart>
        </mc:Choice>
        <mc:Fallback xmlns="">
          <p:pic>
            <p:nvPicPr>
              <p:cNvPr id="184" name="잉크 183">
                <a:extLst>
                  <a:ext uri="{FF2B5EF4-FFF2-40B4-BE49-F238E27FC236}">
                    <a16:creationId xmlns:a16="http://schemas.microsoft.com/office/drawing/2014/main" id="{43CCBCE2-EEA2-4652-A854-C0C3356CB6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643656" y="4357192"/>
                <a:ext cx="1612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6" name="잉크 185">
                <a:extLst>
                  <a:ext uri="{FF2B5EF4-FFF2-40B4-BE49-F238E27FC236}">
                    <a16:creationId xmlns:a16="http://schemas.microsoft.com/office/drawing/2014/main" id="{015456AF-2AE9-438B-B302-B83FD6D671D6}"/>
                  </a:ext>
                </a:extLst>
              </p14:cNvPr>
              <p14:cNvContentPartPr/>
              <p14:nvPr/>
            </p14:nvContentPartPr>
            <p14:xfrm>
              <a:off x="7305619" y="4410109"/>
              <a:ext cx="172440" cy="163800"/>
            </p14:xfrm>
          </p:contentPart>
        </mc:Choice>
        <mc:Fallback xmlns="">
          <p:pic>
            <p:nvPicPr>
              <p:cNvPr id="186" name="잉크 185">
                <a:extLst>
                  <a:ext uri="{FF2B5EF4-FFF2-40B4-BE49-F238E27FC236}">
                    <a16:creationId xmlns:a16="http://schemas.microsoft.com/office/drawing/2014/main" id="{015456AF-2AE9-438B-B302-B83FD6D671D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96619" y="4401109"/>
                <a:ext cx="190080" cy="18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88348" y="6755575"/>
            <a:ext cx="4799652" cy="3743728"/>
          </a:xfrm>
          <a:custGeom>
            <a:avLst/>
            <a:gdLst/>
            <a:ahLst/>
            <a:cxnLst/>
            <a:rect l="l" t="t" r="r" b="b"/>
            <a:pathLst>
              <a:path w="4799652" h="3743728">
                <a:moveTo>
                  <a:pt x="0" y="0"/>
                </a:moveTo>
                <a:lnTo>
                  <a:pt x="4799652" y="0"/>
                </a:lnTo>
                <a:lnTo>
                  <a:pt x="4799652" y="3743729"/>
                </a:lnTo>
                <a:lnTo>
                  <a:pt x="0" y="37437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908900" y="3235000"/>
            <a:ext cx="121908" cy="121908"/>
            <a:chOff x="0" y="0"/>
            <a:chExt cx="63500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055579" y="7995212"/>
            <a:ext cx="121908" cy="121908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05884" y="330143"/>
            <a:ext cx="10713604" cy="1592221"/>
            <a:chOff x="0" y="0"/>
            <a:chExt cx="14284805" cy="212296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4284805" cy="2122961"/>
              <a:chOff x="0" y="0"/>
              <a:chExt cx="3908352" cy="58084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3908352" cy="580847"/>
              </a:xfrm>
              <a:custGeom>
                <a:avLst/>
                <a:gdLst/>
                <a:ahLst/>
                <a:cxnLst/>
                <a:rect l="l" t="t" r="r" b="b"/>
                <a:pathLst>
                  <a:path w="3908352" h="580847">
                    <a:moveTo>
                      <a:pt x="0" y="0"/>
                    </a:moveTo>
                    <a:lnTo>
                      <a:pt x="3908352" y="0"/>
                    </a:lnTo>
                    <a:lnTo>
                      <a:pt x="3908352" y="580847"/>
                    </a:lnTo>
                    <a:lnTo>
                      <a:pt x="0" y="58084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416522" y="356667"/>
              <a:ext cx="13868283" cy="1409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6999">
                  <a:solidFill>
                    <a:srgbClr val="003EA8"/>
                  </a:solidFill>
                  <a:ea typeface="Arita Dotum Bold"/>
                </a:rPr>
                <a:t>프로젝트 수행 절차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974129" y="3215950"/>
            <a:ext cx="16535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>
            <a:off x="305884" y="6500954"/>
            <a:ext cx="16535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>
            <a:off x="3922705" y="3215950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>
            <a:off x="3254459" y="6500954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AutoShape 16"/>
          <p:cNvSpPr/>
          <p:nvPr/>
        </p:nvSpPr>
        <p:spPr>
          <a:xfrm>
            <a:off x="9233800" y="3215950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7" name="AutoShape 17"/>
          <p:cNvSpPr/>
          <p:nvPr/>
        </p:nvSpPr>
        <p:spPr>
          <a:xfrm>
            <a:off x="8565554" y="6500954"/>
            <a:ext cx="330672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8" name="TextBox 18"/>
          <p:cNvSpPr txBox="1"/>
          <p:nvPr/>
        </p:nvSpPr>
        <p:spPr>
          <a:xfrm>
            <a:off x="305884" y="2257385"/>
            <a:ext cx="3550493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3EA8"/>
                </a:solidFill>
                <a:latin typeface="Arita Dotum Bold"/>
                <a:ea typeface="Arita Dotum Bold"/>
              </a:rPr>
              <a:t>2024년 3월 13일 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56376" y="2407881"/>
            <a:ext cx="2090577" cy="406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3EA8"/>
                </a:solidFill>
                <a:ea typeface="Arita Dotum Bold"/>
              </a:rPr>
              <a:t>프로젝트 시작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27669" y="2913703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3EA8"/>
                </a:solidFill>
                <a:latin typeface="Arita Dotum Bold"/>
                <a:ea typeface="Arita Dotum Bold"/>
              </a:rPr>
              <a:t>1단계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9423" y="6198707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3EA8"/>
                </a:solidFill>
                <a:latin typeface="Arita Dotum Bold"/>
                <a:ea typeface="Arita Dotum Bold"/>
              </a:rPr>
              <a:t>4단계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74671" y="2913703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3EA8"/>
                </a:solidFill>
                <a:latin typeface="Arita Dotum Bold"/>
                <a:ea typeface="Arita Dotum Bold"/>
              </a:rPr>
              <a:t>2단계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06425" y="6198707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3EA8"/>
                </a:solidFill>
                <a:latin typeface="Arita Dotum Bold"/>
                <a:ea typeface="Arita Dotum Bold"/>
              </a:rPr>
              <a:t>5단계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85766" y="2913703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3EA8"/>
                </a:solidFill>
                <a:latin typeface="Arita Dotum Bold"/>
                <a:ea typeface="Arita Dotum Bold"/>
              </a:rPr>
              <a:t>3단계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17521" y="6198707"/>
            <a:ext cx="1295036" cy="55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399">
                <a:solidFill>
                  <a:srgbClr val="003EA8"/>
                </a:solidFill>
                <a:latin typeface="Arita Dotum Bold"/>
                <a:ea typeface="Arita Dotum Bold"/>
              </a:rPr>
              <a:t>6단계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833596" y="3470571"/>
            <a:ext cx="3297534" cy="1743285"/>
            <a:chOff x="0" y="0"/>
            <a:chExt cx="4396712" cy="232438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396712" cy="2324380"/>
              <a:chOff x="0" y="0"/>
              <a:chExt cx="831478" cy="43957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31478" cy="439572"/>
              </a:xfrm>
              <a:custGeom>
                <a:avLst/>
                <a:gdLst/>
                <a:ahLst/>
                <a:cxnLst/>
                <a:rect l="l" t="t" r="r" b="b"/>
                <a:pathLst>
                  <a:path w="831478" h="439572">
                    <a:moveTo>
                      <a:pt x="219786" y="0"/>
                    </a:moveTo>
                    <a:lnTo>
                      <a:pt x="611692" y="0"/>
                    </a:lnTo>
                    <a:cubicBezTo>
                      <a:pt x="733077" y="0"/>
                      <a:pt x="831478" y="98402"/>
                      <a:pt x="831478" y="219786"/>
                    </a:cubicBezTo>
                    <a:lnTo>
                      <a:pt x="831478" y="219786"/>
                    </a:lnTo>
                    <a:cubicBezTo>
                      <a:pt x="831478" y="278077"/>
                      <a:pt x="808322" y="333980"/>
                      <a:pt x="767104" y="375198"/>
                    </a:cubicBezTo>
                    <a:cubicBezTo>
                      <a:pt x="725887" y="416416"/>
                      <a:pt x="669983" y="439572"/>
                      <a:pt x="611692" y="439572"/>
                    </a:cubicBezTo>
                    <a:lnTo>
                      <a:pt x="219786" y="439572"/>
                    </a:lnTo>
                    <a:cubicBezTo>
                      <a:pt x="161495" y="439572"/>
                      <a:pt x="105592" y="416416"/>
                      <a:pt x="64374" y="375198"/>
                    </a:cubicBezTo>
                    <a:cubicBezTo>
                      <a:pt x="23156" y="333980"/>
                      <a:pt x="0" y="278077"/>
                      <a:pt x="0" y="219786"/>
                    </a:cubicBezTo>
                    <a:lnTo>
                      <a:pt x="0" y="219786"/>
                    </a:lnTo>
                    <a:cubicBezTo>
                      <a:pt x="0" y="161495"/>
                      <a:pt x="23156" y="105592"/>
                      <a:pt x="64374" y="64374"/>
                    </a:cubicBezTo>
                    <a:cubicBezTo>
                      <a:pt x="105592" y="23156"/>
                      <a:pt x="161495" y="0"/>
                      <a:pt x="2197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831478" cy="4681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38159" y="108788"/>
              <a:ext cx="3920394" cy="20782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96"/>
                </a:lnSpc>
              </a:pPr>
              <a:endParaRPr/>
            </a:p>
            <a:p>
              <a:pPr algn="ctr">
                <a:lnSpc>
                  <a:spcPts val="3096"/>
                </a:lnSpc>
              </a:pPr>
              <a:r>
                <a:rPr lang="en-US" sz="2382">
                  <a:solidFill>
                    <a:srgbClr val="003EA8"/>
                  </a:solidFill>
                  <a:ea typeface="Arita Dotum Medium"/>
                </a:rPr>
                <a:t>프로젝트 주제 </a:t>
              </a:r>
            </a:p>
            <a:p>
              <a:pPr algn="ctr">
                <a:lnSpc>
                  <a:spcPts val="3096"/>
                </a:lnSpc>
              </a:pPr>
              <a:r>
                <a:rPr lang="en-US" sz="2382">
                  <a:solidFill>
                    <a:srgbClr val="003EA8"/>
                  </a:solidFill>
                  <a:ea typeface="Arita Dotum Medium"/>
                </a:rPr>
                <a:t>선정 및 설계</a:t>
              </a:r>
            </a:p>
            <a:p>
              <a:pPr algn="ctr">
                <a:lnSpc>
                  <a:spcPts val="3096"/>
                </a:lnSpc>
                <a:spcBef>
                  <a:spcPct val="0"/>
                </a:spcBef>
              </a:pPr>
              <a:endParaRPr lang="en-US" sz="2382">
                <a:solidFill>
                  <a:srgbClr val="003EA8"/>
                </a:solidFill>
                <a:ea typeface="Arita Dotum Medium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65350" y="6755575"/>
            <a:ext cx="3297534" cy="1743285"/>
            <a:chOff x="0" y="0"/>
            <a:chExt cx="831478" cy="4395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31478" cy="439572"/>
            </a:xfrm>
            <a:custGeom>
              <a:avLst/>
              <a:gdLst/>
              <a:ahLst/>
              <a:cxnLst/>
              <a:rect l="l" t="t" r="r" b="b"/>
              <a:pathLst>
                <a:path w="831478" h="439572">
                  <a:moveTo>
                    <a:pt x="219786" y="0"/>
                  </a:moveTo>
                  <a:lnTo>
                    <a:pt x="611692" y="0"/>
                  </a:lnTo>
                  <a:cubicBezTo>
                    <a:pt x="733077" y="0"/>
                    <a:pt x="831478" y="98402"/>
                    <a:pt x="831478" y="219786"/>
                  </a:cubicBezTo>
                  <a:lnTo>
                    <a:pt x="831478" y="219786"/>
                  </a:lnTo>
                  <a:cubicBezTo>
                    <a:pt x="831478" y="278077"/>
                    <a:pt x="808322" y="333980"/>
                    <a:pt x="767104" y="375198"/>
                  </a:cubicBezTo>
                  <a:cubicBezTo>
                    <a:pt x="725887" y="416416"/>
                    <a:pt x="669983" y="439572"/>
                    <a:pt x="611692" y="439572"/>
                  </a:cubicBezTo>
                  <a:lnTo>
                    <a:pt x="219786" y="439572"/>
                  </a:lnTo>
                  <a:cubicBezTo>
                    <a:pt x="161495" y="439572"/>
                    <a:pt x="105592" y="416416"/>
                    <a:pt x="64374" y="375198"/>
                  </a:cubicBezTo>
                  <a:cubicBezTo>
                    <a:pt x="23156" y="333980"/>
                    <a:pt x="0" y="278077"/>
                    <a:pt x="0" y="219786"/>
                  </a:cubicBezTo>
                  <a:lnTo>
                    <a:pt x="0" y="219786"/>
                  </a:lnTo>
                  <a:cubicBezTo>
                    <a:pt x="0" y="161495"/>
                    <a:pt x="23156" y="105592"/>
                    <a:pt x="64374" y="64374"/>
                  </a:cubicBezTo>
                  <a:cubicBezTo>
                    <a:pt x="105592" y="23156"/>
                    <a:pt x="161495" y="0"/>
                    <a:pt x="21978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831478" cy="468147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343970" y="7384225"/>
            <a:ext cx="2940295" cy="39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382">
                <a:solidFill>
                  <a:srgbClr val="003EA8"/>
                </a:solidFill>
                <a:ea typeface="Arita Dotum Medium"/>
              </a:rPr>
              <a:t>데이터 수집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680598" y="3470571"/>
            <a:ext cx="3106404" cy="1672929"/>
            <a:chOff x="0" y="0"/>
            <a:chExt cx="818148" cy="4406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012352" y="6755575"/>
            <a:ext cx="3106404" cy="1672929"/>
            <a:chOff x="0" y="0"/>
            <a:chExt cx="818148" cy="44060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991693" y="3470571"/>
            <a:ext cx="3106404" cy="1672929"/>
            <a:chOff x="0" y="0"/>
            <a:chExt cx="818148" cy="44060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323448" y="6755575"/>
            <a:ext cx="3106404" cy="1672929"/>
            <a:chOff x="0" y="0"/>
            <a:chExt cx="818148" cy="44060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8148" cy="440607"/>
            </a:xfrm>
            <a:custGeom>
              <a:avLst/>
              <a:gdLst/>
              <a:ahLst/>
              <a:cxnLst/>
              <a:rect l="l" t="t" r="r" b="b"/>
              <a:pathLst>
                <a:path w="818148" h="440607">
                  <a:moveTo>
                    <a:pt x="220303" y="0"/>
                  </a:moveTo>
                  <a:lnTo>
                    <a:pt x="597844" y="0"/>
                  </a:lnTo>
                  <a:cubicBezTo>
                    <a:pt x="719514" y="0"/>
                    <a:pt x="818148" y="98633"/>
                    <a:pt x="818148" y="220303"/>
                  </a:cubicBezTo>
                  <a:lnTo>
                    <a:pt x="818148" y="220303"/>
                  </a:lnTo>
                  <a:cubicBezTo>
                    <a:pt x="818148" y="341974"/>
                    <a:pt x="719514" y="440607"/>
                    <a:pt x="597844" y="440607"/>
                  </a:cubicBezTo>
                  <a:lnTo>
                    <a:pt x="220303" y="440607"/>
                  </a:lnTo>
                  <a:cubicBezTo>
                    <a:pt x="98633" y="440607"/>
                    <a:pt x="0" y="341974"/>
                    <a:pt x="0" y="220303"/>
                  </a:cubicBezTo>
                  <a:lnTo>
                    <a:pt x="0" y="220303"/>
                  </a:lnTo>
                  <a:cubicBezTo>
                    <a:pt x="0" y="98633"/>
                    <a:pt x="98633" y="0"/>
                    <a:pt x="2203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818148" cy="4691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229426" y="4140533"/>
            <a:ext cx="4008747" cy="3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en-US" sz="2280">
                <a:solidFill>
                  <a:srgbClr val="003EA8"/>
                </a:solidFill>
                <a:ea typeface="Arita Dotum Medium"/>
              </a:rPr>
              <a:t>데이터 검색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561181" y="7425537"/>
            <a:ext cx="4008747" cy="3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en-US" sz="2280">
                <a:solidFill>
                  <a:srgbClr val="003EA8"/>
                </a:solidFill>
                <a:ea typeface="Arita Dotum Medium"/>
              </a:rPr>
              <a:t>데이터 가공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991693" y="3952946"/>
            <a:ext cx="3165287" cy="74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2280">
                <a:solidFill>
                  <a:srgbClr val="003EA8"/>
                </a:solidFill>
                <a:ea typeface="Arita Dotum Medium"/>
              </a:rPr>
              <a:t>팀원별</a:t>
            </a:r>
          </a:p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en-US" sz="2280">
                <a:solidFill>
                  <a:srgbClr val="003EA8"/>
                </a:solidFill>
                <a:ea typeface="Arita Dotum Medium"/>
              </a:rPr>
              <a:t>각 업무 분담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23448" y="7384225"/>
            <a:ext cx="3165287" cy="3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spcBef>
                <a:spcPct val="0"/>
              </a:spcBef>
            </a:pPr>
            <a:r>
              <a:rPr lang="en-US" sz="2280">
                <a:solidFill>
                  <a:srgbClr val="003EA8"/>
                </a:solidFill>
                <a:ea typeface="Arita Dotum Medium"/>
              </a:rPr>
              <a:t>산출물 작성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354" r="-1468" b="-560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30816" y="2190253"/>
            <a:ext cx="6786021" cy="935579"/>
            <a:chOff x="0" y="0"/>
            <a:chExt cx="1711106" cy="2359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11106" cy="235908"/>
            </a:xfrm>
            <a:custGeom>
              <a:avLst/>
              <a:gdLst/>
              <a:ahLst/>
              <a:cxnLst/>
              <a:rect l="l" t="t" r="r" b="b"/>
              <a:pathLst>
                <a:path w="1711106" h="235908">
                  <a:moveTo>
                    <a:pt x="114086" y="0"/>
                  </a:moveTo>
                  <a:lnTo>
                    <a:pt x="1597019" y="0"/>
                  </a:lnTo>
                  <a:cubicBezTo>
                    <a:pt x="1660028" y="0"/>
                    <a:pt x="1711106" y="51078"/>
                    <a:pt x="1711106" y="114086"/>
                  </a:cubicBezTo>
                  <a:lnTo>
                    <a:pt x="1711106" y="121821"/>
                  </a:lnTo>
                  <a:cubicBezTo>
                    <a:pt x="1711106" y="152079"/>
                    <a:pt x="1699086" y="181097"/>
                    <a:pt x="1677691" y="202492"/>
                  </a:cubicBezTo>
                  <a:cubicBezTo>
                    <a:pt x="1656295" y="223888"/>
                    <a:pt x="1627277" y="235908"/>
                    <a:pt x="1597019" y="235908"/>
                  </a:cubicBezTo>
                  <a:lnTo>
                    <a:pt x="114086" y="235908"/>
                  </a:lnTo>
                  <a:cubicBezTo>
                    <a:pt x="51078" y="235908"/>
                    <a:pt x="0" y="184829"/>
                    <a:pt x="0" y="121821"/>
                  </a:cubicBezTo>
                  <a:lnTo>
                    <a:pt x="0" y="114086"/>
                  </a:lnTo>
                  <a:cubicBezTo>
                    <a:pt x="0" y="51078"/>
                    <a:pt x="51078" y="0"/>
                    <a:pt x="11408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11106" cy="264483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18938" y="2419931"/>
            <a:ext cx="5809776" cy="46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1. </a:t>
            </a:r>
            <a:r>
              <a:rPr lang="en-US" sz="30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30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 API </a:t>
            </a:r>
            <a:r>
              <a:rPr lang="en-US" sz="3000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en-US" sz="30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3000" dirty="0" err="1">
                <a:solidFill>
                  <a:srgbClr val="003EA8"/>
                </a:solidFill>
                <a:latin typeface="Arita Dotum Bold"/>
                <a:ea typeface="Arita Dotum Bold"/>
              </a:rPr>
              <a:t>가져오기</a:t>
            </a:r>
            <a:endParaRPr lang="en-US" sz="30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594338" y="3239157"/>
            <a:ext cx="16439906" cy="2816471"/>
          </a:xfrm>
          <a:custGeom>
            <a:avLst/>
            <a:gdLst/>
            <a:ahLst/>
            <a:cxnLst/>
            <a:rect l="l" t="t" r="r" b="b"/>
            <a:pathLst>
              <a:path w="16439906" h="2816471">
                <a:moveTo>
                  <a:pt x="0" y="0"/>
                </a:moveTo>
                <a:lnTo>
                  <a:pt x="16439906" y="0"/>
                </a:lnTo>
                <a:lnTo>
                  <a:pt x="16439906" y="2816471"/>
                </a:lnTo>
                <a:lnTo>
                  <a:pt x="0" y="2816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41" t="-16623" r="-4057" b="-1769"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dirty="0" err="1">
                <a:solidFill>
                  <a:srgbClr val="003EA8"/>
                </a:solidFill>
                <a:ea typeface="Arita Dotum Bold"/>
              </a:rPr>
              <a:t>공통</a:t>
            </a:r>
            <a:r>
              <a:rPr lang="en-US" sz="250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500" dirty="0" err="1">
                <a:solidFill>
                  <a:srgbClr val="003EA8"/>
                </a:solidFill>
                <a:ea typeface="Arita Dotum Bold"/>
              </a:rPr>
              <a:t>수행</a:t>
            </a:r>
            <a:r>
              <a:rPr lang="en-US" sz="250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2500" dirty="0">
                <a:solidFill>
                  <a:srgbClr val="003EA8"/>
                </a:solidFill>
                <a:ea typeface="Arita Dotum Bold"/>
              </a:rPr>
              <a:t>작업</a:t>
            </a:r>
            <a:endParaRPr lang="en-US" sz="25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7DD7701B-29F2-428A-AB86-5C025A9603C9}"/>
              </a:ext>
            </a:extLst>
          </p:cNvPr>
          <p:cNvSpPr/>
          <p:nvPr/>
        </p:nvSpPr>
        <p:spPr>
          <a:xfrm>
            <a:off x="6176200" y="6314988"/>
            <a:ext cx="10892535" cy="3563518"/>
          </a:xfrm>
          <a:custGeom>
            <a:avLst/>
            <a:gdLst/>
            <a:ahLst/>
            <a:cxnLst/>
            <a:rect l="l" t="t" r="r" b="b"/>
            <a:pathLst>
              <a:path w="10892535" h="3563518">
                <a:moveTo>
                  <a:pt x="0" y="0"/>
                </a:moveTo>
                <a:lnTo>
                  <a:pt x="10892535" y="0"/>
                </a:lnTo>
                <a:lnTo>
                  <a:pt x="10892535" y="3563518"/>
                </a:lnTo>
                <a:lnTo>
                  <a:pt x="0" y="3563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55" t="-1968" r="-6649"/>
            </a:stretch>
          </a:blipFill>
        </p:spPr>
      </p:sp>
      <p:grpSp>
        <p:nvGrpSpPr>
          <p:cNvPr id="12" name="Group 14">
            <a:extLst>
              <a:ext uri="{FF2B5EF4-FFF2-40B4-BE49-F238E27FC236}">
                <a16:creationId xmlns:a16="http://schemas.microsoft.com/office/drawing/2014/main" id="{155FF42C-3782-4EB4-9B21-49C6D0C7F689}"/>
              </a:ext>
            </a:extLst>
          </p:cNvPr>
          <p:cNvGrpSpPr/>
          <p:nvPr/>
        </p:nvGrpSpPr>
        <p:grpSpPr>
          <a:xfrm>
            <a:off x="594338" y="6986175"/>
            <a:ext cx="4748139" cy="2319036"/>
            <a:chOff x="0" y="0"/>
            <a:chExt cx="1197251" cy="584749"/>
          </a:xfrm>
        </p:grpSpPr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FA5063F5-5041-4601-982C-C30449474578}"/>
                </a:ext>
              </a:extLst>
            </p:cNvPr>
            <p:cNvSpPr/>
            <p:nvPr/>
          </p:nvSpPr>
          <p:spPr>
            <a:xfrm>
              <a:off x="0" y="0"/>
              <a:ext cx="1197251" cy="584749"/>
            </a:xfrm>
            <a:custGeom>
              <a:avLst/>
              <a:gdLst/>
              <a:ahLst/>
              <a:cxnLst/>
              <a:rect l="l" t="t" r="r" b="b"/>
              <a:pathLst>
                <a:path w="1197251" h="584749">
                  <a:moveTo>
                    <a:pt x="163052" y="0"/>
                  </a:moveTo>
                  <a:lnTo>
                    <a:pt x="1034199" y="0"/>
                  </a:lnTo>
                  <a:cubicBezTo>
                    <a:pt x="1077443" y="0"/>
                    <a:pt x="1118916" y="17179"/>
                    <a:pt x="1149494" y="47757"/>
                  </a:cubicBezTo>
                  <a:cubicBezTo>
                    <a:pt x="1180072" y="78335"/>
                    <a:pt x="1197251" y="119808"/>
                    <a:pt x="1197251" y="163052"/>
                  </a:cubicBezTo>
                  <a:lnTo>
                    <a:pt x="1197251" y="421697"/>
                  </a:lnTo>
                  <a:cubicBezTo>
                    <a:pt x="1197251" y="511748"/>
                    <a:pt x="1124250" y="584749"/>
                    <a:pt x="1034199" y="584749"/>
                  </a:cubicBezTo>
                  <a:lnTo>
                    <a:pt x="163052" y="584749"/>
                  </a:lnTo>
                  <a:cubicBezTo>
                    <a:pt x="119808" y="584749"/>
                    <a:pt x="78335" y="567570"/>
                    <a:pt x="47757" y="536992"/>
                  </a:cubicBezTo>
                  <a:cubicBezTo>
                    <a:pt x="17179" y="506414"/>
                    <a:pt x="0" y="464941"/>
                    <a:pt x="0" y="421697"/>
                  </a:cubicBezTo>
                  <a:lnTo>
                    <a:pt x="0" y="163052"/>
                  </a:lnTo>
                  <a:cubicBezTo>
                    <a:pt x="0" y="73001"/>
                    <a:pt x="73001" y="0"/>
                    <a:pt x="16305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4" name="TextBox 16">
              <a:extLst>
                <a:ext uri="{FF2B5EF4-FFF2-40B4-BE49-F238E27FC236}">
                  <a16:creationId xmlns:a16="http://schemas.microsoft.com/office/drawing/2014/main" id="{3B3C799E-4945-4FA3-9A77-86448ED82F99}"/>
                </a:ext>
              </a:extLst>
            </p:cNvPr>
            <p:cNvSpPr txBox="1"/>
            <p:nvPr/>
          </p:nvSpPr>
          <p:spPr>
            <a:xfrm>
              <a:off x="0" y="-28575"/>
              <a:ext cx="1197251" cy="613324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TextBox 17">
            <a:extLst>
              <a:ext uri="{FF2B5EF4-FFF2-40B4-BE49-F238E27FC236}">
                <a16:creationId xmlns:a16="http://schemas.microsoft.com/office/drawing/2014/main" id="{A5C681B4-7CB9-4449-B9D7-51D08AB96A2D}"/>
              </a:ext>
            </a:extLst>
          </p:cNvPr>
          <p:cNvSpPr txBox="1"/>
          <p:nvPr/>
        </p:nvSpPr>
        <p:spPr>
          <a:xfrm>
            <a:off x="702402" y="7748148"/>
            <a:ext cx="4423949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2. Pandas , </a:t>
            </a:r>
            <a:r>
              <a:rPr lang="en-US" sz="2603" dirty="0" err="1">
                <a:solidFill>
                  <a:srgbClr val="003EA8"/>
                </a:solidFill>
                <a:latin typeface="Arita Dotum Bold"/>
                <a:ea typeface="Arita Dotum Bold"/>
              </a:rPr>
              <a:t>xmltodict</a:t>
            </a:r>
            <a:r>
              <a:rPr lang="en-US" sz="2603" dirty="0">
                <a:solidFill>
                  <a:srgbClr val="003EA8"/>
                </a:solidFill>
                <a:latin typeface="Arita Dotum Bold"/>
                <a:ea typeface="Arita Dotum Bold"/>
              </a:rPr>
              <a:t> , json 등</a:t>
            </a:r>
          </a:p>
          <a:p>
            <a:pPr algn="ctr">
              <a:lnSpc>
                <a:spcPts val="3124"/>
              </a:lnSpc>
            </a:pPr>
            <a:r>
              <a:rPr lang="en-US" sz="2603" dirty="0" err="1">
                <a:solidFill>
                  <a:srgbClr val="003EA8"/>
                </a:solidFill>
                <a:ea typeface="Arita Dotum Bold"/>
              </a:rPr>
              <a:t>여러가지</a:t>
            </a:r>
            <a:r>
              <a:rPr lang="en-US" sz="2603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603" dirty="0" err="1">
                <a:solidFill>
                  <a:srgbClr val="003EA8"/>
                </a:solidFill>
                <a:ea typeface="Arita Dotum Bold"/>
              </a:rPr>
              <a:t>파이썬</a:t>
            </a:r>
            <a:r>
              <a:rPr lang="en-US" sz="2603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603" dirty="0" err="1">
                <a:solidFill>
                  <a:srgbClr val="003EA8"/>
                </a:solidFill>
                <a:ea typeface="Arita Dotum Bold"/>
              </a:rPr>
              <a:t>기능</a:t>
            </a:r>
            <a:r>
              <a:rPr lang="en-US" sz="2603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603" dirty="0" err="1">
                <a:solidFill>
                  <a:srgbClr val="003EA8"/>
                </a:solidFill>
                <a:ea typeface="Arita Dotum Bold"/>
              </a:rPr>
              <a:t>사용</a:t>
            </a:r>
            <a:endParaRPr lang="en-US" sz="2603" dirty="0">
              <a:solidFill>
                <a:srgbClr val="003EA8"/>
              </a:solidFill>
              <a:ea typeface="Arita Dotum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374448" y="9044945"/>
            <a:ext cx="3539104" cy="617207"/>
            <a:chOff x="0" y="0"/>
            <a:chExt cx="1291075" cy="2251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1075" cy="225159"/>
            </a:xfrm>
            <a:custGeom>
              <a:avLst/>
              <a:gdLst/>
              <a:ahLst/>
              <a:cxnLst/>
              <a:rect l="l" t="t" r="r" b="b"/>
              <a:pathLst>
                <a:path w="1291075" h="225159">
                  <a:moveTo>
                    <a:pt x="0" y="0"/>
                  </a:moveTo>
                  <a:lnTo>
                    <a:pt x="1291075" y="0"/>
                  </a:lnTo>
                  <a:lnTo>
                    <a:pt x="1291075" y="225159"/>
                  </a:lnTo>
                  <a:lnTo>
                    <a:pt x="0" y="22515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5384196" y="-309867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73291" y="6032211"/>
            <a:ext cx="10892535" cy="3032582"/>
          </a:xfrm>
          <a:custGeom>
            <a:avLst/>
            <a:gdLst/>
            <a:ahLst/>
            <a:cxnLst/>
            <a:rect l="l" t="t" r="r" b="b"/>
            <a:pathLst>
              <a:path w="10892535" h="3032582">
                <a:moveTo>
                  <a:pt x="0" y="0"/>
                </a:moveTo>
                <a:lnTo>
                  <a:pt x="10892535" y="0"/>
                </a:lnTo>
                <a:lnTo>
                  <a:pt x="10892535" y="3032582"/>
                </a:lnTo>
                <a:lnTo>
                  <a:pt x="0" y="3032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02" t="-852" r="-8627" b="-3177"/>
            </a:stretch>
          </a:blipFill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" name="Group 10"/>
          <p:cNvGrpSpPr/>
          <p:nvPr/>
        </p:nvGrpSpPr>
        <p:grpSpPr>
          <a:xfrm>
            <a:off x="673777" y="4676912"/>
            <a:ext cx="4748139" cy="2319036"/>
            <a:chOff x="0" y="0"/>
            <a:chExt cx="1197251" cy="5847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7251" cy="584749"/>
            </a:xfrm>
            <a:custGeom>
              <a:avLst/>
              <a:gdLst/>
              <a:ahLst/>
              <a:cxnLst/>
              <a:rect l="l" t="t" r="r" b="b"/>
              <a:pathLst>
                <a:path w="1197251" h="584749">
                  <a:moveTo>
                    <a:pt x="163052" y="0"/>
                  </a:moveTo>
                  <a:lnTo>
                    <a:pt x="1034199" y="0"/>
                  </a:lnTo>
                  <a:cubicBezTo>
                    <a:pt x="1077443" y="0"/>
                    <a:pt x="1118916" y="17179"/>
                    <a:pt x="1149494" y="47757"/>
                  </a:cubicBezTo>
                  <a:cubicBezTo>
                    <a:pt x="1180072" y="78335"/>
                    <a:pt x="1197251" y="119808"/>
                    <a:pt x="1197251" y="163052"/>
                  </a:cubicBezTo>
                  <a:lnTo>
                    <a:pt x="1197251" y="421697"/>
                  </a:lnTo>
                  <a:cubicBezTo>
                    <a:pt x="1197251" y="511748"/>
                    <a:pt x="1124250" y="584749"/>
                    <a:pt x="1034199" y="584749"/>
                  </a:cubicBezTo>
                  <a:lnTo>
                    <a:pt x="163052" y="584749"/>
                  </a:lnTo>
                  <a:cubicBezTo>
                    <a:pt x="119808" y="584749"/>
                    <a:pt x="78335" y="567570"/>
                    <a:pt x="47757" y="536992"/>
                  </a:cubicBezTo>
                  <a:cubicBezTo>
                    <a:pt x="17179" y="506414"/>
                    <a:pt x="0" y="464941"/>
                    <a:pt x="0" y="421697"/>
                  </a:cubicBezTo>
                  <a:lnTo>
                    <a:pt x="0" y="163052"/>
                  </a:lnTo>
                  <a:cubicBezTo>
                    <a:pt x="0" y="73001"/>
                    <a:pt x="73001" y="0"/>
                    <a:pt x="16305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197251" cy="613324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81841" y="5215106"/>
            <a:ext cx="4532012" cy="123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1"/>
              </a:lnSpc>
            </a:pPr>
            <a:r>
              <a:rPr lang="en-US" sz="2676" dirty="0">
                <a:solidFill>
                  <a:srgbClr val="003EA8"/>
                </a:solidFill>
                <a:latin typeface="Arita Dotum Bold"/>
                <a:ea typeface="Arita Dotum Bold"/>
              </a:rPr>
              <a:t>3. </a:t>
            </a:r>
            <a:r>
              <a:rPr lang="en-US" sz="2676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데이터를</a:t>
            </a:r>
            <a:r>
              <a:rPr lang="en-US" sz="267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76" dirty="0" err="1">
                <a:solidFill>
                  <a:srgbClr val="003EA8"/>
                </a:solidFill>
                <a:latin typeface="Arita Dotum Bold"/>
                <a:ea typeface="Arita Dotum Bold"/>
              </a:rPr>
              <a:t>객체화</a:t>
            </a:r>
            <a:r>
              <a:rPr lang="en-US" sz="267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76" dirty="0" err="1">
                <a:solidFill>
                  <a:srgbClr val="003EA8"/>
                </a:solidFill>
                <a:latin typeface="Arita Dotum Bold"/>
                <a:ea typeface="Arita Dotum Bold"/>
              </a:rPr>
              <a:t>시킨</a:t>
            </a:r>
            <a:r>
              <a:rPr lang="en-US" sz="2676" dirty="0">
                <a:solidFill>
                  <a:srgbClr val="003EA8"/>
                </a:solidFill>
                <a:latin typeface="Arita Dotum Bold"/>
                <a:ea typeface="Arita Dotum Bold"/>
              </a:rPr>
              <a:t> 후 </a:t>
            </a:r>
          </a:p>
          <a:p>
            <a:pPr algn="ctr">
              <a:lnSpc>
                <a:spcPts val="3211"/>
              </a:lnSpc>
            </a:pPr>
            <a:r>
              <a:rPr lang="en-US" sz="2676" dirty="0" err="1">
                <a:solidFill>
                  <a:srgbClr val="003EA8"/>
                </a:solidFill>
                <a:ea typeface="Arita Dotum Bold"/>
              </a:rPr>
              <a:t>데이터</a:t>
            </a:r>
            <a:r>
              <a:rPr lang="en-US" sz="2676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676" dirty="0" err="1">
                <a:solidFill>
                  <a:srgbClr val="003EA8"/>
                </a:solidFill>
                <a:ea typeface="Arita Dotum Bold"/>
              </a:rPr>
              <a:t>프레임으로</a:t>
            </a:r>
            <a:r>
              <a:rPr lang="en-US" sz="2676" dirty="0">
                <a:solidFill>
                  <a:srgbClr val="003EA8"/>
                </a:solidFill>
                <a:ea typeface="Arita Dotum Bold"/>
              </a:rPr>
              <a:t> </a:t>
            </a:r>
          </a:p>
          <a:p>
            <a:pPr algn="ctr">
              <a:lnSpc>
                <a:spcPts val="3211"/>
              </a:lnSpc>
            </a:pPr>
            <a:r>
              <a:rPr lang="en-US" sz="2676" dirty="0" err="1">
                <a:solidFill>
                  <a:srgbClr val="003EA8"/>
                </a:solidFill>
                <a:ea typeface="Arita Dotum Bold"/>
              </a:rPr>
              <a:t>변경</a:t>
            </a:r>
            <a:r>
              <a:rPr lang="en-US" sz="2676" dirty="0">
                <a:solidFill>
                  <a:srgbClr val="003EA8"/>
                </a:solidFill>
                <a:ea typeface="Arita Dotum Bold"/>
              </a:rPr>
              <a:t> 및 </a:t>
            </a:r>
            <a:r>
              <a:rPr lang="en-US" sz="2676" dirty="0" err="1">
                <a:solidFill>
                  <a:srgbClr val="003EA8"/>
                </a:solidFill>
                <a:ea typeface="Arita Dotum Bold"/>
              </a:rPr>
              <a:t>컬럼명</a:t>
            </a:r>
            <a:r>
              <a:rPr lang="en-US" sz="2676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676" dirty="0" err="1">
                <a:solidFill>
                  <a:srgbClr val="003EA8"/>
                </a:solidFill>
                <a:ea typeface="Arita Dotum Bold"/>
              </a:rPr>
              <a:t>변경</a:t>
            </a:r>
            <a:endParaRPr lang="en-US" sz="2676" dirty="0">
              <a:solidFill>
                <a:srgbClr val="003EA8"/>
              </a:solidFill>
              <a:ea typeface="Arita Dotum Bold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6FAE78BF-1F42-471C-B72C-9A68FE8DB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039" y="2674094"/>
            <a:ext cx="11570341" cy="2377279"/>
          </a:xfrm>
          <a:prstGeom prst="rect">
            <a:avLst/>
          </a:prstGeom>
        </p:spPr>
      </p:pic>
      <p:sp>
        <p:nvSpPr>
          <p:cNvPr id="23" name="TextBox 18">
            <a:extLst>
              <a:ext uri="{FF2B5EF4-FFF2-40B4-BE49-F238E27FC236}">
                <a16:creationId xmlns:a16="http://schemas.microsoft.com/office/drawing/2014/main" id="{5B1B3D90-684F-411D-94CC-64F2DBFF1A83}"/>
              </a:ext>
            </a:extLst>
          </p:cNvPr>
          <p:cNvSpPr txBox="1"/>
          <p:nvPr/>
        </p:nvSpPr>
        <p:spPr>
          <a:xfrm>
            <a:off x="11049000" y="2283569"/>
            <a:ext cx="220159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>
                <a:solidFill>
                  <a:srgbClr val="003EA8"/>
                </a:solidFill>
                <a:ea typeface="Arita Dotum Bold"/>
              </a:rPr>
              <a:t>첫번째 데이터</a:t>
            </a:r>
            <a:endParaRPr lang="en-US" sz="25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BD6E4E00-BE44-4D9F-8FAD-FBD1592A248F}"/>
              </a:ext>
            </a:extLst>
          </p:cNvPr>
          <p:cNvSpPr txBox="1"/>
          <p:nvPr/>
        </p:nvSpPr>
        <p:spPr>
          <a:xfrm>
            <a:off x="11049000" y="5584504"/>
            <a:ext cx="2201596" cy="390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ko-KR" altLang="en-US" sz="2500" dirty="0">
                <a:solidFill>
                  <a:srgbClr val="003EA8"/>
                </a:solidFill>
                <a:ea typeface="Arita Dotum Bold"/>
              </a:rPr>
              <a:t>두번째 데이터</a:t>
            </a:r>
            <a:endParaRPr lang="en-US" sz="2500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8C9044CD-AB56-4F94-9152-E3B596F3962E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9" name="AutoShape 9">
            <a:extLst>
              <a:ext uri="{FF2B5EF4-FFF2-40B4-BE49-F238E27FC236}">
                <a16:creationId xmlns:a16="http://schemas.microsoft.com/office/drawing/2014/main" id="{2AE6100D-752D-4720-ACBD-D681DA4CCF4D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A319BB7F-62BB-44AD-A992-5DF64A3E3D1A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500" dirty="0" err="1">
                <a:solidFill>
                  <a:srgbClr val="003EA8"/>
                </a:solidFill>
                <a:ea typeface="Arita Dotum Bold"/>
              </a:rPr>
              <a:t>공통</a:t>
            </a:r>
            <a:r>
              <a:rPr lang="en-US" sz="250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500" dirty="0" err="1">
                <a:solidFill>
                  <a:srgbClr val="003EA8"/>
                </a:solidFill>
                <a:ea typeface="Arita Dotum Bold"/>
              </a:rPr>
              <a:t>수행</a:t>
            </a:r>
            <a:r>
              <a:rPr lang="en-US" sz="250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2500" dirty="0">
                <a:solidFill>
                  <a:srgbClr val="003EA8"/>
                </a:solidFill>
                <a:ea typeface="Arita Dotum Bold"/>
              </a:rPr>
              <a:t>작업</a:t>
            </a:r>
            <a:endParaRPr lang="en-US" sz="2500" dirty="0">
              <a:solidFill>
                <a:srgbClr val="003EA8"/>
              </a:solidFill>
              <a:ea typeface="Arita Dotum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84196" y="-309867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87902" y="3966519"/>
            <a:ext cx="8624959" cy="1320683"/>
          </a:xfrm>
          <a:custGeom>
            <a:avLst/>
            <a:gdLst/>
            <a:ahLst/>
            <a:cxnLst/>
            <a:rect l="l" t="t" r="r" b="b"/>
            <a:pathLst>
              <a:path w="8624959" h="1320683">
                <a:moveTo>
                  <a:pt x="0" y="0"/>
                </a:moveTo>
                <a:lnTo>
                  <a:pt x="8624959" y="0"/>
                </a:lnTo>
                <a:lnTo>
                  <a:pt x="8624959" y="1320682"/>
                </a:lnTo>
                <a:lnTo>
                  <a:pt x="0" y="1320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46" t="-75463" r="-23881" b="-6289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87902" y="2360297"/>
            <a:ext cx="8624959" cy="771688"/>
          </a:xfrm>
          <a:custGeom>
            <a:avLst/>
            <a:gdLst/>
            <a:ahLst/>
            <a:cxnLst/>
            <a:rect l="l" t="t" r="r" b="b"/>
            <a:pathLst>
              <a:path w="8624959" h="771688">
                <a:moveTo>
                  <a:pt x="0" y="0"/>
                </a:moveTo>
                <a:lnTo>
                  <a:pt x="8624959" y="0"/>
                </a:lnTo>
                <a:lnTo>
                  <a:pt x="8624959" y="771688"/>
                </a:lnTo>
                <a:lnTo>
                  <a:pt x="0" y="7716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66" t="-90404" r="-11266" b="-38744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58423" y="2278352"/>
            <a:ext cx="6786021" cy="935579"/>
            <a:chOff x="0" y="0"/>
            <a:chExt cx="1711106" cy="2359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1106" cy="235908"/>
            </a:xfrm>
            <a:custGeom>
              <a:avLst/>
              <a:gdLst/>
              <a:ahLst/>
              <a:cxnLst/>
              <a:rect l="l" t="t" r="r" b="b"/>
              <a:pathLst>
                <a:path w="1711106" h="235908">
                  <a:moveTo>
                    <a:pt x="114086" y="0"/>
                  </a:moveTo>
                  <a:lnTo>
                    <a:pt x="1597019" y="0"/>
                  </a:lnTo>
                  <a:cubicBezTo>
                    <a:pt x="1660028" y="0"/>
                    <a:pt x="1711106" y="51078"/>
                    <a:pt x="1711106" y="114086"/>
                  </a:cubicBezTo>
                  <a:lnTo>
                    <a:pt x="1711106" y="121821"/>
                  </a:lnTo>
                  <a:cubicBezTo>
                    <a:pt x="1711106" y="152079"/>
                    <a:pt x="1699086" y="181097"/>
                    <a:pt x="1677691" y="202492"/>
                  </a:cubicBezTo>
                  <a:cubicBezTo>
                    <a:pt x="1656295" y="223888"/>
                    <a:pt x="1627277" y="235908"/>
                    <a:pt x="1597019" y="235908"/>
                  </a:cubicBezTo>
                  <a:lnTo>
                    <a:pt x="114086" y="235908"/>
                  </a:lnTo>
                  <a:cubicBezTo>
                    <a:pt x="51078" y="235908"/>
                    <a:pt x="0" y="184829"/>
                    <a:pt x="0" y="121821"/>
                  </a:cubicBezTo>
                  <a:lnTo>
                    <a:pt x="0" y="114086"/>
                  </a:lnTo>
                  <a:cubicBezTo>
                    <a:pt x="0" y="51078"/>
                    <a:pt x="51078" y="0"/>
                    <a:pt x="11408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11106" cy="264483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2479" y="2360297"/>
            <a:ext cx="6177909" cy="79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ctr">
              <a:lnSpc>
                <a:spcPts val="3184"/>
              </a:lnSpc>
              <a:buAutoNum type="arabicPeriod"/>
            </a:pPr>
            <a:r>
              <a:rPr lang="ko-KR" altLang="en-US" sz="2653" dirty="0">
                <a:solidFill>
                  <a:srgbClr val="003EA8"/>
                </a:solidFill>
                <a:latin typeface="Arita Dotum Bold"/>
                <a:ea typeface="Arita Dotum Bold"/>
              </a:rPr>
              <a:t>일정 시간동안 수집한 데이터를</a:t>
            </a:r>
            <a:endParaRPr lang="en-US" altLang="ko-KR" sz="2653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3184"/>
              </a:lnSpc>
            </a:pPr>
            <a:r>
              <a:rPr lang="en-US" sz="2653" dirty="0" err="1">
                <a:solidFill>
                  <a:srgbClr val="003EA8"/>
                </a:solidFill>
                <a:latin typeface="Arita Dotum Bold"/>
                <a:ea typeface="Arita Dotum Bold"/>
              </a:rPr>
              <a:t>엑셀</a:t>
            </a:r>
            <a:r>
              <a:rPr lang="en-US" sz="2653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53" dirty="0" err="1">
                <a:solidFill>
                  <a:srgbClr val="003EA8"/>
                </a:solidFill>
                <a:latin typeface="Arita Dotum Bold"/>
                <a:ea typeface="Arita Dotum Bold"/>
              </a:rPr>
              <a:t>파일</a:t>
            </a:r>
            <a:r>
              <a:rPr lang="ko-KR" altLang="en-US" sz="2653" dirty="0">
                <a:solidFill>
                  <a:srgbClr val="003EA8"/>
                </a:solidFill>
                <a:latin typeface="Arita Dotum Bold"/>
                <a:ea typeface="Arita Dotum Bold"/>
              </a:rPr>
              <a:t>로</a:t>
            </a:r>
            <a:r>
              <a:rPr lang="en-US" sz="2653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53" dirty="0" err="1">
                <a:solidFill>
                  <a:srgbClr val="003EA8"/>
                </a:solidFill>
                <a:latin typeface="Arita Dotum Bold"/>
                <a:ea typeface="Arita Dotum Bold"/>
              </a:rPr>
              <a:t>생성</a:t>
            </a:r>
            <a:endParaRPr lang="en-US" sz="2653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8091705" y="5459918"/>
            <a:ext cx="8624959" cy="4762188"/>
          </a:xfrm>
          <a:custGeom>
            <a:avLst/>
            <a:gdLst/>
            <a:ahLst/>
            <a:cxnLst/>
            <a:rect l="l" t="t" r="r" b="b"/>
            <a:pathLst>
              <a:path w="8624959" h="4762188">
                <a:moveTo>
                  <a:pt x="0" y="0"/>
                </a:moveTo>
                <a:lnTo>
                  <a:pt x="8624959" y="0"/>
                </a:lnTo>
                <a:lnTo>
                  <a:pt x="8624959" y="4762187"/>
                </a:lnTo>
                <a:lnTo>
                  <a:pt x="0" y="4762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77" b="-1077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284444" y="5262997"/>
            <a:ext cx="4278654" cy="1967668"/>
            <a:chOff x="0" y="0"/>
            <a:chExt cx="1078869" cy="4961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8869" cy="496150"/>
            </a:xfrm>
            <a:custGeom>
              <a:avLst/>
              <a:gdLst/>
              <a:ahLst/>
              <a:cxnLst/>
              <a:rect l="l" t="t" r="r" b="b"/>
              <a:pathLst>
                <a:path w="1078869" h="496150">
                  <a:moveTo>
                    <a:pt x="180943" y="0"/>
                  </a:moveTo>
                  <a:lnTo>
                    <a:pt x="897926" y="0"/>
                  </a:lnTo>
                  <a:cubicBezTo>
                    <a:pt x="997858" y="0"/>
                    <a:pt x="1078869" y="81011"/>
                    <a:pt x="1078869" y="180943"/>
                  </a:cubicBezTo>
                  <a:lnTo>
                    <a:pt x="1078869" y="315208"/>
                  </a:lnTo>
                  <a:cubicBezTo>
                    <a:pt x="1078869" y="363197"/>
                    <a:pt x="1059806" y="409220"/>
                    <a:pt x="1025872" y="443154"/>
                  </a:cubicBezTo>
                  <a:cubicBezTo>
                    <a:pt x="991939" y="477087"/>
                    <a:pt x="945915" y="496150"/>
                    <a:pt x="897926" y="496150"/>
                  </a:cubicBezTo>
                  <a:lnTo>
                    <a:pt x="180943" y="496150"/>
                  </a:lnTo>
                  <a:cubicBezTo>
                    <a:pt x="132954" y="496150"/>
                    <a:pt x="86930" y="477087"/>
                    <a:pt x="52997" y="443154"/>
                  </a:cubicBezTo>
                  <a:cubicBezTo>
                    <a:pt x="19064" y="409220"/>
                    <a:pt x="0" y="363197"/>
                    <a:pt x="0" y="315208"/>
                  </a:cubicBezTo>
                  <a:lnTo>
                    <a:pt x="0" y="180943"/>
                  </a:lnTo>
                  <a:cubicBezTo>
                    <a:pt x="0" y="132954"/>
                    <a:pt x="19064" y="86930"/>
                    <a:pt x="52997" y="52997"/>
                  </a:cubicBezTo>
                  <a:cubicBezTo>
                    <a:pt x="86930" y="19064"/>
                    <a:pt x="132954" y="0"/>
                    <a:pt x="18094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078869" cy="52472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22843" y="5734775"/>
            <a:ext cx="5001855" cy="1177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sz="2556" dirty="0">
                <a:solidFill>
                  <a:srgbClr val="003EA8"/>
                </a:solidFill>
                <a:latin typeface="Arita Dotum Bold"/>
                <a:ea typeface="Arita Dotum Bold"/>
              </a:rPr>
              <a:t>2. </a:t>
            </a:r>
            <a:r>
              <a:rPr lang="en-US" sz="2556" dirty="0" err="1">
                <a:solidFill>
                  <a:srgbClr val="003EA8"/>
                </a:solidFill>
                <a:latin typeface="Arita Dotum Bold"/>
                <a:ea typeface="Arita Dotum Bold"/>
              </a:rPr>
              <a:t>생성한</a:t>
            </a:r>
            <a:r>
              <a:rPr lang="en-US" sz="255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556" dirty="0" err="1">
                <a:solidFill>
                  <a:srgbClr val="003EA8"/>
                </a:solidFill>
                <a:latin typeface="Arita Dotum Bold"/>
                <a:ea typeface="Arita Dotum Bold"/>
              </a:rPr>
              <a:t>엑셀</a:t>
            </a:r>
            <a:r>
              <a:rPr lang="en-US" sz="255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556" dirty="0" err="1">
                <a:solidFill>
                  <a:srgbClr val="003EA8"/>
                </a:solidFill>
                <a:latin typeface="Arita Dotum Bold"/>
                <a:ea typeface="Arita Dotum Bold"/>
              </a:rPr>
              <a:t>파일</a:t>
            </a:r>
            <a:endParaRPr lang="en-US" sz="2556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3068"/>
              </a:lnSpc>
            </a:pPr>
            <a:r>
              <a:rPr lang="en-US" sz="2556" dirty="0" err="1">
                <a:solidFill>
                  <a:srgbClr val="003EA8"/>
                </a:solidFill>
                <a:ea typeface="Arita Dotum Bold"/>
              </a:rPr>
              <a:t>불러</a:t>
            </a:r>
            <a:r>
              <a:rPr lang="ko-KR" altLang="en-US" sz="2556" dirty="0">
                <a:solidFill>
                  <a:srgbClr val="003EA8"/>
                </a:solidFill>
                <a:ea typeface="Arita Dotum Bold"/>
              </a:rPr>
              <a:t>온 후</a:t>
            </a:r>
            <a:r>
              <a:rPr lang="en-US" sz="2556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556" dirty="0" err="1">
                <a:solidFill>
                  <a:srgbClr val="003EA8"/>
                </a:solidFill>
                <a:ea typeface="Arita Dotum Bold"/>
              </a:rPr>
              <a:t>데이터</a:t>
            </a:r>
            <a:r>
              <a:rPr lang="en-US" sz="2556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2556" dirty="0">
                <a:solidFill>
                  <a:srgbClr val="003EA8"/>
                </a:solidFill>
                <a:ea typeface="Arita Dotum Bold"/>
              </a:rPr>
              <a:t>프레임</a:t>
            </a:r>
            <a:endParaRPr lang="en-US" altLang="ko-KR" sz="2556" dirty="0">
              <a:solidFill>
                <a:srgbClr val="003EA8"/>
              </a:solidFill>
              <a:ea typeface="Arita Dotum Bold"/>
            </a:endParaRPr>
          </a:p>
          <a:p>
            <a:pPr algn="ctr">
              <a:lnSpc>
                <a:spcPts val="3068"/>
              </a:lnSpc>
            </a:pPr>
            <a:r>
              <a:rPr lang="ko-KR" altLang="en-US" sz="2556" dirty="0">
                <a:solidFill>
                  <a:srgbClr val="003EA8"/>
                </a:solidFill>
                <a:ea typeface="Arita Dotum Bold"/>
              </a:rPr>
              <a:t>전환 후 출력</a:t>
            </a:r>
            <a:r>
              <a:rPr lang="en-US" sz="2556" dirty="0">
                <a:solidFill>
                  <a:srgbClr val="003EA8"/>
                </a:solidFill>
                <a:ea typeface="Arita Dotum Bold"/>
              </a:rPr>
              <a:t> </a:t>
            </a:r>
          </a:p>
        </p:txBody>
      </p:sp>
      <p:sp>
        <p:nvSpPr>
          <p:cNvPr id="18" name="AutoShape 18"/>
          <p:cNvSpPr/>
          <p:nvPr/>
        </p:nvSpPr>
        <p:spPr>
          <a:xfrm>
            <a:off x="3423771" y="4626860"/>
            <a:ext cx="46641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9" name="AutoShape 19"/>
          <p:cNvSpPr/>
          <p:nvPr/>
        </p:nvSpPr>
        <p:spPr>
          <a:xfrm>
            <a:off x="3423771" y="7841011"/>
            <a:ext cx="46679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AutoShape 20"/>
          <p:cNvSpPr/>
          <p:nvPr/>
        </p:nvSpPr>
        <p:spPr>
          <a:xfrm>
            <a:off x="3423771" y="4652651"/>
            <a:ext cx="0" cy="4908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3423771" y="7350162"/>
            <a:ext cx="0" cy="4908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F573E7D0-B145-47C1-93C4-F1705D123028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35E6D5DD-DEA0-4CA1-8BD4-44E8A0F76170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D550E096-AB5F-4E03-A0A5-39D760C5F9ED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위도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경도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수집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및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가공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49935" y="2445690"/>
            <a:ext cx="7770047" cy="630002"/>
          </a:xfrm>
          <a:custGeom>
            <a:avLst/>
            <a:gdLst/>
            <a:ahLst/>
            <a:cxnLst/>
            <a:rect l="l" t="t" r="r" b="b"/>
            <a:pathLst>
              <a:path w="7770047" h="630002">
                <a:moveTo>
                  <a:pt x="0" y="0"/>
                </a:moveTo>
                <a:lnTo>
                  <a:pt x="7770047" y="0"/>
                </a:lnTo>
                <a:lnTo>
                  <a:pt x="7770047" y="630003"/>
                </a:lnTo>
                <a:lnTo>
                  <a:pt x="0" y="630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3" t="-113499" r="-31441" b="-4330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49935" y="3545626"/>
            <a:ext cx="7770047" cy="6398474"/>
          </a:xfrm>
          <a:custGeom>
            <a:avLst/>
            <a:gdLst/>
            <a:ahLst/>
            <a:cxnLst/>
            <a:rect l="l" t="t" r="r" b="b"/>
            <a:pathLst>
              <a:path w="7770047" h="6741375">
                <a:moveTo>
                  <a:pt x="0" y="0"/>
                </a:moveTo>
                <a:lnTo>
                  <a:pt x="7770047" y="0"/>
                </a:lnTo>
                <a:lnTo>
                  <a:pt x="7770047" y="6741375"/>
                </a:lnTo>
                <a:lnTo>
                  <a:pt x="0" y="6741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959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35572" y="4590631"/>
            <a:ext cx="4278654" cy="1967668"/>
            <a:chOff x="0" y="0"/>
            <a:chExt cx="1078869" cy="496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869" cy="496150"/>
            </a:xfrm>
            <a:custGeom>
              <a:avLst/>
              <a:gdLst/>
              <a:ahLst/>
              <a:cxnLst/>
              <a:rect l="l" t="t" r="r" b="b"/>
              <a:pathLst>
                <a:path w="1078869" h="496150">
                  <a:moveTo>
                    <a:pt x="180943" y="0"/>
                  </a:moveTo>
                  <a:lnTo>
                    <a:pt x="897926" y="0"/>
                  </a:lnTo>
                  <a:cubicBezTo>
                    <a:pt x="997858" y="0"/>
                    <a:pt x="1078869" y="81011"/>
                    <a:pt x="1078869" y="180943"/>
                  </a:cubicBezTo>
                  <a:lnTo>
                    <a:pt x="1078869" y="315208"/>
                  </a:lnTo>
                  <a:cubicBezTo>
                    <a:pt x="1078869" y="363197"/>
                    <a:pt x="1059806" y="409220"/>
                    <a:pt x="1025872" y="443154"/>
                  </a:cubicBezTo>
                  <a:cubicBezTo>
                    <a:pt x="991939" y="477087"/>
                    <a:pt x="945915" y="496150"/>
                    <a:pt x="897926" y="496150"/>
                  </a:cubicBezTo>
                  <a:lnTo>
                    <a:pt x="180943" y="496150"/>
                  </a:lnTo>
                  <a:cubicBezTo>
                    <a:pt x="132954" y="496150"/>
                    <a:pt x="86930" y="477087"/>
                    <a:pt x="52997" y="443154"/>
                  </a:cubicBezTo>
                  <a:cubicBezTo>
                    <a:pt x="19064" y="409220"/>
                    <a:pt x="0" y="363197"/>
                    <a:pt x="0" y="315208"/>
                  </a:cubicBezTo>
                  <a:lnTo>
                    <a:pt x="0" y="180943"/>
                  </a:lnTo>
                  <a:cubicBezTo>
                    <a:pt x="0" y="132954"/>
                    <a:pt x="19064" y="86930"/>
                    <a:pt x="52997" y="52997"/>
                  </a:cubicBezTo>
                  <a:cubicBezTo>
                    <a:pt x="86930" y="19064"/>
                    <a:pt x="132954" y="0"/>
                    <a:pt x="18094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078869" cy="52472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67330" y="4969376"/>
            <a:ext cx="4015137" cy="1201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3.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출력한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중</a:t>
            </a:r>
          </a:p>
          <a:p>
            <a:pPr algn="ctr">
              <a:lnSpc>
                <a:spcPts val="3127"/>
              </a:lnSpc>
            </a:pP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지역명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위도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경도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  <a:p>
            <a:pPr algn="ctr">
              <a:lnSpc>
                <a:spcPts val="3127"/>
              </a:lnSpc>
            </a:pPr>
            <a:r>
              <a:rPr lang="en-US" sz="2606" dirty="0" err="1">
                <a:solidFill>
                  <a:srgbClr val="003EA8"/>
                </a:solidFill>
                <a:ea typeface="Arita Dotum Bold"/>
              </a:rPr>
              <a:t>컬럼</a:t>
            </a:r>
            <a:r>
              <a:rPr lang="en-US" sz="2606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ea typeface="Arita Dotum Bold"/>
              </a:rPr>
              <a:t>추출</a:t>
            </a:r>
            <a:r>
              <a:rPr lang="en-US" sz="2606" dirty="0">
                <a:solidFill>
                  <a:srgbClr val="003EA8"/>
                </a:solidFill>
                <a:ea typeface="Arita Dotum Bold"/>
              </a:rPr>
              <a:t> 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3674899" y="2760692"/>
            <a:ext cx="46711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/>
          <p:cNvSpPr/>
          <p:nvPr/>
        </p:nvSpPr>
        <p:spPr>
          <a:xfrm>
            <a:off x="3674899" y="8089197"/>
            <a:ext cx="46711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AutoShape 14"/>
          <p:cNvSpPr/>
          <p:nvPr/>
        </p:nvSpPr>
        <p:spPr>
          <a:xfrm flipH="1">
            <a:off x="3674899" y="2760493"/>
            <a:ext cx="19050" cy="183013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H="1">
            <a:off x="3674899" y="6558299"/>
            <a:ext cx="0" cy="15306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CB5EFEFB-4842-415C-9554-DA4CDDF57AC6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09192808-3232-4D9F-9395-CE101220E789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8965C1D2-8CF6-4D6B-BF34-1481DF3D6740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위도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경도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수집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및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가공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9948010" y="2466845"/>
            <a:ext cx="7311290" cy="2915730"/>
            <a:chOff x="0" y="0"/>
            <a:chExt cx="9748386" cy="388764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9748386" cy="3887640"/>
              <a:chOff x="0" y="0"/>
              <a:chExt cx="1913021" cy="7629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021" cy="762910"/>
              </a:xfrm>
              <a:custGeom>
                <a:avLst/>
                <a:gdLst/>
                <a:ahLst/>
                <a:cxnLst/>
                <a:rect l="l" t="t" r="r" b="b"/>
                <a:pathLst>
                  <a:path w="1913021" h="762910">
                    <a:moveTo>
                      <a:pt x="0" y="0"/>
                    </a:moveTo>
                    <a:lnTo>
                      <a:pt x="1913021" y="0"/>
                    </a:lnTo>
                    <a:lnTo>
                      <a:pt x="1913021" y="762910"/>
                    </a:lnTo>
                    <a:lnTo>
                      <a:pt x="0" y="76291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1913021" cy="7914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479865" y="453916"/>
              <a:ext cx="8772469" cy="2979808"/>
            </a:xfrm>
            <a:custGeom>
              <a:avLst/>
              <a:gdLst/>
              <a:ahLst/>
              <a:cxnLst/>
              <a:rect l="l" t="t" r="r" b="b"/>
              <a:pathLst>
                <a:path w="8772469" h="2979808">
                  <a:moveTo>
                    <a:pt x="0" y="0"/>
                  </a:moveTo>
                  <a:lnTo>
                    <a:pt x="8772469" y="0"/>
                  </a:lnTo>
                  <a:lnTo>
                    <a:pt x="8772469" y="2979808"/>
                  </a:lnTo>
                  <a:lnTo>
                    <a:pt x="0" y="2979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47" t="-21074" r="-102150" b="-19183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08448" y="4675711"/>
            <a:ext cx="6786021" cy="935579"/>
            <a:chOff x="0" y="0"/>
            <a:chExt cx="1711106" cy="2359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11106" cy="235908"/>
            </a:xfrm>
            <a:custGeom>
              <a:avLst/>
              <a:gdLst/>
              <a:ahLst/>
              <a:cxnLst/>
              <a:rect l="l" t="t" r="r" b="b"/>
              <a:pathLst>
                <a:path w="1711106" h="235908">
                  <a:moveTo>
                    <a:pt x="114086" y="0"/>
                  </a:moveTo>
                  <a:lnTo>
                    <a:pt x="1597019" y="0"/>
                  </a:lnTo>
                  <a:cubicBezTo>
                    <a:pt x="1660028" y="0"/>
                    <a:pt x="1711106" y="51078"/>
                    <a:pt x="1711106" y="114086"/>
                  </a:cubicBezTo>
                  <a:lnTo>
                    <a:pt x="1711106" y="121821"/>
                  </a:lnTo>
                  <a:cubicBezTo>
                    <a:pt x="1711106" y="152079"/>
                    <a:pt x="1699086" y="181097"/>
                    <a:pt x="1677691" y="202492"/>
                  </a:cubicBezTo>
                  <a:cubicBezTo>
                    <a:pt x="1656295" y="223888"/>
                    <a:pt x="1627277" y="235908"/>
                    <a:pt x="1597019" y="235908"/>
                  </a:cubicBezTo>
                  <a:lnTo>
                    <a:pt x="114086" y="235908"/>
                  </a:lnTo>
                  <a:cubicBezTo>
                    <a:pt x="51078" y="235908"/>
                    <a:pt x="0" y="184829"/>
                    <a:pt x="0" y="121821"/>
                  </a:cubicBezTo>
                  <a:lnTo>
                    <a:pt x="0" y="114086"/>
                  </a:lnTo>
                  <a:cubicBezTo>
                    <a:pt x="0" y="51078"/>
                    <a:pt x="51078" y="0"/>
                    <a:pt x="11408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711106" cy="264483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31515" y="4905375"/>
            <a:ext cx="8139885" cy="419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1. CSV </a:t>
            </a:r>
            <a:r>
              <a:rPr lang="en-US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파일</a:t>
            </a:r>
            <a:r>
              <a:rPr 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불러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온 후</a:t>
            </a:r>
            <a:r>
              <a:rPr 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ko-KR" alt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프레임 전환 후</a:t>
            </a:r>
            <a:r>
              <a:rPr 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</a:t>
            </a:r>
            <a:r>
              <a:rPr lang="en-US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173991" y="5963600"/>
            <a:ext cx="11085309" cy="3575371"/>
            <a:chOff x="0" y="0"/>
            <a:chExt cx="14780412" cy="476716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780412" cy="4767161"/>
              <a:chOff x="0" y="0"/>
              <a:chExt cx="3275841" cy="105656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275841" cy="1056565"/>
              </a:xfrm>
              <a:custGeom>
                <a:avLst/>
                <a:gdLst/>
                <a:ahLst/>
                <a:cxnLst/>
                <a:rect l="l" t="t" r="r" b="b"/>
                <a:pathLst>
                  <a:path w="3275841" h="1056565">
                    <a:moveTo>
                      <a:pt x="0" y="0"/>
                    </a:moveTo>
                    <a:lnTo>
                      <a:pt x="3275841" y="0"/>
                    </a:lnTo>
                    <a:lnTo>
                      <a:pt x="3275841" y="1056565"/>
                    </a:lnTo>
                    <a:lnTo>
                      <a:pt x="0" y="1056565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3275841" cy="10851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11693" y="270047"/>
              <a:ext cx="14231741" cy="4167011"/>
            </a:xfrm>
            <a:custGeom>
              <a:avLst/>
              <a:gdLst/>
              <a:ahLst/>
              <a:cxnLst/>
              <a:rect l="l" t="t" r="r" b="b"/>
              <a:pathLst>
                <a:path w="14231741" h="4167011">
                  <a:moveTo>
                    <a:pt x="0" y="0"/>
                  </a:moveTo>
                  <a:lnTo>
                    <a:pt x="14231741" y="0"/>
                  </a:lnTo>
                  <a:lnTo>
                    <a:pt x="14231741" y="4167011"/>
                  </a:lnTo>
                  <a:lnTo>
                    <a:pt x="0" y="4167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0" name="AutoShape 20"/>
          <p:cNvSpPr/>
          <p:nvPr/>
        </p:nvSpPr>
        <p:spPr>
          <a:xfrm flipV="1">
            <a:off x="4472900" y="3905660"/>
            <a:ext cx="46711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AutoShape 21"/>
          <p:cNvSpPr/>
          <p:nvPr/>
        </p:nvSpPr>
        <p:spPr>
          <a:xfrm>
            <a:off x="4472900" y="7732235"/>
            <a:ext cx="14245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AutoShape 22"/>
          <p:cNvSpPr/>
          <p:nvPr/>
        </p:nvSpPr>
        <p:spPr>
          <a:xfrm>
            <a:off x="4472900" y="3924710"/>
            <a:ext cx="0" cy="6839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4472900" y="5621629"/>
            <a:ext cx="0" cy="2129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92B11B2F-E8BF-4E28-BDF6-AC9AC019DCF3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전체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온습도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소음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수집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및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가공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159865" y="5843166"/>
            <a:ext cx="10083570" cy="3565340"/>
            <a:chOff x="0" y="0"/>
            <a:chExt cx="13444760" cy="475378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3444760" cy="4753786"/>
              <a:chOff x="0" y="0"/>
              <a:chExt cx="2638397" cy="93288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638397" cy="932882"/>
              </a:xfrm>
              <a:custGeom>
                <a:avLst/>
                <a:gdLst/>
                <a:ahLst/>
                <a:cxnLst/>
                <a:rect l="l" t="t" r="r" b="b"/>
                <a:pathLst>
                  <a:path w="2638397" h="932882">
                    <a:moveTo>
                      <a:pt x="0" y="0"/>
                    </a:moveTo>
                    <a:lnTo>
                      <a:pt x="2638397" y="0"/>
                    </a:lnTo>
                    <a:lnTo>
                      <a:pt x="2638397" y="932882"/>
                    </a:lnTo>
                    <a:lnTo>
                      <a:pt x="0" y="932882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2638397" cy="96145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316206" y="292402"/>
              <a:ext cx="12883592" cy="4178821"/>
            </a:xfrm>
            <a:custGeom>
              <a:avLst/>
              <a:gdLst/>
              <a:ahLst/>
              <a:cxnLst/>
              <a:rect l="l" t="t" r="r" b="b"/>
              <a:pathLst>
                <a:path w="12883592" h="4178821">
                  <a:moveTo>
                    <a:pt x="0" y="0"/>
                  </a:moveTo>
                  <a:lnTo>
                    <a:pt x="12883592" y="0"/>
                  </a:lnTo>
                  <a:lnTo>
                    <a:pt x="12883592" y="4178821"/>
                  </a:lnTo>
                  <a:lnTo>
                    <a:pt x="0" y="41788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400" r="-6367" b="-2613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914965" y="2618900"/>
            <a:ext cx="6446262" cy="935579"/>
            <a:chOff x="0" y="0"/>
            <a:chExt cx="1625435" cy="2359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25435" cy="235908"/>
            </a:xfrm>
            <a:custGeom>
              <a:avLst/>
              <a:gdLst/>
              <a:ahLst/>
              <a:cxnLst/>
              <a:rect l="l" t="t" r="r" b="b"/>
              <a:pathLst>
                <a:path w="1625435" h="235908">
                  <a:moveTo>
                    <a:pt x="117954" y="0"/>
                  </a:moveTo>
                  <a:lnTo>
                    <a:pt x="1507481" y="0"/>
                  </a:lnTo>
                  <a:cubicBezTo>
                    <a:pt x="1538764" y="0"/>
                    <a:pt x="1568766" y="12427"/>
                    <a:pt x="1590887" y="34548"/>
                  </a:cubicBezTo>
                  <a:cubicBezTo>
                    <a:pt x="1613008" y="56668"/>
                    <a:pt x="1625435" y="86671"/>
                    <a:pt x="1625435" y="117954"/>
                  </a:cubicBezTo>
                  <a:lnTo>
                    <a:pt x="1625435" y="117954"/>
                  </a:lnTo>
                  <a:cubicBezTo>
                    <a:pt x="1625435" y="149237"/>
                    <a:pt x="1613008" y="179239"/>
                    <a:pt x="1590887" y="201360"/>
                  </a:cubicBezTo>
                  <a:cubicBezTo>
                    <a:pt x="1568766" y="223480"/>
                    <a:pt x="1538764" y="235908"/>
                    <a:pt x="1507481" y="235908"/>
                  </a:cubicBezTo>
                  <a:lnTo>
                    <a:pt x="117954" y="235908"/>
                  </a:lnTo>
                  <a:cubicBezTo>
                    <a:pt x="86671" y="235908"/>
                    <a:pt x="56668" y="223480"/>
                    <a:pt x="34548" y="201360"/>
                  </a:cubicBezTo>
                  <a:cubicBezTo>
                    <a:pt x="12427" y="179239"/>
                    <a:pt x="0" y="149237"/>
                    <a:pt x="0" y="117954"/>
                  </a:cubicBezTo>
                  <a:lnTo>
                    <a:pt x="0" y="117954"/>
                  </a:lnTo>
                  <a:cubicBezTo>
                    <a:pt x="0" y="86671"/>
                    <a:pt x="12427" y="56668"/>
                    <a:pt x="34548" y="34548"/>
                  </a:cubicBezTo>
                  <a:cubicBezTo>
                    <a:pt x="56668" y="12427"/>
                    <a:pt x="86671" y="0"/>
                    <a:pt x="1179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25435" cy="264483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29523" y="4675711"/>
            <a:ext cx="6446262" cy="935579"/>
            <a:chOff x="0" y="0"/>
            <a:chExt cx="1625435" cy="2359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25435" cy="235908"/>
            </a:xfrm>
            <a:custGeom>
              <a:avLst/>
              <a:gdLst/>
              <a:ahLst/>
              <a:cxnLst/>
              <a:rect l="l" t="t" r="r" b="b"/>
              <a:pathLst>
                <a:path w="1625435" h="235908">
                  <a:moveTo>
                    <a:pt x="117954" y="0"/>
                  </a:moveTo>
                  <a:lnTo>
                    <a:pt x="1507481" y="0"/>
                  </a:lnTo>
                  <a:cubicBezTo>
                    <a:pt x="1538764" y="0"/>
                    <a:pt x="1568766" y="12427"/>
                    <a:pt x="1590887" y="34548"/>
                  </a:cubicBezTo>
                  <a:cubicBezTo>
                    <a:pt x="1613008" y="56668"/>
                    <a:pt x="1625435" y="86671"/>
                    <a:pt x="1625435" y="117954"/>
                  </a:cubicBezTo>
                  <a:lnTo>
                    <a:pt x="1625435" y="117954"/>
                  </a:lnTo>
                  <a:cubicBezTo>
                    <a:pt x="1625435" y="149237"/>
                    <a:pt x="1613008" y="179239"/>
                    <a:pt x="1590887" y="201360"/>
                  </a:cubicBezTo>
                  <a:cubicBezTo>
                    <a:pt x="1568766" y="223480"/>
                    <a:pt x="1538764" y="235908"/>
                    <a:pt x="1507481" y="235908"/>
                  </a:cubicBezTo>
                  <a:lnTo>
                    <a:pt x="117954" y="235908"/>
                  </a:lnTo>
                  <a:cubicBezTo>
                    <a:pt x="86671" y="235908"/>
                    <a:pt x="56668" y="223480"/>
                    <a:pt x="34548" y="201360"/>
                  </a:cubicBezTo>
                  <a:cubicBezTo>
                    <a:pt x="12427" y="179239"/>
                    <a:pt x="0" y="149237"/>
                    <a:pt x="0" y="117954"/>
                  </a:cubicBezTo>
                  <a:lnTo>
                    <a:pt x="0" y="117954"/>
                  </a:lnTo>
                  <a:cubicBezTo>
                    <a:pt x="0" y="86671"/>
                    <a:pt x="12427" y="56668"/>
                    <a:pt x="34548" y="34548"/>
                  </a:cubicBezTo>
                  <a:cubicBezTo>
                    <a:pt x="56668" y="12427"/>
                    <a:pt x="86671" y="0"/>
                    <a:pt x="11795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625435" cy="264483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0786" y="3728616"/>
            <a:ext cx="7054620" cy="5679890"/>
            <a:chOff x="0" y="0"/>
            <a:chExt cx="9406159" cy="75731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9406159" cy="7573186"/>
              <a:chOff x="0" y="0"/>
              <a:chExt cx="1845863" cy="14861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845863" cy="1486160"/>
              </a:xfrm>
              <a:custGeom>
                <a:avLst/>
                <a:gdLst/>
                <a:ahLst/>
                <a:cxnLst/>
                <a:rect l="l" t="t" r="r" b="b"/>
                <a:pathLst>
                  <a:path w="1845863" h="1486160">
                    <a:moveTo>
                      <a:pt x="0" y="0"/>
                    </a:moveTo>
                    <a:lnTo>
                      <a:pt x="1845863" y="0"/>
                    </a:lnTo>
                    <a:lnTo>
                      <a:pt x="1845863" y="1486160"/>
                    </a:lnTo>
                    <a:lnTo>
                      <a:pt x="0" y="1486160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1845863" cy="15147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341697" y="290097"/>
              <a:ext cx="8713922" cy="6913706"/>
            </a:xfrm>
            <a:custGeom>
              <a:avLst/>
              <a:gdLst/>
              <a:ahLst/>
              <a:cxnLst/>
              <a:rect l="l" t="t" r="r" b="b"/>
              <a:pathLst>
                <a:path w="8713922" h="6913706">
                  <a:moveTo>
                    <a:pt x="0" y="0"/>
                  </a:moveTo>
                  <a:lnTo>
                    <a:pt x="8713922" y="0"/>
                  </a:lnTo>
                  <a:lnTo>
                    <a:pt x="8713922" y="6913705"/>
                  </a:lnTo>
                  <a:lnTo>
                    <a:pt x="0" y="691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506" t="-4125" r="-6818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321980" y="2848564"/>
            <a:ext cx="577510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3EA8"/>
                </a:solidFill>
                <a:latin typeface="Arita Dotum Bold"/>
                <a:ea typeface="Arita Dotum Bold"/>
              </a:rPr>
              <a:t>2. 소음(dB)별로 시리얼 번호 수집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26850" y="4905375"/>
            <a:ext cx="60516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3EA8"/>
                </a:solidFill>
                <a:latin typeface="Arita Dotum Bold"/>
                <a:ea typeface="Arita Dotum Bold"/>
              </a:rPr>
              <a:t>3. 소음(dB) 단계별로 컬럼 저장 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361227" y="3086689"/>
            <a:ext cx="17827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>
            <a:off x="9144000" y="3086689"/>
            <a:ext cx="0" cy="20568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9144000" y="5162550"/>
            <a:ext cx="83451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0" name="AutoShape 3">
            <a:extLst>
              <a:ext uri="{FF2B5EF4-FFF2-40B4-BE49-F238E27FC236}">
                <a16:creationId xmlns:a16="http://schemas.microsoft.com/office/drawing/2014/main" id="{76B27BF8-CD1D-47B1-A1C7-62F609BFBE63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FBC8FAA8-A9AD-4DA9-B670-0A3CD09B4CEF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D1E7091A-FCA3-4D5A-8E6A-5DC19FFF8833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전체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온습도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소음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수집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및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가공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2FA9B3C3-540B-4C17-95AF-4FA1FFD07A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46" y="351365"/>
            <a:ext cx="5027884" cy="40851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700205" y="643411"/>
            <a:ext cx="4748139" cy="2319036"/>
            <a:chOff x="0" y="0"/>
            <a:chExt cx="1197251" cy="5847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7251" cy="584749"/>
            </a:xfrm>
            <a:custGeom>
              <a:avLst/>
              <a:gdLst/>
              <a:ahLst/>
              <a:cxnLst/>
              <a:rect l="l" t="t" r="r" b="b"/>
              <a:pathLst>
                <a:path w="1197251" h="584749">
                  <a:moveTo>
                    <a:pt x="163052" y="0"/>
                  </a:moveTo>
                  <a:lnTo>
                    <a:pt x="1034199" y="0"/>
                  </a:lnTo>
                  <a:cubicBezTo>
                    <a:pt x="1077443" y="0"/>
                    <a:pt x="1118916" y="17179"/>
                    <a:pt x="1149494" y="47757"/>
                  </a:cubicBezTo>
                  <a:cubicBezTo>
                    <a:pt x="1180072" y="78335"/>
                    <a:pt x="1197251" y="119808"/>
                    <a:pt x="1197251" y="163052"/>
                  </a:cubicBezTo>
                  <a:lnTo>
                    <a:pt x="1197251" y="421697"/>
                  </a:lnTo>
                  <a:cubicBezTo>
                    <a:pt x="1197251" y="511748"/>
                    <a:pt x="1124250" y="584749"/>
                    <a:pt x="1034199" y="584749"/>
                  </a:cubicBezTo>
                  <a:lnTo>
                    <a:pt x="163052" y="584749"/>
                  </a:lnTo>
                  <a:cubicBezTo>
                    <a:pt x="119808" y="584749"/>
                    <a:pt x="78335" y="567570"/>
                    <a:pt x="47757" y="536992"/>
                  </a:cubicBezTo>
                  <a:cubicBezTo>
                    <a:pt x="17179" y="506414"/>
                    <a:pt x="0" y="464941"/>
                    <a:pt x="0" y="421697"/>
                  </a:cubicBezTo>
                  <a:lnTo>
                    <a:pt x="0" y="163052"/>
                  </a:lnTo>
                  <a:cubicBezTo>
                    <a:pt x="0" y="73001"/>
                    <a:pt x="73001" y="0"/>
                    <a:pt x="16305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197251" cy="613324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186720" y="1336204"/>
            <a:ext cx="5775109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3EA8"/>
                </a:solidFill>
                <a:latin typeface="Arita Dotum Bold"/>
                <a:ea typeface="Arita Dotum Bold"/>
              </a:rPr>
              <a:t>4. 소음(dB)단계별로 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3EA8"/>
                </a:solidFill>
                <a:ea typeface="Arita Dotum Bold"/>
              </a:rPr>
              <a:t>저장한 데이터 출력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3733" y="3961444"/>
            <a:ext cx="16440534" cy="5276817"/>
            <a:chOff x="0" y="0"/>
            <a:chExt cx="21702699" cy="654132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1702699" cy="6541326"/>
              <a:chOff x="0" y="0"/>
              <a:chExt cx="4258933" cy="128366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58933" cy="1283668"/>
              </a:xfrm>
              <a:custGeom>
                <a:avLst/>
                <a:gdLst/>
                <a:ahLst/>
                <a:cxnLst/>
                <a:rect l="l" t="t" r="r" b="b"/>
                <a:pathLst>
                  <a:path w="4258933" h="1283668">
                    <a:moveTo>
                      <a:pt x="0" y="0"/>
                    </a:moveTo>
                    <a:lnTo>
                      <a:pt x="4258933" y="0"/>
                    </a:lnTo>
                    <a:lnTo>
                      <a:pt x="4258933" y="1283668"/>
                    </a:lnTo>
                    <a:lnTo>
                      <a:pt x="0" y="1283668"/>
                    </a:lnTo>
                    <a:close/>
                  </a:path>
                </a:pathLst>
              </a:custGeom>
              <a:solidFill>
                <a:srgbClr val="000000"/>
              </a:solidFill>
              <a:ln w="2857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4258933" cy="13122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449308" y="400856"/>
              <a:ext cx="20804083" cy="5739614"/>
            </a:xfrm>
            <a:custGeom>
              <a:avLst/>
              <a:gdLst/>
              <a:ahLst/>
              <a:cxnLst/>
              <a:rect l="l" t="t" r="r" b="b"/>
              <a:pathLst>
                <a:path w="20804083" h="5739614">
                  <a:moveTo>
                    <a:pt x="0" y="0"/>
                  </a:moveTo>
                  <a:lnTo>
                    <a:pt x="20804083" y="0"/>
                  </a:lnTo>
                  <a:lnTo>
                    <a:pt x="20804083" y="5739614"/>
                  </a:lnTo>
                  <a:lnTo>
                    <a:pt x="0" y="5739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34" t="-240" b="-1541"/>
              </a:stretch>
            </a:blipFill>
          </p:spPr>
        </p:sp>
      </p:grpSp>
      <p:sp>
        <p:nvSpPr>
          <p:cNvPr id="21" name="AutoShape 3">
            <a:extLst>
              <a:ext uri="{FF2B5EF4-FFF2-40B4-BE49-F238E27FC236}">
                <a16:creationId xmlns:a16="http://schemas.microsoft.com/office/drawing/2014/main" id="{F0D4B8D8-DF31-431B-9274-CD13A04A0DFE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34F3DB65-281B-497A-9F5F-173B693AE66E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5AB506A8-37C4-4F58-8BA0-5EF19BBE79CF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전체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온습도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소음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수집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및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가공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B56DD7F-32BD-4F37-811A-2E301437E9CF}"/>
              </a:ext>
            </a:extLst>
          </p:cNvPr>
          <p:cNvSpPr/>
          <p:nvPr/>
        </p:nvSpPr>
        <p:spPr>
          <a:xfrm>
            <a:off x="15849600" y="4149950"/>
            <a:ext cx="1174301" cy="4879750"/>
          </a:xfrm>
          <a:prstGeom prst="round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129640" y="1928878"/>
            <a:ext cx="10843866" cy="1439306"/>
          </a:xfrm>
          <a:custGeom>
            <a:avLst/>
            <a:gdLst/>
            <a:ahLst/>
            <a:cxnLst/>
            <a:rect l="l" t="t" r="r" b="b"/>
            <a:pathLst>
              <a:path w="10843866" h="1439306">
                <a:moveTo>
                  <a:pt x="0" y="0"/>
                </a:moveTo>
                <a:lnTo>
                  <a:pt x="10843866" y="0"/>
                </a:lnTo>
                <a:lnTo>
                  <a:pt x="10843866" y="1439306"/>
                </a:lnTo>
                <a:lnTo>
                  <a:pt x="0" y="1439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77434" y="4123834"/>
            <a:ext cx="10843866" cy="2331432"/>
          </a:xfrm>
          <a:custGeom>
            <a:avLst/>
            <a:gdLst/>
            <a:ahLst/>
            <a:cxnLst/>
            <a:rect l="l" t="t" r="r" b="b"/>
            <a:pathLst>
              <a:path w="10843866" h="2331432">
                <a:moveTo>
                  <a:pt x="0" y="0"/>
                </a:moveTo>
                <a:lnTo>
                  <a:pt x="10843866" y="0"/>
                </a:lnTo>
                <a:lnTo>
                  <a:pt x="10843866" y="2331432"/>
                </a:lnTo>
                <a:lnTo>
                  <a:pt x="0" y="2331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340"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2735406" y="2648531"/>
            <a:ext cx="43942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" name="AutoShape 7"/>
          <p:cNvSpPr/>
          <p:nvPr/>
        </p:nvSpPr>
        <p:spPr>
          <a:xfrm>
            <a:off x="2735406" y="8687425"/>
            <a:ext cx="44420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" name="AutoShape 8"/>
          <p:cNvSpPr/>
          <p:nvPr/>
        </p:nvSpPr>
        <p:spPr>
          <a:xfrm flipV="1">
            <a:off x="4962845" y="5289550"/>
            <a:ext cx="22145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" name="Freeform 9"/>
          <p:cNvSpPr/>
          <p:nvPr/>
        </p:nvSpPr>
        <p:spPr>
          <a:xfrm>
            <a:off x="7177434" y="6920677"/>
            <a:ext cx="10796071" cy="3088428"/>
          </a:xfrm>
          <a:custGeom>
            <a:avLst/>
            <a:gdLst/>
            <a:ahLst/>
            <a:cxnLst/>
            <a:rect l="l" t="t" r="r" b="b"/>
            <a:pathLst>
              <a:path w="10796071" h="3088428">
                <a:moveTo>
                  <a:pt x="0" y="0"/>
                </a:moveTo>
                <a:lnTo>
                  <a:pt x="10796072" y="0"/>
                </a:lnTo>
                <a:lnTo>
                  <a:pt x="10796072" y="3088429"/>
                </a:lnTo>
                <a:lnTo>
                  <a:pt x="0" y="3088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85768" y="4209907"/>
            <a:ext cx="4277077" cy="2159285"/>
            <a:chOff x="0" y="0"/>
            <a:chExt cx="1078471" cy="5444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8471" cy="544467"/>
            </a:xfrm>
            <a:custGeom>
              <a:avLst/>
              <a:gdLst/>
              <a:ahLst/>
              <a:cxnLst/>
              <a:rect l="l" t="t" r="r" b="b"/>
              <a:pathLst>
                <a:path w="1078471" h="544467">
                  <a:moveTo>
                    <a:pt x="181010" y="0"/>
                  </a:moveTo>
                  <a:lnTo>
                    <a:pt x="897462" y="0"/>
                  </a:lnTo>
                  <a:cubicBezTo>
                    <a:pt x="945469" y="0"/>
                    <a:pt x="991509" y="19071"/>
                    <a:pt x="1025455" y="53016"/>
                  </a:cubicBezTo>
                  <a:cubicBezTo>
                    <a:pt x="1059401" y="86962"/>
                    <a:pt x="1078471" y="133003"/>
                    <a:pt x="1078471" y="181010"/>
                  </a:cubicBezTo>
                  <a:lnTo>
                    <a:pt x="1078471" y="363458"/>
                  </a:lnTo>
                  <a:cubicBezTo>
                    <a:pt x="1078471" y="463426"/>
                    <a:pt x="997431" y="544467"/>
                    <a:pt x="897462" y="544467"/>
                  </a:cubicBezTo>
                  <a:lnTo>
                    <a:pt x="181010" y="544467"/>
                  </a:lnTo>
                  <a:cubicBezTo>
                    <a:pt x="133003" y="544467"/>
                    <a:pt x="86962" y="525397"/>
                    <a:pt x="53016" y="491451"/>
                  </a:cubicBezTo>
                  <a:cubicBezTo>
                    <a:pt x="19071" y="457505"/>
                    <a:pt x="0" y="411464"/>
                    <a:pt x="0" y="363458"/>
                  </a:cubicBezTo>
                  <a:lnTo>
                    <a:pt x="0" y="181010"/>
                  </a:lnTo>
                  <a:cubicBezTo>
                    <a:pt x="0" y="81041"/>
                    <a:pt x="81041" y="0"/>
                    <a:pt x="181010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078471" cy="573042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23514" y="4772980"/>
            <a:ext cx="4001585" cy="1086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2"/>
              </a:lnSpc>
            </a:pPr>
            <a:r>
              <a:rPr 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1. </a:t>
            </a:r>
            <a:r>
              <a:rPr lang="en-US" sz="2335" dirty="0" err="1">
                <a:solidFill>
                  <a:srgbClr val="003EA8"/>
                </a:solidFill>
                <a:latin typeface="Arita Dotum Bold"/>
                <a:ea typeface="Arita Dotum Bold"/>
              </a:rPr>
              <a:t>가공한</a:t>
            </a:r>
            <a:r>
              <a:rPr 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335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데이터를</a:t>
            </a:r>
            <a:r>
              <a:rPr 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335" dirty="0" err="1">
                <a:solidFill>
                  <a:srgbClr val="003EA8"/>
                </a:solidFill>
                <a:latin typeface="Arita Dotum Bold"/>
                <a:ea typeface="Arita Dotum Bold"/>
              </a:rPr>
              <a:t>기반으로</a:t>
            </a:r>
            <a:r>
              <a:rPr 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  <a:p>
            <a:pPr algn="ctr">
              <a:lnSpc>
                <a:spcPts val="2802"/>
              </a:lnSpc>
            </a:pPr>
            <a:r>
              <a:rPr 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CSV </a:t>
            </a:r>
            <a:r>
              <a:rPr lang="en-US" sz="2335" dirty="0" err="1">
                <a:solidFill>
                  <a:srgbClr val="003EA8"/>
                </a:solidFill>
                <a:latin typeface="Arita Dotum Bold"/>
                <a:ea typeface="Arita Dotum Bold"/>
              </a:rPr>
              <a:t>파일</a:t>
            </a:r>
            <a:r>
              <a:rPr 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335" dirty="0" err="1">
                <a:solidFill>
                  <a:srgbClr val="003EA8"/>
                </a:solidFill>
                <a:latin typeface="Arita Dotum Bold"/>
                <a:ea typeface="Arita Dotum Bold"/>
              </a:rPr>
              <a:t>생성</a:t>
            </a:r>
            <a:r>
              <a:rPr 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 및 </a:t>
            </a:r>
            <a:r>
              <a:rPr lang="en-US" sz="2335" dirty="0" err="1">
                <a:solidFill>
                  <a:srgbClr val="003EA8"/>
                </a:solidFill>
                <a:latin typeface="Arita Dotum Bold"/>
                <a:ea typeface="Arita Dotum Bold"/>
              </a:rPr>
              <a:t>불러</a:t>
            </a:r>
            <a:r>
              <a:rPr lang="ko-KR" altLang="en-US" sz="2335" dirty="0">
                <a:solidFill>
                  <a:srgbClr val="003EA8"/>
                </a:solidFill>
                <a:latin typeface="Arita Dotum Bold"/>
                <a:ea typeface="Arita Dotum Bold"/>
              </a:rPr>
              <a:t>온 후</a:t>
            </a:r>
            <a:endParaRPr lang="en-US" sz="2335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2802"/>
              </a:lnSpc>
            </a:pPr>
            <a:r>
              <a:rPr lang="en-US" sz="2335" dirty="0" err="1">
                <a:solidFill>
                  <a:srgbClr val="003EA8"/>
                </a:solidFill>
                <a:ea typeface="Arita Dotum Bold"/>
              </a:rPr>
              <a:t>데이터</a:t>
            </a:r>
            <a:r>
              <a:rPr lang="ko-KR" altLang="en-US" sz="2335" dirty="0">
                <a:solidFill>
                  <a:srgbClr val="003EA8"/>
                </a:solidFill>
                <a:ea typeface="Arita Dotum Bold"/>
              </a:rPr>
              <a:t>프레임 전환 및</a:t>
            </a:r>
            <a:r>
              <a:rPr lang="en-US" sz="2335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335" dirty="0" err="1">
                <a:solidFill>
                  <a:srgbClr val="003EA8"/>
                </a:solidFill>
                <a:ea typeface="Arita Dotum Bold"/>
              </a:rPr>
              <a:t>출력</a:t>
            </a:r>
            <a:endParaRPr lang="en-US" sz="2335" dirty="0">
              <a:solidFill>
                <a:srgbClr val="003EA8"/>
              </a:solidFill>
              <a:ea typeface="Arita Dotum Bold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2735406" y="2648531"/>
            <a:ext cx="0" cy="15613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2716356" y="6366366"/>
            <a:ext cx="19050" cy="23210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C27FE5A9-9814-4ED1-8F8E-22FFBA69336C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56891F83-E964-4E5A-A083-53D3B13225BC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22737B51-2BAE-4E5C-A569-AB13C1134AC5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6993520"/>
            <a:ext cx="16230600" cy="2550530"/>
          </a:xfrm>
          <a:custGeom>
            <a:avLst/>
            <a:gdLst/>
            <a:ahLst/>
            <a:cxnLst/>
            <a:rect l="l" t="t" r="r" b="b"/>
            <a:pathLst>
              <a:path w="16230600" h="2550530">
                <a:moveTo>
                  <a:pt x="0" y="0"/>
                </a:moveTo>
                <a:lnTo>
                  <a:pt x="16230600" y="0"/>
                </a:lnTo>
                <a:lnTo>
                  <a:pt x="16230600" y="2550530"/>
                </a:lnTo>
                <a:lnTo>
                  <a:pt x="0" y="2550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890" b="-5484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693270" y="3194043"/>
            <a:ext cx="4096392" cy="2059476"/>
            <a:chOff x="0" y="0"/>
            <a:chExt cx="1032912" cy="5193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2912" cy="519300"/>
            </a:xfrm>
            <a:custGeom>
              <a:avLst/>
              <a:gdLst/>
              <a:ahLst/>
              <a:cxnLst/>
              <a:rect l="l" t="t" r="r" b="b"/>
              <a:pathLst>
                <a:path w="1032912" h="519300">
                  <a:moveTo>
                    <a:pt x="188994" y="0"/>
                  </a:moveTo>
                  <a:lnTo>
                    <a:pt x="843918" y="0"/>
                  </a:lnTo>
                  <a:cubicBezTo>
                    <a:pt x="948296" y="0"/>
                    <a:pt x="1032912" y="84615"/>
                    <a:pt x="1032912" y="188994"/>
                  </a:cubicBezTo>
                  <a:lnTo>
                    <a:pt x="1032912" y="330306"/>
                  </a:lnTo>
                  <a:cubicBezTo>
                    <a:pt x="1032912" y="380431"/>
                    <a:pt x="1013000" y="428502"/>
                    <a:pt x="977557" y="463945"/>
                  </a:cubicBezTo>
                  <a:cubicBezTo>
                    <a:pt x="942114" y="499388"/>
                    <a:pt x="894042" y="519300"/>
                    <a:pt x="843918" y="519300"/>
                  </a:cubicBezTo>
                  <a:lnTo>
                    <a:pt x="188994" y="519300"/>
                  </a:lnTo>
                  <a:cubicBezTo>
                    <a:pt x="84615" y="519300"/>
                    <a:pt x="0" y="434685"/>
                    <a:pt x="0" y="330306"/>
                  </a:cubicBezTo>
                  <a:lnTo>
                    <a:pt x="0" y="188994"/>
                  </a:lnTo>
                  <a:cubicBezTo>
                    <a:pt x="0" y="84615"/>
                    <a:pt x="84615" y="0"/>
                    <a:pt x="18899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032912" cy="54787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4760516" y="2497357"/>
            <a:ext cx="0" cy="6966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4760516" y="2497357"/>
            <a:ext cx="43532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0" name="AutoShape 10"/>
          <p:cNvSpPr/>
          <p:nvPr/>
        </p:nvSpPr>
        <p:spPr>
          <a:xfrm>
            <a:off x="4741466" y="5253519"/>
            <a:ext cx="0" cy="15282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Freeform 11"/>
          <p:cNvSpPr/>
          <p:nvPr/>
        </p:nvSpPr>
        <p:spPr>
          <a:xfrm>
            <a:off x="9406829" y="1263636"/>
            <a:ext cx="7852471" cy="3860814"/>
          </a:xfrm>
          <a:custGeom>
            <a:avLst/>
            <a:gdLst/>
            <a:ahLst/>
            <a:cxnLst/>
            <a:rect l="l" t="t" r="r" b="b"/>
            <a:pathLst>
              <a:path w="7852471" h="3860814">
                <a:moveTo>
                  <a:pt x="0" y="0"/>
                </a:moveTo>
                <a:lnTo>
                  <a:pt x="7852471" y="0"/>
                </a:lnTo>
                <a:lnTo>
                  <a:pt x="7852471" y="3860814"/>
                </a:lnTo>
                <a:lnTo>
                  <a:pt x="0" y="3860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0" t="-3601" r="-1664" b="-932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934312" y="3672283"/>
            <a:ext cx="3652408" cy="109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</a:pPr>
            <a:r>
              <a:rPr lang="en-US" sz="2370" dirty="0">
                <a:solidFill>
                  <a:srgbClr val="003EA8"/>
                </a:solidFill>
                <a:latin typeface="Arita Dotum Bold"/>
                <a:ea typeface="Arita Dotum Bold"/>
              </a:rPr>
              <a:t>2. </a:t>
            </a:r>
            <a:r>
              <a:rPr lang="en-US" sz="2370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출력한</a:t>
            </a:r>
            <a:r>
              <a:rPr lang="en-US" sz="237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370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데이터에서</a:t>
            </a:r>
            <a:endParaRPr lang="en-US" sz="237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2845"/>
              </a:lnSpc>
            </a:pPr>
            <a:r>
              <a:rPr lang="en-US" sz="2370" dirty="0" err="1">
                <a:solidFill>
                  <a:srgbClr val="003EA8"/>
                </a:solidFill>
                <a:ea typeface="Arita Dotum Bold"/>
              </a:rPr>
              <a:t>미세먼지</a:t>
            </a:r>
            <a:r>
              <a:rPr lang="en-US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370" dirty="0" err="1">
                <a:solidFill>
                  <a:srgbClr val="003EA8"/>
                </a:solidFill>
                <a:ea typeface="Arita Dotum Bold"/>
              </a:rPr>
              <a:t>컬럼만</a:t>
            </a:r>
            <a:r>
              <a:rPr lang="en-US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370" dirty="0" err="1">
                <a:solidFill>
                  <a:srgbClr val="003EA8"/>
                </a:solidFill>
                <a:ea typeface="Arita Dotum Bold"/>
              </a:rPr>
              <a:t>추출하여</a:t>
            </a:r>
            <a:endParaRPr lang="en-US" sz="2370" dirty="0">
              <a:solidFill>
                <a:srgbClr val="003EA8"/>
              </a:solidFill>
              <a:ea typeface="Arita Dotum Bold"/>
            </a:endParaRPr>
          </a:p>
          <a:p>
            <a:pPr algn="ctr">
              <a:lnSpc>
                <a:spcPts val="2845"/>
              </a:lnSpc>
            </a:pPr>
            <a:r>
              <a:rPr lang="en-US" sz="2370" dirty="0" err="1">
                <a:solidFill>
                  <a:srgbClr val="003EA8"/>
                </a:solidFill>
                <a:ea typeface="Arita Dotum Bold"/>
              </a:rPr>
              <a:t>등급별로</a:t>
            </a:r>
            <a:r>
              <a:rPr lang="en-US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sz="2370" dirty="0" err="1">
                <a:solidFill>
                  <a:srgbClr val="003EA8"/>
                </a:solidFill>
                <a:ea typeface="Arita Dotum Bold"/>
              </a:rPr>
              <a:t>컬럼</a:t>
            </a:r>
            <a:r>
              <a:rPr lang="en-US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2370" dirty="0">
                <a:solidFill>
                  <a:srgbClr val="003EA8"/>
                </a:solidFill>
                <a:ea typeface="Arita Dotum Bold"/>
              </a:rPr>
              <a:t>추가</a:t>
            </a:r>
            <a:r>
              <a:rPr lang="en-US" sz="2370" dirty="0">
                <a:solidFill>
                  <a:srgbClr val="003EA8"/>
                </a:solidFill>
                <a:ea typeface="Arita Dotum Bold"/>
              </a:rPr>
              <a:t> </a:t>
            </a:r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6E7B8906-DBC4-4001-86D8-EBDF1B8124F0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C33411F4-5551-4B7F-83E6-33951876E88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180769B-43C6-4641-9903-1D1A8117F78A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223163" y="2469318"/>
            <a:ext cx="5187418" cy="1150317"/>
            <a:chOff x="0" y="0"/>
            <a:chExt cx="1472169" cy="3264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72169" cy="326455"/>
            </a:xfrm>
            <a:custGeom>
              <a:avLst/>
              <a:gdLst/>
              <a:ahLst/>
              <a:cxnLst/>
              <a:rect l="l" t="t" r="r" b="b"/>
              <a:pathLst>
                <a:path w="1472169" h="326455">
                  <a:moveTo>
                    <a:pt x="149244" y="0"/>
                  </a:moveTo>
                  <a:lnTo>
                    <a:pt x="1322924" y="0"/>
                  </a:lnTo>
                  <a:cubicBezTo>
                    <a:pt x="1405350" y="0"/>
                    <a:pt x="1472169" y="66819"/>
                    <a:pt x="1472169" y="149244"/>
                  </a:cubicBezTo>
                  <a:lnTo>
                    <a:pt x="1472169" y="177211"/>
                  </a:lnTo>
                  <a:cubicBezTo>
                    <a:pt x="1472169" y="259637"/>
                    <a:pt x="1405350" y="326455"/>
                    <a:pt x="1322924" y="326455"/>
                  </a:cubicBezTo>
                  <a:lnTo>
                    <a:pt x="149244" y="326455"/>
                  </a:lnTo>
                  <a:cubicBezTo>
                    <a:pt x="66819" y="326455"/>
                    <a:pt x="0" y="259637"/>
                    <a:pt x="0" y="177211"/>
                  </a:cubicBezTo>
                  <a:lnTo>
                    <a:pt x="0" y="149244"/>
                  </a:lnTo>
                  <a:cubicBezTo>
                    <a:pt x="0" y="66819"/>
                    <a:pt x="66819" y="0"/>
                    <a:pt x="14924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472169" cy="355030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98919" y="4322788"/>
            <a:ext cx="16363033" cy="4851908"/>
          </a:xfrm>
          <a:custGeom>
            <a:avLst/>
            <a:gdLst/>
            <a:ahLst/>
            <a:cxnLst/>
            <a:rect l="l" t="t" r="r" b="b"/>
            <a:pathLst>
              <a:path w="16690162" h="4324350">
                <a:moveTo>
                  <a:pt x="0" y="0"/>
                </a:moveTo>
                <a:lnTo>
                  <a:pt x="16690162" y="0"/>
                </a:lnTo>
                <a:lnTo>
                  <a:pt x="16690162" y="4324350"/>
                </a:lnTo>
                <a:lnTo>
                  <a:pt x="0" y="432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" t="-1906" r="-6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776867" y="2861192"/>
            <a:ext cx="6080009" cy="35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3. </a:t>
            </a:r>
            <a:r>
              <a:rPr lang="ko-KR" alt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추가</a:t>
            </a: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한 </a:t>
            </a:r>
            <a:r>
              <a:rPr lang="en-US" sz="2280" dirty="0" err="1">
                <a:solidFill>
                  <a:srgbClr val="003EA8"/>
                </a:solidFill>
                <a:latin typeface="Arita Dotum Bold"/>
                <a:ea typeface="Arita Dotum Bold"/>
              </a:rPr>
              <a:t>미세먼지</a:t>
            </a: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ko-KR" alt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등급</a:t>
            </a: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280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</a:t>
            </a: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ko-KR" alt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및 확인</a:t>
            </a:r>
            <a:endParaRPr lang="en-US" sz="228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9463B96F-54E1-4E60-8139-0AC44AF051AA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6A4ED9D4-293D-4649-95C2-E7402E02E99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7287A3C3-9C83-4C65-8218-751208C5EB17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7E77450-D5C0-4D98-8D15-CDBA2B5D91CE}"/>
              </a:ext>
            </a:extLst>
          </p:cNvPr>
          <p:cNvSpPr/>
          <p:nvPr/>
        </p:nvSpPr>
        <p:spPr>
          <a:xfrm>
            <a:off x="15621001" y="4076699"/>
            <a:ext cx="1516826" cy="5257801"/>
          </a:xfrm>
          <a:prstGeom prst="round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06829" y="1305401"/>
            <a:ext cx="7852471" cy="3819049"/>
          </a:xfrm>
          <a:custGeom>
            <a:avLst/>
            <a:gdLst/>
            <a:ahLst/>
            <a:cxnLst/>
            <a:rect l="l" t="t" r="r" b="b"/>
            <a:pathLst>
              <a:path w="7852471" h="3819049">
                <a:moveTo>
                  <a:pt x="0" y="0"/>
                </a:moveTo>
                <a:lnTo>
                  <a:pt x="7852471" y="0"/>
                </a:lnTo>
                <a:lnTo>
                  <a:pt x="7852471" y="3819049"/>
                </a:lnTo>
                <a:lnTo>
                  <a:pt x="0" y="3819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12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53075" y="6919425"/>
            <a:ext cx="16506225" cy="2699953"/>
          </a:xfrm>
          <a:custGeom>
            <a:avLst/>
            <a:gdLst/>
            <a:ahLst/>
            <a:cxnLst/>
            <a:rect l="l" t="t" r="r" b="b"/>
            <a:pathLst>
              <a:path w="16506225" h="2699953">
                <a:moveTo>
                  <a:pt x="0" y="0"/>
                </a:moveTo>
                <a:lnTo>
                  <a:pt x="16506225" y="0"/>
                </a:lnTo>
                <a:lnTo>
                  <a:pt x="16506225" y="2699953"/>
                </a:lnTo>
                <a:lnTo>
                  <a:pt x="0" y="2699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4" t="-1344" r="-1553"/>
            </a:stretch>
          </a:blipFill>
        </p:spPr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4F8DD1FC-6B39-45D6-9641-CD4A66BFFC70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E44363E-0A2F-4652-A774-3E7809213BA2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F43610D0-6EDF-4EE6-94D2-6D73EB9AC672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2E92F716-A896-4DFA-BBA1-5ABCCF8F5B30}"/>
              </a:ext>
            </a:extLst>
          </p:cNvPr>
          <p:cNvGrpSpPr/>
          <p:nvPr/>
        </p:nvGrpSpPr>
        <p:grpSpPr>
          <a:xfrm>
            <a:off x="2693270" y="3194043"/>
            <a:ext cx="4096392" cy="2059476"/>
            <a:chOff x="0" y="0"/>
            <a:chExt cx="1032912" cy="519300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CBC22E7-9CFA-454B-B6F1-3BE0A328A492}"/>
                </a:ext>
              </a:extLst>
            </p:cNvPr>
            <p:cNvSpPr/>
            <p:nvPr/>
          </p:nvSpPr>
          <p:spPr>
            <a:xfrm>
              <a:off x="0" y="0"/>
              <a:ext cx="1032912" cy="519300"/>
            </a:xfrm>
            <a:custGeom>
              <a:avLst/>
              <a:gdLst/>
              <a:ahLst/>
              <a:cxnLst/>
              <a:rect l="l" t="t" r="r" b="b"/>
              <a:pathLst>
                <a:path w="1032912" h="519300">
                  <a:moveTo>
                    <a:pt x="188994" y="0"/>
                  </a:moveTo>
                  <a:lnTo>
                    <a:pt x="843918" y="0"/>
                  </a:lnTo>
                  <a:cubicBezTo>
                    <a:pt x="948296" y="0"/>
                    <a:pt x="1032912" y="84615"/>
                    <a:pt x="1032912" y="188994"/>
                  </a:cubicBezTo>
                  <a:lnTo>
                    <a:pt x="1032912" y="330306"/>
                  </a:lnTo>
                  <a:cubicBezTo>
                    <a:pt x="1032912" y="380431"/>
                    <a:pt x="1013000" y="428502"/>
                    <a:pt x="977557" y="463945"/>
                  </a:cubicBezTo>
                  <a:cubicBezTo>
                    <a:pt x="942114" y="499388"/>
                    <a:pt x="894042" y="519300"/>
                    <a:pt x="843918" y="519300"/>
                  </a:cubicBezTo>
                  <a:lnTo>
                    <a:pt x="188994" y="519300"/>
                  </a:lnTo>
                  <a:cubicBezTo>
                    <a:pt x="84615" y="519300"/>
                    <a:pt x="0" y="434685"/>
                    <a:pt x="0" y="330306"/>
                  </a:cubicBezTo>
                  <a:lnTo>
                    <a:pt x="0" y="188994"/>
                  </a:lnTo>
                  <a:cubicBezTo>
                    <a:pt x="0" y="84615"/>
                    <a:pt x="84615" y="0"/>
                    <a:pt x="18899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4E0892B2-485D-40BF-AD22-7A7FB72D94F7}"/>
                </a:ext>
              </a:extLst>
            </p:cNvPr>
            <p:cNvSpPr txBox="1"/>
            <p:nvPr/>
          </p:nvSpPr>
          <p:spPr>
            <a:xfrm>
              <a:off x="0" y="-28575"/>
              <a:ext cx="1032912" cy="54787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AutoShape 8">
            <a:extLst>
              <a:ext uri="{FF2B5EF4-FFF2-40B4-BE49-F238E27FC236}">
                <a16:creationId xmlns:a16="http://schemas.microsoft.com/office/drawing/2014/main" id="{B0D61701-9D31-4393-99CF-45CE50FAFCBB}"/>
              </a:ext>
            </a:extLst>
          </p:cNvPr>
          <p:cNvSpPr/>
          <p:nvPr/>
        </p:nvSpPr>
        <p:spPr>
          <a:xfrm>
            <a:off x="4760516" y="2497357"/>
            <a:ext cx="0" cy="6966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D584BA69-C352-4AF1-9EBB-3DB9FB5FDDD6}"/>
              </a:ext>
            </a:extLst>
          </p:cNvPr>
          <p:cNvSpPr/>
          <p:nvPr/>
        </p:nvSpPr>
        <p:spPr>
          <a:xfrm>
            <a:off x="4760516" y="2497357"/>
            <a:ext cx="43532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1C06245F-E8BA-42DC-8477-D9D31820F5CB}"/>
              </a:ext>
            </a:extLst>
          </p:cNvPr>
          <p:cNvSpPr/>
          <p:nvPr/>
        </p:nvSpPr>
        <p:spPr>
          <a:xfrm>
            <a:off x="4741466" y="5253519"/>
            <a:ext cx="0" cy="15282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D4C2DC42-7C70-4836-BF5D-B9418B351193}"/>
              </a:ext>
            </a:extLst>
          </p:cNvPr>
          <p:cNvSpPr txBox="1"/>
          <p:nvPr/>
        </p:nvSpPr>
        <p:spPr>
          <a:xfrm>
            <a:off x="2934312" y="3672283"/>
            <a:ext cx="3652408" cy="1093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</a:pPr>
            <a:r>
              <a:rPr lang="en-US" altLang="ko-KR" sz="2370" dirty="0">
                <a:solidFill>
                  <a:srgbClr val="003EA8"/>
                </a:solidFill>
                <a:latin typeface="Arita Dotum Bold"/>
                <a:ea typeface="Arita Dotum Bold"/>
              </a:rPr>
              <a:t>4. </a:t>
            </a:r>
            <a:r>
              <a:rPr lang="en-US" altLang="ko-KR" sz="2370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출력한</a:t>
            </a:r>
            <a:r>
              <a:rPr lang="en-US" altLang="ko-KR" sz="237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데이터에서</a:t>
            </a:r>
            <a:endParaRPr lang="en-US" altLang="ko-KR" sz="237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2845"/>
              </a:lnSpc>
            </a:pP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초미세먼지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컬럼만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추출하여</a:t>
            </a:r>
            <a:endParaRPr lang="en-US" altLang="ko-KR" sz="2370" dirty="0">
              <a:solidFill>
                <a:srgbClr val="003EA8"/>
              </a:solidFill>
              <a:ea typeface="Arita Dotum Bold"/>
            </a:endParaRPr>
          </a:p>
          <a:p>
            <a:pPr algn="ctr">
              <a:lnSpc>
                <a:spcPts val="2845"/>
              </a:lnSpc>
            </a:pP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등급별로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컬럼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2370" dirty="0">
                <a:solidFill>
                  <a:srgbClr val="003EA8"/>
                </a:solidFill>
                <a:ea typeface="Arita Dotum Bold"/>
              </a:rPr>
              <a:t>추가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223163" y="2469318"/>
            <a:ext cx="5187418" cy="1150317"/>
            <a:chOff x="0" y="0"/>
            <a:chExt cx="1472169" cy="3264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72169" cy="326455"/>
            </a:xfrm>
            <a:custGeom>
              <a:avLst/>
              <a:gdLst/>
              <a:ahLst/>
              <a:cxnLst/>
              <a:rect l="l" t="t" r="r" b="b"/>
              <a:pathLst>
                <a:path w="1472169" h="326455">
                  <a:moveTo>
                    <a:pt x="149244" y="0"/>
                  </a:moveTo>
                  <a:lnTo>
                    <a:pt x="1322924" y="0"/>
                  </a:lnTo>
                  <a:cubicBezTo>
                    <a:pt x="1405350" y="0"/>
                    <a:pt x="1472169" y="66819"/>
                    <a:pt x="1472169" y="149244"/>
                  </a:cubicBezTo>
                  <a:lnTo>
                    <a:pt x="1472169" y="177211"/>
                  </a:lnTo>
                  <a:cubicBezTo>
                    <a:pt x="1472169" y="259637"/>
                    <a:pt x="1405350" y="326455"/>
                    <a:pt x="1322924" y="326455"/>
                  </a:cubicBezTo>
                  <a:lnTo>
                    <a:pt x="149244" y="326455"/>
                  </a:lnTo>
                  <a:cubicBezTo>
                    <a:pt x="66819" y="326455"/>
                    <a:pt x="0" y="259637"/>
                    <a:pt x="0" y="177211"/>
                  </a:cubicBezTo>
                  <a:lnTo>
                    <a:pt x="0" y="149244"/>
                  </a:lnTo>
                  <a:cubicBezTo>
                    <a:pt x="0" y="66819"/>
                    <a:pt x="66819" y="0"/>
                    <a:pt x="14924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472169" cy="355030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33401" y="4425332"/>
            <a:ext cx="17183960" cy="4604365"/>
          </a:xfrm>
          <a:custGeom>
            <a:avLst/>
            <a:gdLst/>
            <a:ahLst/>
            <a:cxnLst/>
            <a:rect l="l" t="t" r="r" b="b"/>
            <a:pathLst>
              <a:path w="17010453" h="3967036">
                <a:moveTo>
                  <a:pt x="0" y="0"/>
                </a:moveTo>
                <a:lnTo>
                  <a:pt x="17010454" y="0"/>
                </a:lnTo>
                <a:lnTo>
                  <a:pt x="17010454" y="3967036"/>
                </a:lnTo>
                <a:lnTo>
                  <a:pt x="0" y="39670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" r="-661" b="-477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000015" y="2698227"/>
            <a:ext cx="5633714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5. </a:t>
            </a:r>
            <a:r>
              <a:rPr lang="ko-KR" alt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추가</a:t>
            </a: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한 </a:t>
            </a:r>
            <a:r>
              <a:rPr lang="en-US" sz="2280" dirty="0" err="1">
                <a:solidFill>
                  <a:srgbClr val="003EA8"/>
                </a:solidFill>
                <a:latin typeface="Arita Dotum Bold"/>
                <a:ea typeface="Arita Dotum Bold"/>
              </a:rPr>
              <a:t>초미세먼지</a:t>
            </a: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ko-KR" alt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등급</a:t>
            </a:r>
            <a:r>
              <a:rPr lang="en-US" altLang="ko-KR" sz="228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280" dirty="0" err="1">
                <a:solidFill>
                  <a:srgbClr val="003EA8"/>
                </a:solidFill>
                <a:latin typeface="Arita Dotum Bold"/>
                <a:ea typeface="Arita Dotum Bold"/>
              </a:rPr>
              <a:t>컬럼</a:t>
            </a:r>
            <a:endParaRPr lang="en-US" sz="228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2736"/>
              </a:lnSpc>
            </a:pPr>
            <a:r>
              <a:rPr lang="en-US" sz="2280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</a:t>
            </a:r>
            <a:r>
              <a:rPr 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ko-KR" altLang="en-US" sz="2280" dirty="0">
                <a:solidFill>
                  <a:srgbClr val="003EA8"/>
                </a:solidFill>
                <a:latin typeface="Arita Dotum Bold"/>
                <a:ea typeface="Arita Dotum Bold"/>
              </a:rPr>
              <a:t>및 확인</a:t>
            </a:r>
            <a:endParaRPr lang="en-US" sz="228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CC2992B7-D42E-42E1-9823-14B3F5FDD837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196D3F1B-DE2D-485A-8904-4D1976D67B9C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D5CE65E3-ADAF-4762-8859-740C79F687A9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A06CA11-DDE4-4E99-9205-11F0EBCC3C48}"/>
              </a:ext>
            </a:extLst>
          </p:cNvPr>
          <p:cNvSpPr/>
          <p:nvPr/>
        </p:nvSpPr>
        <p:spPr>
          <a:xfrm>
            <a:off x="16200535" y="4305300"/>
            <a:ext cx="1516826" cy="4876800"/>
          </a:xfrm>
          <a:prstGeom prst="round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444825" y="1388267"/>
            <a:ext cx="7625720" cy="3887157"/>
          </a:xfrm>
          <a:custGeom>
            <a:avLst/>
            <a:gdLst/>
            <a:ahLst/>
            <a:cxnLst/>
            <a:rect l="l" t="t" r="r" b="b"/>
            <a:pathLst>
              <a:path w="7625720" h="3887157">
                <a:moveTo>
                  <a:pt x="0" y="0"/>
                </a:moveTo>
                <a:lnTo>
                  <a:pt x="7625720" y="0"/>
                </a:lnTo>
                <a:lnTo>
                  <a:pt x="7625720" y="3887156"/>
                </a:lnTo>
                <a:lnTo>
                  <a:pt x="0" y="3887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58" t="-1673" b="-573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53075" y="7147121"/>
            <a:ext cx="16506225" cy="2023124"/>
          </a:xfrm>
          <a:custGeom>
            <a:avLst/>
            <a:gdLst/>
            <a:ahLst/>
            <a:cxnLst/>
            <a:rect l="l" t="t" r="r" b="b"/>
            <a:pathLst>
              <a:path w="16506225" h="2023124">
                <a:moveTo>
                  <a:pt x="0" y="0"/>
                </a:moveTo>
                <a:lnTo>
                  <a:pt x="16506225" y="0"/>
                </a:lnTo>
                <a:lnTo>
                  <a:pt x="16506225" y="2023123"/>
                </a:lnTo>
                <a:lnTo>
                  <a:pt x="0" y="2023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86" t="-584" b="-5361"/>
            </a:stretch>
          </a:blipFill>
        </p:spPr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1F51F8BB-3F6E-4C35-97D3-8E1632CAC81F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0516ACC-FFF2-4A85-BAE4-1399418A276F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527AB49C-628C-45C2-B894-4C00978E6FAE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FC039F66-4B55-472E-A807-191E42F77C89}"/>
              </a:ext>
            </a:extLst>
          </p:cNvPr>
          <p:cNvGrpSpPr/>
          <p:nvPr/>
        </p:nvGrpSpPr>
        <p:grpSpPr>
          <a:xfrm>
            <a:off x="2693270" y="3194043"/>
            <a:ext cx="4096392" cy="2059476"/>
            <a:chOff x="0" y="0"/>
            <a:chExt cx="1032912" cy="519300"/>
          </a:xfrm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92A2CCFC-03E5-4EF2-B6C5-6C6B8D501C06}"/>
                </a:ext>
              </a:extLst>
            </p:cNvPr>
            <p:cNvSpPr/>
            <p:nvPr/>
          </p:nvSpPr>
          <p:spPr>
            <a:xfrm>
              <a:off x="0" y="0"/>
              <a:ext cx="1032912" cy="519300"/>
            </a:xfrm>
            <a:custGeom>
              <a:avLst/>
              <a:gdLst/>
              <a:ahLst/>
              <a:cxnLst/>
              <a:rect l="l" t="t" r="r" b="b"/>
              <a:pathLst>
                <a:path w="1032912" h="519300">
                  <a:moveTo>
                    <a:pt x="188994" y="0"/>
                  </a:moveTo>
                  <a:lnTo>
                    <a:pt x="843918" y="0"/>
                  </a:lnTo>
                  <a:cubicBezTo>
                    <a:pt x="948296" y="0"/>
                    <a:pt x="1032912" y="84615"/>
                    <a:pt x="1032912" y="188994"/>
                  </a:cubicBezTo>
                  <a:lnTo>
                    <a:pt x="1032912" y="330306"/>
                  </a:lnTo>
                  <a:cubicBezTo>
                    <a:pt x="1032912" y="380431"/>
                    <a:pt x="1013000" y="428502"/>
                    <a:pt x="977557" y="463945"/>
                  </a:cubicBezTo>
                  <a:cubicBezTo>
                    <a:pt x="942114" y="499388"/>
                    <a:pt x="894042" y="519300"/>
                    <a:pt x="843918" y="519300"/>
                  </a:cubicBezTo>
                  <a:lnTo>
                    <a:pt x="188994" y="519300"/>
                  </a:lnTo>
                  <a:cubicBezTo>
                    <a:pt x="84615" y="519300"/>
                    <a:pt x="0" y="434685"/>
                    <a:pt x="0" y="330306"/>
                  </a:cubicBezTo>
                  <a:lnTo>
                    <a:pt x="0" y="188994"/>
                  </a:lnTo>
                  <a:cubicBezTo>
                    <a:pt x="0" y="84615"/>
                    <a:pt x="84615" y="0"/>
                    <a:pt x="18899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20" name="TextBox 7">
              <a:extLst>
                <a:ext uri="{FF2B5EF4-FFF2-40B4-BE49-F238E27FC236}">
                  <a16:creationId xmlns:a16="http://schemas.microsoft.com/office/drawing/2014/main" id="{273C348D-4878-494D-80D3-0C6E824AF6A1}"/>
                </a:ext>
              </a:extLst>
            </p:cNvPr>
            <p:cNvSpPr txBox="1"/>
            <p:nvPr/>
          </p:nvSpPr>
          <p:spPr>
            <a:xfrm>
              <a:off x="0" y="-28575"/>
              <a:ext cx="1032912" cy="54787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AutoShape 8">
            <a:extLst>
              <a:ext uri="{FF2B5EF4-FFF2-40B4-BE49-F238E27FC236}">
                <a16:creationId xmlns:a16="http://schemas.microsoft.com/office/drawing/2014/main" id="{E7C62BAB-5870-4148-80B8-B36D5292BF2C}"/>
              </a:ext>
            </a:extLst>
          </p:cNvPr>
          <p:cNvSpPr/>
          <p:nvPr/>
        </p:nvSpPr>
        <p:spPr>
          <a:xfrm>
            <a:off x="4760516" y="2497357"/>
            <a:ext cx="0" cy="6966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43387E04-BF85-4E4D-8912-6759BE771D14}"/>
              </a:ext>
            </a:extLst>
          </p:cNvPr>
          <p:cNvSpPr/>
          <p:nvPr/>
        </p:nvSpPr>
        <p:spPr>
          <a:xfrm>
            <a:off x="4760516" y="2497357"/>
            <a:ext cx="435322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C4FB17C0-BBF2-4315-B566-052D4CA8E29B}"/>
              </a:ext>
            </a:extLst>
          </p:cNvPr>
          <p:cNvSpPr/>
          <p:nvPr/>
        </p:nvSpPr>
        <p:spPr>
          <a:xfrm>
            <a:off x="4741466" y="5253519"/>
            <a:ext cx="0" cy="15282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610B7B59-D941-4E69-84EE-52556F329F2C}"/>
              </a:ext>
            </a:extLst>
          </p:cNvPr>
          <p:cNvSpPr txBox="1"/>
          <p:nvPr/>
        </p:nvSpPr>
        <p:spPr>
          <a:xfrm>
            <a:off x="2657774" y="3685172"/>
            <a:ext cx="420548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</a:pPr>
            <a:r>
              <a:rPr lang="en-US" altLang="ko-KR" sz="2370" dirty="0">
                <a:solidFill>
                  <a:srgbClr val="003EA8"/>
                </a:solidFill>
                <a:latin typeface="Arita Dotum Bold"/>
                <a:ea typeface="Arita Dotum Bold"/>
              </a:rPr>
              <a:t>6. </a:t>
            </a:r>
            <a:r>
              <a:rPr lang="en-US" altLang="ko-KR" sz="2370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출력한</a:t>
            </a:r>
            <a:r>
              <a:rPr lang="en-US" altLang="ko-KR" sz="237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데이터에서</a:t>
            </a:r>
            <a:endParaRPr lang="en-US" altLang="ko-KR" sz="2370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2845"/>
              </a:lnSpc>
            </a:pPr>
            <a:r>
              <a:rPr lang="ko-KR" altLang="en-US" sz="2370" dirty="0">
                <a:solidFill>
                  <a:srgbClr val="003EA8"/>
                </a:solidFill>
                <a:ea typeface="Arita Dotum Bold"/>
              </a:rPr>
              <a:t>통합실내지수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컬럼만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추출하여</a:t>
            </a:r>
            <a:endParaRPr lang="en-US" altLang="ko-KR" sz="2370" dirty="0">
              <a:solidFill>
                <a:srgbClr val="003EA8"/>
              </a:solidFill>
              <a:ea typeface="Arita Dotum Bold"/>
            </a:endParaRPr>
          </a:p>
          <a:p>
            <a:pPr algn="ctr">
              <a:lnSpc>
                <a:spcPts val="2845"/>
              </a:lnSpc>
            </a:pP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등급별로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en-US" altLang="ko-KR" sz="2370" dirty="0" err="1">
                <a:solidFill>
                  <a:srgbClr val="003EA8"/>
                </a:solidFill>
                <a:ea typeface="Arita Dotum Bold"/>
              </a:rPr>
              <a:t>컬럼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  <a:r>
              <a:rPr lang="ko-KR" altLang="en-US" sz="2370" dirty="0">
                <a:solidFill>
                  <a:srgbClr val="003EA8"/>
                </a:solidFill>
                <a:ea typeface="Arita Dotum Bold"/>
              </a:rPr>
              <a:t>추가</a:t>
            </a:r>
            <a:r>
              <a:rPr lang="en-US" altLang="ko-KR" sz="2370" dirty="0">
                <a:solidFill>
                  <a:srgbClr val="003EA8"/>
                </a:solidFill>
                <a:ea typeface="Arita Dotum Bold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194849" y="2459880"/>
            <a:ext cx="5244044" cy="1169193"/>
            <a:chOff x="0" y="0"/>
            <a:chExt cx="1488239" cy="3318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88239" cy="331812"/>
            </a:xfrm>
            <a:custGeom>
              <a:avLst/>
              <a:gdLst/>
              <a:ahLst/>
              <a:cxnLst/>
              <a:rect l="l" t="t" r="r" b="b"/>
              <a:pathLst>
                <a:path w="1488239" h="331812">
                  <a:moveTo>
                    <a:pt x="147633" y="0"/>
                  </a:moveTo>
                  <a:lnTo>
                    <a:pt x="1340606" y="0"/>
                  </a:lnTo>
                  <a:cubicBezTo>
                    <a:pt x="1422142" y="0"/>
                    <a:pt x="1488239" y="66097"/>
                    <a:pt x="1488239" y="147633"/>
                  </a:cubicBezTo>
                  <a:lnTo>
                    <a:pt x="1488239" y="184180"/>
                  </a:lnTo>
                  <a:cubicBezTo>
                    <a:pt x="1488239" y="265715"/>
                    <a:pt x="1422142" y="331812"/>
                    <a:pt x="1340606" y="331812"/>
                  </a:cubicBezTo>
                  <a:lnTo>
                    <a:pt x="147633" y="331812"/>
                  </a:lnTo>
                  <a:cubicBezTo>
                    <a:pt x="66097" y="331812"/>
                    <a:pt x="0" y="265715"/>
                    <a:pt x="0" y="184180"/>
                  </a:cubicBezTo>
                  <a:lnTo>
                    <a:pt x="0" y="147633"/>
                  </a:lnTo>
                  <a:cubicBezTo>
                    <a:pt x="0" y="66097"/>
                    <a:pt x="66097" y="0"/>
                    <a:pt x="14763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488239" cy="360387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34875" y="4313350"/>
            <a:ext cx="17418249" cy="4904422"/>
          </a:xfrm>
          <a:custGeom>
            <a:avLst/>
            <a:gdLst/>
            <a:ahLst/>
            <a:cxnLst/>
            <a:rect l="l" t="t" r="r" b="b"/>
            <a:pathLst>
              <a:path w="16351440" h="4216051">
                <a:moveTo>
                  <a:pt x="0" y="0"/>
                </a:moveTo>
                <a:lnTo>
                  <a:pt x="16351440" y="0"/>
                </a:lnTo>
                <a:lnTo>
                  <a:pt x="16351440" y="4216051"/>
                </a:lnTo>
                <a:lnTo>
                  <a:pt x="0" y="4216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000015" y="2861192"/>
            <a:ext cx="5633714" cy="35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2280">
                <a:solidFill>
                  <a:srgbClr val="003EA8"/>
                </a:solidFill>
                <a:latin typeface="Arita Dotum Bold"/>
                <a:ea typeface="Arita Dotum Bold"/>
              </a:rPr>
              <a:t>7.저장한 통합실내지수등급 컬럼 출력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65010028-4145-41AC-9E4F-F41136D2E3A9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78CDCD24-B43A-4B81-BFF1-C5A76BAD3EBE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835EB9B0-A688-49D5-A0C5-9ADCB49C37BA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대기질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ECB38C8-2129-4C4D-B7CF-B57DA0A79F42}"/>
              </a:ext>
            </a:extLst>
          </p:cNvPr>
          <p:cNvSpPr/>
          <p:nvPr/>
        </p:nvSpPr>
        <p:spPr>
          <a:xfrm>
            <a:off x="15392400" y="4313350"/>
            <a:ext cx="1905000" cy="4904422"/>
          </a:xfrm>
          <a:prstGeom prst="round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2505028"/>
            <a:ext cx="6786021" cy="935579"/>
            <a:chOff x="0" y="0"/>
            <a:chExt cx="1711106" cy="23590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11106" cy="235908"/>
            </a:xfrm>
            <a:custGeom>
              <a:avLst/>
              <a:gdLst/>
              <a:ahLst/>
              <a:cxnLst/>
              <a:rect l="l" t="t" r="r" b="b"/>
              <a:pathLst>
                <a:path w="1711106" h="235908">
                  <a:moveTo>
                    <a:pt x="114086" y="0"/>
                  </a:moveTo>
                  <a:lnTo>
                    <a:pt x="1597019" y="0"/>
                  </a:lnTo>
                  <a:cubicBezTo>
                    <a:pt x="1660028" y="0"/>
                    <a:pt x="1711106" y="51078"/>
                    <a:pt x="1711106" y="114086"/>
                  </a:cubicBezTo>
                  <a:lnTo>
                    <a:pt x="1711106" y="121821"/>
                  </a:lnTo>
                  <a:cubicBezTo>
                    <a:pt x="1711106" y="152079"/>
                    <a:pt x="1699086" y="181097"/>
                    <a:pt x="1677691" y="202492"/>
                  </a:cubicBezTo>
                  <a:cubicBezTo>
                    <a:pt x="1656295" y="223888"/>
                    <a:pt x="1627277" y="235908"/>
                    <a:pt x="1597019" y="235908"/>
                  </a:cubicBezTo>
                  <a:lnTo>
                    <a:pt x="114086" y="235908"/>
                  </a:lnTo>
                  <a:cubicBezTo>
                    <a:pt x="51078" y="235908"/>
                    <a:pt x="0" y="184829"/>
                    <a:pt x="0" y="121821"/>
                  </a:cubicBezTo>
                  <a:lnTo>
                    <a:pt x="0" y="114086"/>
                  </a:lnTo>
                  <a:cubicBezTo>
                    <a:pt x="0" y="51078"/>
                    <a:pt x="51078" y="0"/>
                    <a:pt x="114086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11106" cy="264483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158007" y="3807319"/>
            <a:ext cx="13682214" cy="822139"/>
          </a:xfrm>
          <a:custGeom>
            <a:avLst/>
            <a:gdLst/>
            <a:ahLst/>
            <a:cxnLst/>
            <a:rect l="l" t="t" r="r" b="b"/>
            <a:pathLst>
              <a:path w="13682214" h="822139">
                <a:moveTo>
                  <a:pt x="0" y="0"/>
                </a:moveTo>
                <a:lnTo>
                  <a:pt x="13682214" y="0"/>
                </a:lnTo>
                <a:lnTo>
                  <a:pt x="13682214" y="822139"/>
                </a:lnTo>
                <a:lnTo>
                  <a:pt x="0" y="8221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3" r="-46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57763" y="4996171"/>
            <a:ext cx="15614988" cy="4262129"/>
          </a:xfrm>
          <a:custGeom>
            <a:avLst/>
            <a:gdLst/>
            <a:ahLst/>
            <a:cxnLst/>
            <a:rect l="l" t="t" r="r" b="b"/>
            <a:pathLst>
              <a:path w="15614988" h="4262129">
                <a:moveTo>
                  <a:pt x="0" y="0"/>
                </a:moveTo>
                <a:lnTo>
                  <a:pt x="15614988" y="0"/>
                </a:lnTo>
                <a:lnTo>
                  <a:pt x="15614988" y="4262129"/>
                </a:lnTo>
                <a:lnTo>
                  <a:pt x="0" y="4262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1" t="-715" b="-71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57763" y="2734693"/>
            <a:ext cx="612789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3EA8"/>
                </a:solidFill>
                <a:latin typeface="Arita Dotum Bold"/>
                <a:ea typeface="Arita Dotum Bold"/>
              </a:rPr>
              <a:t>1. CSV 파일 저장 및 데이터 출력 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DF6BC4C2-04C6-4215-9E2B-465FE7C4285F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5D9C5EEC-E866-4235-9B8B-61A643132180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2840434D-9789-4E8C-93B6-85508DDD8961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온습도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30449" y="4590631"/>
            <a:ext cx="4769787" cy="1967668"/>
            <a:chOff x="0" y="0"/>
            <a:chExt cx="1202709" cy="496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2709" cy="496150"/>
            </a:xfrm>
            <a:custGeom>
              <a:avLst/>
              <a:gdLst/>
              <a:ahLst/>
              <a:cxnLst/>
              <a:rect l="l" t="t" r="r" b="b"/>
              <a:pathLst>
                <a:path w="1202709" h="496150">
                  <a:moveTo>
                    <a:pt x="162312" y="0"/>
                  </a:moveTo>
                  <a:lnTo>
                    <a:pt x="1040398" y="0"/>
                  </a:lnTo>
                  <a:cubicBezTo>
                    <a:pt x="1130040" y="0"/>
                    <a:pt x="1202709" y="72669"/>
                    <a:pt x="1202709" y="162312"/>
                  </a:cubicBezTo>
                  <a:lnTo>
                    <a:pt x="1202709" y="333839"/>
                  </a:lnTo>
                  <a:cubicBezTo>
                    <a:pt x="1202709" y="423481"/>
                    <a:pt x="1130040" y="496150"/>
                    <a:pt x="1040398" y="496150"/>
                  </a:cubicBezTo>
                  <a:lnTo>
                    <a:pt x="162312" y="496150"/>
                  </a:lnTo>
                  <a:cubicBezTo>
                    <a:pt x="72669" y="496150"/>
                    <a:pt x="0" y="423481"/>
                    <a:pt x="0" y="333839"/>
                  </a:cubicBezTo>
                  <a:lnTo>
                    <a:pt x="0" y="162312"/>
                  </a:lnTo>
                  <a:cubicBezTo>
                    <a:pt x="0" y="72669"/>
                    <a:pt x="72669" y="0"/>
                    <a:pt x="16231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202709" cy="52472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659787" y="1889085"/>
            <a:ext cx="7643436" cy="1902933"/>
          </a:xfrm>
          <a:custGeom>
            <a:avLst/>
            <a:gdLst/>
            <a:ahLst/>
            <a:cxnLst/>
            <a:rect l="l" t="t" r="r" b="b"/>
            <a:pathLst>
              <a:path w="7643436" h="1902933">
                <a:moveTo>
                  <a:pt x="0" y="0"/>
                </a:moveTo>
                <a:lnTo>
                  <a:pt x="7643436" y="0"/>
                </a:lnTo>
                <a:lnTo>
                  <a:pt x="7643436" y="1902933"/>
                </a:lnTo>
                <a:lnTo>
                  <a:pt x="0" y="19029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2" t="-16274" r="-2810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59787" y="4357648"/>
            <a:ext cx="7643436" cy="5600701"/>
          </a:xfrm>
          <a:custGeom>
            <a:avLst/>
            <a:gdLst/>
            <a:ahLst/>
            <a:cxnLst/>
            <a:rect l="l" t="t" r="r" b="b"/>
            <a:pathLst>
              <a:path w="7643436" h="5600701">
                <a:moveTo>
                  <a:pt x="0" y="0"/>
                </a:moveTo>
                <a:lnTo>
                  <a:pt x="7643436" y="0"/>
                </a:lnTo>
                <a:lnTo>
                  <a:pt x="7643436" y="5600701"/>
                </a:lnTo>
                <a:lnTo>
                  <a:pt x="0" y="56007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" b="-24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18834" y="4969142"/>
            <a:ext cx="4581402" cy="1201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2.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출력한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중</a:t>
            </a:r>
          </a:p>
          <a:p>
            <a:pPr algn="ctr">
              <a:lnSpc>
                <a:spcPts val="3127"/>
              </a:lnSpc>
            </a:pP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전체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시간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시리얼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번호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</a:p>
          <a:p>
            <a:pPr algn="ctr">
              <a:lnSpc>
                <a:spcPts val="3127"/>
              </a:lnSpc>
            </a:pP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온도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, 습</a:t>
            </a:r>
            <a:r>
              <a:rPr lang="ko-KR" alt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컬럼만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추출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138096" y="2760692"/>
            <a:ext cx="420790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AutoShape 13"/>
          <p:cNvSpPr/>
          <p:nvPr/>
        </p:nvSpPr>
        <p:spPr>
          <a:xfrm>
            <a:off x="4138096" y="8069948"/>
            <a:ext cx="420790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4" name="AutoShape 14"/>
          <p:cNvSpPr/>
          <p:nvPr/>
        </p:nvSpPr>
        <p:spPr>
          <a:xfrm flipH="1">
            <a:off x="4138095" y="2760295"/>
            <a:ext cx="19050" cy="183013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H="1">
            <a:off x="4119046" y="6558299"/>
            <a:ext cx="0" cy="15306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C41ABA65-37A0-4D08-8CE4-34AB535E149A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409B19CF-9FDC-450F-B11B-872CF45AAA84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5A9874B7-7F4E-488E-AD87-47D948B3E460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온습도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730449" y="4590631"/>
            <a:ext cx="4769787" cy="1967668"/>
            <a:chOff x="0" y="0"/>
            <a:chExt cx="1202709" cy="496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2709" cy="496150"/>
            </a:xfrm>
            <a:custGeom>
              <a:avLst/>
              <a:gdLst/>
              <a:ahLst/>
              <a:cxnLst/>
              <a:rect l="l" t="t" r="r" b="b"/>
              <a:pathLst>
                <a:path w="1202709" h="496150">
                  <a:moveTo>
                    <a:pt x="162312" y="0"/>
                  </a:moveTo>
                  <a:lnTo>
                    <a:pt x="1040398" y="0"/>
                  </a:lnTo>
                  <a:cubicBezTo>
                    <a:pt x="1130040" y="0"/>
                    <a:pt x="1202709" y="72669"/>
                    <a:pt x="1202709" y="162312"/>
                  </a:cubicBezTo>
                  <a:lnTo>
                    <a:pt x="1202709" y="333839"/>
                  </a:lnTo>
                  <a:cubicBezTo>
                    <a:pt x="1202709" y="423481"/>
                    <a:pt x="1130040" y="496150"/>
                    <a:pt x="1040398" y="496150"/>
                  </a:cubicBezTo>
                  <a:lnTo>
                    <a:pt x="162312" y="496150"/>
                  </a:lnTo>
                  <a:cubicBezTo>
                    <a:pt x="72669" y="496150"/>
                    <a:pt x="0" y="423481"/>
                    <a:pt x="0" y="333839"/>
                  </a:cubicBezTo>
                  <a:lnTo>
                    <a:pt x="0" y="162312"/>
                  </a:lnTo>
                  <a:cubicBezTo>
                    <a:pt x="0" y="72669"/>
                    <a:pt x="72669" y="0"/>
                    <a:pt x="162312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CCCCC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202709" cy="524725"/>
            </a:xfrm>
            <a:prstGeom prst="rect">
              <a:avLst/>
            </a:prstGeom>
          </p:spPr>
          <p:txBody>
            <a:bodyPr lIns="53061" tIns="53061" rIns="53061" bIns="53061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4138096" y="2760692"/>
            <a:ext cx="420790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" name="AutoShape 8"/>
          <p:cNvSpPr/>
          <p:nvPr/>
        </p:nvSpPr>
        <p:spPr>
          <a:xfrm>
            <a:off x="4138096" y="8069948"/>
            <a:ext cx="420790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AutoShape 9"/>
          <p:cNvSpPr/>
          <p:nvPr/>
        </p:nvSpPr>
        <p:spPr>
          <a:xfrm flipH="1">
            <a:off x="4138095" y="2760295"/>
            <a:ext cx="19050" cy="183013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>
            <a:off x="4119046" y="6558299"/>
            <a:ext cx="0" cy="15306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8840965" y="1746166"/>
            <a:ext cx="8512542" cy="2028259"/>
          </a:xfrm>
          <a:custGeom>
            <a:avLst/>
            <a:gdLst/>
            <a:ahLst/>
            <a:cxnLst/>
            <a:rect l="l" t="t" r="r" b="b"/>
            <a:pathLst>
              <a:path w="8512542" h="2028259">
                <a:moveTo>
                  <a:pt x="0" y="0"/>
                </a:moveTo>
                <a:lnTo>
                  <a:pt x="8512542" y="0"/>
                </a:lnTo>
                <a:lnTo>
                  <a:pt x="8512542" y="2028259"/>
                </a:lnTo>
                <a:lnTo>
                  <a:pt x="0" y="2028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44000" y="4338982"/>
            <a:ext cx="7906472" cy="5692985"/>
          </a:xfrm>
          <a:custGeom>
            <a:avLst/>
            <a:gdLst/>
            <a:ahLst/>
            <a:cxnLst/>
            <a:rect l="l" t="t" r="r" b="b"/>
            <a:pathLst>
              <a:path w="7906472" h="5692985">
                <a:moveTo>
                  <a:pt x="0" y="0"/>
                </a:moveTo>
                <a:lnTo>
                  <a:pt x="7906472" y="0"/>
                </a:lnTo>
                <a:lnTo>
                  <a:pt x="7906472" y="5692985"/>
                </a:lnTo>
                <a:lnTo>
                  <a:pt x="0" y="5692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44" b="-74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918834" y="4969142"/>
            <a:ext cx="4581402" cy="1201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7"/>
              </a:lnSpc>
            </a:pP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3.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특정한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날의</a:t>
            </a:r>
            <a:endParaRPr lang="en-US" sz="2606" dirty="0">
              <a:solidFill>
                <a:srgbClr val="003EA8"/>
              </a:solidFill>
              <a:latin typeface="Arita Dotum Bold"/>
              <a:ea typeface="Arita Dotum Bold"/>
            </a:endParaRPr>
          </a:p>
          <a:p>
            <a:pPr algn="ctr">
              <a:lnSpc>
                <a:spcPts val="3127"/>
              </a:lnSpc>
            </a:pP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전체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데이터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시간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시리얼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번호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  <a:p>
            <a:pPr algn="ctr">
              <a:lnSpc>
                <a:spcPts val="3127"/>
              </a:lnSpc>
            </a:pP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온도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,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습도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컬럼만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sz="2606" dirty="0" err="1">
                <a:solidFill>
                  <a:srgbClr val="003EA8"/>
                </a:solidFill>
                <a:latin typeface="Arita Dotum Bold"/>
                <a:ea typeface="Arita Dotum Bold"/>
              </a:rPr>
              <a:t>추출</a:t>
            </a:r>
            <a:r>
              <a:rPr lang="en-US" sz="2606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B9EB9F-63D0-456C-8714-15603824B799}"/>
              </a:ext>
            </a:extLst>
          </p:cNvPr>
          <p:cNvSpPr/>
          <p:nvPr/>
        </p:nvSpPr>
        <p:spPr>
          <a:xfrm>
            <a:off x="16230601" y="4338981"/>
            <a:ext cx="743671" cy="5710741"/>
          </a:xfrm>
          <a:prstGeom prst="roundRect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E1F16DA6-2B26-431B-BCF6-A0700A00A1B2}"/>
              </a:ext>
            </a:extLst>
          </p:cNvPr>
          <p:cNvSpPr/>
          <p:nvPr/>
        </p:nvSpPr>
        <p:spPr>
          <a:xfrm>
            <a:off x="673777" y="1385860"/>
            <a:ext cx="748887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04D2425A-CD32-4BDA-94A3-28269E6E019D}"/>
              </a:ext>
            </a:extLst>
          </p:cNvPr>
          <p:cNvSpPr txBox="1"/>
          <p:nvPr/>
        </p:nvSpPr>
        <p:spPr>
          <a:xfrm>
            <a:off x="673777" y="309590"/>
            <a:ext cx="7180147" cy="1057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003EA8"/>
                </a:solidFill>
                <a:ea typeface="Arita Dotum Bold"/>
              </a:rPr>
              <a:t>프로젝트 수행 결과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D208118B-E9F8-4748-B98F-F472FEA9A829}"/>
              </a:ext>
            </a:extLst>
          </p:cNvPr>
          <p:cNvSpPr txBox="1"/>
          <p:nvPr/>
        </p:nvSpPr>
        <p:spPr>
          <a:xfrm>
            <a:off x="1182844" y="1563634"/>
            <a:ext cx="659633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서초구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지역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온습도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상태</a:t>
            </a:r>
            <a:r>
              <a:rPr lang="en-US" altLang="ko-KR" sz="25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500" dirty="0" err="1">
                <a:solidFill>
                  <a:srgbClr val="003EA8"/>
                </a:solidFill>
                <a:latin typeface="Arita Dotum Bold"/>
                <a:ea typeface="Arita Dotum Bold"/>
              </a:rPr>
              <a:t>구하기</a:t>
            </a:r>
            <a:endParaRPr lang="en-US" altLang="ko-KR" sz="2500" dirty="0">
              <a:solidFill>
                <a:srgbClr val="003EA8"/>
              </a:solidFill>
              <a:latin typeface="Arita Dotum Bold"/>
              <a:ea typeface="Arita Dotum 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385153"/>
            <a:ext cx="10211132" cy="1160706"/>
            <a:chOff x="0" y="0"/>
            <a:chExt cx="6120250" cy="6956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20250" cy="695693"/>
            </a:xfrm>
            <a:custGeom>
              <a:avLst/>
              <a:gdLst/>
              <a:ahLst/>
              <a:cxnLst/>
              <a:rect l="l" t="t" r="r" b="b"/>
              <a:pathLst>
                <a:path w="6120250" h="695693">
                  <a:moveTo>
                    <a:pt x="0" y="0"/>
                  </a:moveTo>
                  <a:lnTo>
                    <a:pt x="6120250" y="0"/>
                  </a:lnTo>
                  <a:lnTo>
                    <a:pt x="6120250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392468" y="1815377"/>
            <a:ext cx="13977311" cy="1514457"/>
            <a:chOff x="0" y="0"/>
            <a:chExt cx="9416297" cy="10202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392468" y="3868958"/>
            <a:ext cx="13977311" cy="1514457"/>
            <a:chOff x="0" y="0"/>
            <a:chExt cx="9416297" cy="102026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3354368" y="5965472"/>
            <a:ext cx="13977311" cy="1514457"/>
            <a:chOff x="0" y="0"/>
            <a:chExt cx="9416297" cy="10202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392468" y="7908554"/>
            <a:ext cx="13977311" cy="1514457"/>
            <a:chOff x="0" y="0"/>
            <a:chExt cx="9416297" cy="10202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16297" cy="1020266"/>
            </a:xfrm>
            <a:custGeom>
              <a:avLst/>
              <a:gdLst/>
              <a:ahLst/>
              <a:cxnLst/>
              <a:rect l="l" t="t" r="r" b="b"/>
              <a:pathLst>
                <a:path w="9416297" h="1020266">
                  <a:moveTo>
                    <a:pt x="0" y="0"/>
                  </a:moveTo>
                  <a:lnTo>
                    <a:pt x="9416297" y="0"/>
                  </a:lnTo>
                  <a:lnTo>
                    <a:pt x="9416297" y="1020266"/>
                  </a:lnTo>
                  <a:lnTo>
                    <a:pt x="0" y="10202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587066" y="9267409"/>
            <a:ext cx="1020967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장무옥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4685" y="3103302"/>
            <a:ext cx="1002092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지선영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0202" y="7239899"/>
            <a:ext cx="1071058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윤상혁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4685" y="5151637"/>
            <a:ext cx="1002092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700">
                <a:solidFill>
                  <a:srgbClr val="003EA8"/>
                </a:solidFill>
                <a:ea typeface="Arita Dotum Bold"/>
              </a:rPr>
              <a:t>김주희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01213" y="7864552"/>
            <a:ext cx="1392674" cy="1392674"/>
            <a:chOff x="0" y="0"/>
            <a:chExt cx="1856899" cy="1856899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856899" cy="1856899"/>
              <a:chOff x="0" y="0"/>
              <a:chExt cx="812800" cy="8128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20044" tIns="20044" rIns="20044" bIns="20044" rtlCol="0" anchor="ctr"/>
              <a:lstStyle/>
              <a:p>
                <a:pPr algn="ctr">
                  <a:lnSpc>
                    <a:spcPts val="2860"/>
                  </a:lnSpc>
                </a:pPr>
                <a:r>
                  <a:rPr lang="en-US" sz="2200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240367" y="593050"/>
              <a:ext cx="420010" cy="412420"/>
              <a:chOff x="0" y="0"/>
              <a:chExt cx="210820" cy="20701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898215" y="598110"/>
              <a:ext cx="422540" cy="397239"/>
              <a:chOff x="0" y="0"/>
              <a:chExt cx="212090" cy="19939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409890" y="896672"/>
              <a:ext cx="726162" cy="450373"/>
              <a:chOff x="0" y="0"/>
              <a:chExt cx="364490" cy="2260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0" y="765102"/>
              <a:ext cx="483265" cy="414950"/>
              <a:chOff x="0" y="0"/>
              <a:chExt cx="242570" cy="20828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1103160" y="747391"/>
              <a:ext cx="506037" cy="445312"/>
              <a:chOff x="0" y="0"/>
              <a:chExt cx="254000" cy="22352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45462" y="751744"/>
              <a:ext cx="574041" cy="390348"/>
              <a:chOff x="0" y="0"/>
              <a:chExt cx="730250" cy="49657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5720" y="48260"/>
                <a:ext cx="636270" cy="401320"/>
              </a:xfrm>
              <a:custGeom>
                <a:avLst/>
                <a:gdLst/>
                <a:ahLst/>
                <a:cxnLst/>
                <a:rect l="l" t="t" r="r" b="b"/>
                <a:pathLst>
                  <a:path w="636270" h="401320">
                    <a:moveTo>
                      <a:pt x="64770" y="26670"/>
                    </a:moveTo>
                    <a:cubicBezTo>
                      <a:pt x="76200" y="233680"/>
                      <a:pt x="85090" y="251460"/>
                      <a:pt x="95250" y="271780"/>
                    </a:cubicBezTo>
                    <a:cubicBezTo>
                      <a:pt x="105410" y="290830"/>
                      <a:pt x="116840" y="312420"/>
                      <a:pt x="133350" y="323850"/>
                    </a:cubicBezTo>
                    <a:cubicBezTo>
                      <a:pt x="147320" y="334010"/>
                      <a:pt x="165100" y="335280"/>
                      <a:pt x="187960" y="339090"/>
                    </a:cubicBezTo>
                    <a:cubicBezTo>
                      <a:pt x="219710" y="342900"/>
                      <a:pt x="262890" y="345440"/>
                      <a:pt x="308610" y="339090"/>
                    </a:cubicBezTo>
                    <a:cubicBezTo>
                      <a:pt x="372110" y="330200"/>
                      <a:pt x="474980" y="283210"/>
                      <a:pt x="528320" y="271780"/>
                    </a:cubicBezTo>
                    <a:cubicBezTo>
                      <a:pt x="558800" y="265430"/>
                      <a:pt x="581660" y="257810"/>
                      <a:pt x="599440" y="264160"/>
                    </a:cubicBezTo>
                    <a:cubicBezTo>
                      <a:pt x="614680" y="267970"/>
                      <a:pt x="631190" y="279400"/>
                      <a:pt x="633730" y="289560"/>
                    </a:cubicBezTo>
                    <a:cubicBezTo>
                      <a:pt x="636270" y="297180"/>
                      <a:pt x="629920" y="311150"/>
                      <a:pt x="623570" y="314960"/>
                    </a:cubicBezTo>
                    <a:cubicBezTo>
                      <a:pt x="615950" y="321310"/>
                      <a:pt x="595630" y="322580"/>
                      <a:pt x="588010" y="317500"/>
                    </a:cubicBezTo>
                    <a:cubicBezTo>
                      <a:pt x="580390" y="311150"/>
                      <a:pt x="574040" y="292100"/>
                      <a:pt x="576580" y="283210"/>
                    </a:cubicBezTo>
                    <a:cubicBezTo>
                      <a:pt x="579120" y="275590"/>
                      <a:pt x="589280" y="265430"/>
                      <a:pt x="596900" y="264160"/>
                    </a:cubicBezTo>
                    <a:cubicBezTo>
                      <a:pt x="607060" y="262890"/>
                      <a:pt x="629920" y="276860"/>
                      <a:pt x="633730" y="287020"/>
                    </a:cubicBezTo>
                    <a:cubicBezTo>
                      <a:pt x="636270" y="295910"/>
                      <a:pt x="628650" y="311150"/>
                      <a:pt x="618490" y="318770"/>
                    </a:cubicBezTo>
                    <a:cubicBezTo>
                      <a:pt x="603250" y="330200"/>
                      <a:pt x="567690" y="321310"/>
                      <a:pt x="541020" y="327660"/>
                    </a:cubicBezTo>
                    <a:cubicBezTo>
                      <a:pt x="505460" y="336550"/>
                      <a:pt x="464820" y="361950"/>
                      <a:pt x="426720" y="373380"/>
                    </a:cubicBezTo>
                    <a:cubicBezTo>
                      <a:pt x="388620" y="384810"/>
                      <a:pt x="350520" y="392430"/>
                      <a:pt x="308610" y="396240"/>
                    </a:cubicBezTo>
                    <a:cubicBezTo>
                      <a:pt x="262890" y="400050"/>
                      <a:pt x="195580" y="401320"/>
                      <a:pt x="160020" y="394970"/>
                    </a:cubicBezTo>
                    <a:cubicBezTo>
                      <a:pt x="137160" y="389890"/>
                      <a:pt x="123190" y="386080"/>
                      <a:pt x="106680" y="374650"/>
                    </a:cubicBezTo>
                    <a:cubicBezTo>
                      <a:pt x="85090" y="358140"/>
                      <a:pt x="60960" y="330200"/>
                      <a:pt x="44450" y="299720"/>
                    </a:cubicBezTo>
                    <a:cubicBezTo>
                      <a:pt x="24130" y="260350"/>
                      <a:pt x="10160" y="201930"/>
                      <a:pt x="5080" y="153670"/>
                    </a:cubicBezTo>
                    <a:cubicBezTo>
                      <a:pt x="1270" y="106680"/>
                      <a:pt x="0" y="35560"/>
                      <a:pt x="15240" y="15240"/>
                    </a:cubicBezTo>
                    <a:cubicBezTo>
                      <a:pt x="22860" y="5080"/>
                      <a:pt x="39370" y="0"/>
                      <a:pt x="48260" y="2540"/>
                    </a:cubicBezTo>
                    <a:cubicBezTo>
                      <a:pt x="55880" y="5080"/>
                      <a:pt x="64770" y="26670"/>
                      <a:pt x="64770" y="2667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614678" y="818633"/>
              <a:ext cx="312478" cy="125790"/>
              <a:chOff x="0" y="0"/>
              <a:chExt cx="397510" cy="16002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9530" y="50800"/>
                <a:ext cx="29845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298450" h="80010">
                    <a:moveTo>
                      <a:pt x="30480" y="0"/>
                    </a:moveTo>
                    <a:cubicBezTo>
                      <a:pt x="285750" y="11430"/>
                      <a:pt x="295910" y="24130"/>
                      <a:pt x="297180" y="33020"/>
                    </a:cubicBezTo>
                    <a:cubicBezTo>
                      <a:pt x="298450" y="40640"/>
                      <a:pt x="290830" y="52070"/>
                      <a:pt x="283210" y="55880"/>
                    </a:cubicBezTo>
                    <a:cubicBezTo>
                      <a:pt x="275590" y="59690"/>
                      <a:pt x="256540" y="58420"/>
                      <a:pt x="250190" y="52070"/>
                    </a:cubicBezTo>
                    <a:cubicBezTo>
                      <a:pt x="243840" y="46990"/>
                      <a:pt x="240030" y="35560"/>
                      <a:pt x="241300" y="27940"/>
                    </a:cubicBezTo>
                    <a:cubicBezTo>
                      <a:pt x="243840" y="19050"/>
                      <a:pt x="257810" y="5080"/>
                      <a:pt x="266700" y="3810"/>
                    </a:cubicBezTo>
                    <a:cubicBezTo>
                      <a:pt x="275590" y="2540"/>
                      <a:pt x="293370" y="12700"/>
                      <a:pt x="295910" y="21590"/>
                    </a:cubicBezTo>
                    <a:cubicBezTo>
                      <a:pt x="298450" y="30480"/>
                      <a:pt x="292100" y="49530"/>
                      <a:pt x="278130" y="58420"/>
                    </a:cubicBezTo>
                    <a:cubicBezTo>
                      <a:pt x="243840" y="80010"/>
                      <a:pt x="60960" y="72390"/>
                      <a:pt x="24130" y="52070"/>
                    </a:cubicBezTo>
                    <a:cubicBezTo>
                      <a:pt x="8890" y="44450"/>
                      <a:pt x="0" y="27940"/>
                      <a:pt x="1270" y="20320"/>
                    </a:cubicBezTo>
                    <a:cubicBezTo>
                      <a:pt x="2540" y="11430"/>
                      <a:pt x="30480" y="0"/>
                      <a:pt x="30480" y="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814345" y="698833"/>
              <a:ext cx="568051" cy="375373"/>
              <a:chOff x="0" y="0"/>
              <a:chExt cx="722630" cy="47752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9530" y="35560"/>
                <a:ext cx="637540" cy="392430"/>
              </a:xfrm>
              <a:custGeom>
                <a:avLst/>
                <a:gdLst/>
                <a:ahLst/>
                <a:cxnLst/>
                <a:rect l="l" t="t" r="r" b="b"/>
                <a:pathLst>
                  <a:path w="637540" h="392430">
                    <a:moveTo>
                      <a:pt x="26670" y="46990"/>
                    </a:moveTo>
                    <a:cubicBezTo>
                      <a:pt x="350520" y="11430"/>
                      <a:pt x="483870" y="0"/>
                      <a:pt x="538480" y="21590"/>
                    </a:cubicBezTo>
                    <a:cubicBezTo>
                      <a:pt x="565150" y="31750"/>
                      <a:pt x="577850" y="49530"/>
                      <a:pt x="589280" y="68580"/>
                    </a:cubicBezTo>
                    <a:cubicBezTo>
                      <a:pt x="600710" y="86360"/>
                      <a:pt x="604520" y="100330"/>
                      <a:pt x="609600" y="127000"/>
                    </a:cubicBezTo>
                    <a:cubicBezTo>
                      <a:pt x="619760" y="180340"/>
                      <a:pt x="637540" y="331470"/>
                      <a:pt x="621030" y="368300"/>
                    </a:cubicBezTo>
                    <a:cubicBezTo>
                      <a:pt x="614680" y="382270"/>
                      <a:pt x="603250" y="389890"/>
                      <a:pt x="594360" y="391160"/>
                    </a:cubicBezTo>
                    <a:cubicBezTo>
                      <a:pt x="584200" y="391160"/>
                      <a:pt x="567690" y="379730"/>
                      <a:pt x="563880" y="370840"/>
                    </a:cubicBezTo>
                    <a:cubicBezTo>
                      <a:pt x="561340" y="363220"/>
                      <a:pt x="563880" y="349250"/>
                      <a:pt x="568960" y="342900"/>
                    </a:cubicBezTo>
                    <a:cubicBezTo>
                      <a:pt x="575310" y="336550"/>
                      <a:pt x="594360" y="331470"/>
                      <a:pt x="603250" y="334010"/>
                    </a:cubicBezTo>
                    <a:cubicBezTo>
                      <a:pt x="612140" y="336550"/>
                      <a:pt x="621030" y="346710"/>
                      <a:pt x="621030" y="354330"/>
                    </a:cubicBezTo>
                    <a:cubicBezTo>
                      <a:pt x="622300" y="364490"/>
                      <a:pt x="607060" y="388620"/>
                      <a:pt x="596900" y="389890"/>
                    </a:cubicBezTo>
                    <a:cubicBezTo>
                      <a:pt x="588010" y="392430"/>
                      <a:pt x="574040" y="386080"/>
                      <a:pt x="565150" y="373380"/>
                    </a:cubicBezTo>
                    <a:cubicBezTo>
                      <a:pt x="543560" y="339090"/>
                      <a:pt x="566420" y="166370"/>
                      <a:pt x="547370" y="118110"/>
                    </a:cubicBezTo>
                    <a:cubicBezTo>
                      <a:pt x="538480" y="93980"/>
                      <a:pt x="532130" y="82550"/>
                      <a:pt x="510540" y="72390"/>
                    </a:cubicBezTo>
                    <a:cubicBezTo>
                      <a:pt x="464820" y="50800"/>
                      <a:pt x="327660" y="67310"/>
                      <a:pt x="242570" y="72390"/>
                    </a:cubicBezTo>
                    <a:cubicBezTo>
                      <a:pt x="166370" y="77470"/>
                      <a:pt x="62230" y="111760"/>
                      <a:pt x="26670" y="99060"/>
                    </a:cubicBezTo>
                    <a:cubicBezTo>
                      <a:pt x="11430" y="92710"/>
                      <a:pt x="0" y="78740"/>
                      <a:pt x="1270" y="69850"/>
                    </a:cubicBezTo>
                    <a:cubicBezTo>
                      <a:pt x="1270" y="60960"/>
                      <a:pt x="26670" y="46990"/>
                      <a:pt x="26670" y="4699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1285558" y="735771"/>
              <a:ext cx="321463" cy="193677"/>
              <a:chOff x="0" y="0"/>
              <a:chExt cx="408940" cy="2463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49530" y="49530"/>
                <a:ext cx="311150" cy="15494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154940">
                    <a:moveTo>
                      <a:pt x="27940" y="95250"/>
                    </a:moveTo>
                    <a:cubicBezTo>
                      <a:pt x="137160" y="77470"/>
                      <a:pt x="248920" y="0"/>
                      <a:pt x="281940" y="1270"/>
                    </a:cubicBezTo>
                    <a:cubicBezTo>
                      <a:pt x="293370" y="1270"/>
                      <a:pt x="300990" y="7620"/>
                      <a:pt x="304800" y="13970"/>
                    </a:cubicBezTo>
                    <a:cubicBezTo>
                      <a:pt x="309880" y="20320"/>
                      <a:pt x="311150" y="33020"/>
                      <a:pt x="307340" y="39370"/>
                    </a:cubicBezTo>
                    <a:cubicBezTo>
                      <a:pt x="304800" y="46990"/>
                      <a:pt x="294640" y="55880"/>
                      <a:pt x="287020" y="57150"/>
                    </a:cubicBezTo>
                    <a:cubicBezTo>
                      <a:pt x="278130" y="57150"/>
                      <a:pt x="260350" y="49530"/>
                      <a:pt x="256540" y="41910"/>
                    </a:cubicBezTo>
                    <a:cubicBezTo>
                      <a:pt x="252730" y="33020"/>
                      <a:pt x="256540" y="13970"/>
                      <a:pt x="262890" y="7620"/>
                    </a:cubicBezTo>
                    <a:cubicBezTo>
                      <a:pt x="267970" y="2540"/>
                      <a:pt x="280670" y="0"/>
                      <a:pt x="288290" y="1270"/>
                    </a:cubicBezTo>
                    <a:cubicBezTo>
                      <a:pt x="295910" y="3810"/>
                      <a:pt x="306070" y="11430"/>
                      <a:pt x="308610" y="19050"/>
                    </a:cubicBezTo>
                    <a:cubicBezTo>
                      <a:pt x="311150" y="27940"/>
                      <a:pt x="307340" y="40640"/>
                      <a:pt x="298450" y="52070"/>
                    </a:cubicBezTo>
                    <a:cubicBezTo>
                      <a:pt x="275590" y="78740"/>
                      <a:pt x="176530" y="123190"/>
                      <a:pt x="124460" y="137160"/>
                    </a:cubicBezTo>
                    <a:cubicBezTo>
                      <a:pt x="85090" y="147320"/>
                      <a:pt x="34290" y="154940"/>
                      <a:pt x="15240" y="144780"/>
                    </a:cubicBezTo>
                    <a:cubicBezTo>
                      <a:pt x="6350" y="139700"/>
                      <a:pt x="0" y="125730"/>
                      <a:pt x="1270" y="118110"/>
                    </a:cubicBezTo>
                    <a:cubicBezTo>
                      <a:pt x="3810" y="109220"/>
                      <a:pt x="27940" y="95250"/>
                      <a:pt x="27940" y="9525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3698" y="754739"/>
              <a:ext cx="230615" cy="197670"/>
              <a:chOff x="0" y="0"/>
              <a:chExt cx="293370" cy="2514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45720" y="49530"/>
                <a:ext cx="200660" cy="151130"/>
              </a:xfrm>
              <a:custGeom>
                <a:avLst/>
                <a:gdLst/>
                <a:ahLst/>
                <a:cxnLst/>
                <a:rect l="l" t="t" r="r" b="b"/>
                <a:pathLst>
                  <a:path w="200660" h="151130">
                    <a:moveTo>
                      <a:pt x="165100" y="151130"/>
                    </a:moveTo>
                    <a:cubicBezTo>
                      <a:pt x="68580" y="105410"/>
                      <a:pt x="19050" y="68580"/>
                      <a:pt x="7620" y="45720"/>
                    </a:cubicBezTo>
                    <a:cubicBezTo>
                      <a:pt x="1270" y="34290"/>
                      <a:pt x="0" y="19050"/>
                      <a:pt x="5080" y="12700"/>
                    </a:cubicBezTo>
                    <a:cubicBezTo>
                      <a:pt x="10160" y="5080"/>
                      <a:pt x="29210" y="0"/>
                      <a:pt x="36830" y="1270"/>
                    </a:cubicBezTo>
                    <a:cubicBezTo>
                      <a:pt x="44450" y="3810"/>
                      <a:pt x="53340" y="12700"/>
                      <a:pt x="55880" y="20320"/>
                    </a:cubicBezTo>
                    <a:cubicBezTo>
                      <a:pt x="57150" y="27940"/>
                      <a:pt x="55880" y="40640"/>
                      <a:pt x="49530" y="45720"/>
                    </a:cubicBezTo>
                    <a:cubicBezTo>
                      <a:pt x="41910" y="52070"/>
                      <a:pt x="16510" y="54610"/>
                      <a:pt x="8890" y="48260"/>
                    </a:cubicBezTo>
                    <a:cubicBezTo>
                      <a:pt x="2540" y="41910"/>
                      <a:pt x="2540" y="15240"/>
                      <a:pt x="8890" y="7620"/>
                    </a:cubicBezTo>
                    <a:cubicBezTo>
                      <a:pt x="15240" y="1270"/>
                      <a:pt x="30480" y="0"/>
                      <a:pt x="43180" y="3810"/>
                    </a:cubicBezTo>
                    <a:cubicBezTo>
                      <a:pt x="67310" y="11430"/>
                      <a:pt x="105410" y="64770"/>
                      <a:pt x="133350" y="82550"/>
                    </a:cubicBezTo>
                    <a:cubicBezTo>
                      <a:pt x="153670" y="95250"/>
                      <a:pt x="182880" y="95250"/>
                      <a:pt x="191770" y="107950"/>
                    </a:cubicBezTo>
                    <a:cubicBezTo>
                      <a:pt x="198120" y="115570"/>
                      <a:pt x="200660" y="129540"/>
                      <a:pt x="196850" y="137160"/>
                    </a:cubicBezTo>
                    <a:cubicBezTo>
                      <a:pt x="191770" y="144780"/>
                      <a:pt x="165100" y="151130"/>
                      <a:pt x="165100" y="15113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169422" y="718800"/>
              <a:ext cx="541096" cy="359400"/>
              <a:chOff x="0" y="0"/>
              <a:chExt cx="688340" cy="4572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50800" y="38100"/>
                <a:ext cx="598170" cy="370840"/>
              </a:xfrm>
              <a:custGeom>
                <a:avLst/>
                <a:gdLst/>
                <a:ahLst/>
                <a:cxnLst/>
                <a:rect l="l" t="t" r="r" b="b"/>
                <a:pathLst>
                  <a:path w="598170" h="370840">
                    <a:moveTo>
                      <a:pt x="21590" y="30480"/>
                    </a:moveTo>
                    <a:cubicBezTo>
                      <a:pt x="334010" y="10160"/>
                      <a:pt x="474980" y="0"/>
                      <a:pt x="515620" y="16510"/>
                    </a:cubicBezTo>
                    <a:cubicBezTo>
                      <a:pt x="530860" y="22860"/>
                      <a:pt x="533400" y="29210"/>
                      <a:pt x="541020" y="40640"/>
                    </a:cubicBezTo>
                    <a:cubicBezTo>
                      <a:pt x="553720" y="59690"/>
                      <a:pt x="568960" y="90170"/>
                      <a:pt x="576580" y="125730"/>
                    </a:cubicBezTo>
                    <a:cubicBezTo>
                      <a:pt x="588010" y="180340"/>
                      <a:pt x="598170" y="302260"/>
                      <a:pt x="586740" y="339090"/>
                    </a:cubicBezTo>
                    <a:cubicBezTo>
                      <a:pt x="581660" y="354330"/>
                      <a:pt x="574040" y="364490"/>
                      <a:pt x="565150" y="367030"/>
                    </a:cubicBezTo>
                    <a:cubicBezTo>
                      <a:pt x="557530" y="370840"/>
                      <a:pt x="544830" y="367030"/>
                      <a:pt x="538480" y="361950"/>
                    </a:cubicBezTo>
                    <a:cubicBezTo>
                      <a:pt x="532130" y="355600"/>
                      <a:pt x="527050" y="344170"/>
                      <a:pt x="528320" y="335280"/>
                    </a:cubicBezTo>
                    <a:cubicBezTo>
                      <a:pt x="528320" y="327660"/>
                      <a:pt x="535940" y="316230"/>
                      <a:pt x="543560" y="312420"/>
                    </a:cubicBezTo>
                    <a:cubicBezTo>
                      <a:pt x="551180" y="308610"/>
                      <a:pt x="563880" y="308610"/>
                      <a:pt x="571500" y="312420"/>
                    </a:cubicBezTo>
                    <a:cubicBezTo>
                      <a:pt x="577850" y="316230"/>
                      <a:pt x="585470" y="327660"/>
                      <a:pt x="586740" y="335280"/>
                    </a:cubicBezTo>
                    <a:cubicBezTo>
                      <a:pt x="588010" y="344170"/>
                      <a:pt x="582930" y="355600"/>
                      <a:pt x="576580" y="361950"/>
                    </a:cubicBezTo>
                    <a:cubicBezTo>
                      <a:pt x="570230" y="367030"/>
                      <a:pt x="557530" y="369570"/>
                      <a:pt x="549910" y="367030"/>
                    </a:cubicBezTo>
                    <a:cubicBezTo>
                      <a:pt x="541020" y="365760"/>
                      <a:pt x="534670" y="359410"/>
                      <a:pt x="529590" y="347980"/>
                    </a:cubicBezTo>
                    <a:cubicBezTo>
                      <a:pt x="514350" y="314960"/>
                      <a:pt x="538480" y="166370"/>
                      <a:pt x="520700" y="118110"/>
                    </a:cubicBezTo>
                    <a:cubicBezTo>
                      <a:pt x="511810" y="92710"/>
                      <a:pt x="505460" y="78740"/>
                      <a:pt x="480060" y="67310"/>
                    </a:cubicBezTo>
                    <a:cubicBezTo>
                      <a:pt x="412750" y="35560"/>
                      <a:pt x="80010" y="104140"/>
                      <a:pt x="24130" y="82550"/>
                    </a:cubicBezTo>
                    <a:cubicBezTo>
                      <a:pt x="8890" y="76200"/>
                      <a:pt x="0" y="66040"/>
                      <a:pt x="0" y="57150"/>
                    </a:cubicBezTo>
                    <a:cubicBezTo>
                      <a:pt x="0" y="48260"/>
                      <a:pt x="21590" y="30480"/>
                      <a:pt x="21590" y="3048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809353" y="723791"/>
              <a:ext cx="550081" cy="392345"/>
              <a:chOff x="0" y="0"/>
              <a:chExt cx="699770" cy="49911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33020" y="49530"/>
                <a:ext cx="615950" cy="425450"/>
              </a:xfrm>
              <a:custGeom>
                <a:avLst/>
                <a:gdLst/>
                <a:ahLst/>
                <a:cxnLst/>
                <a:rect l="l" t="t" r="r" b="b"/>
                <a:pathLst>
                  <a:path w="615950" h="425450">
                    <a:moveTo>
                      <a:pt x="69850" y="22860"/>
                    </a:moveTo>
                    <a:cubicBezTo>
                      <a:pt x="82550" y="323850"/>
                      <a:pt x="82550" y="331470"/>
                      <a:pt x="96520" y="339090"/>
                    </a:cubicBezTo>
                    <a:cubicBezTo>
                      <a:pt x="148590" y="368300"/>
                      <a:pt x="523240" y="294640"/>
                      <a:pt x="586740" y="321310"/>
                    </a:cubicBezTo>
                    <a:cubicBezTo>
                      <a:pt x="604520" y="327660"/>
                      <a:pt x="615950" y="341630"/>
                      <a:pt x="615950" y="351790"/>
                    </a:cubicBezTo>
                    <a:cubicBezTo>
                      <a:pt x="614680" y="361950"/>
                      <a:pt x="593090" y="378460"/>
                      <a:pt x="582930" y="379730"/>
                    </a:cubicBezTo>
                    <a:cubicBezTo>
                      <a:pt x="575310" y="379730"/>
                      <a:pt x="563880" y="370840"/>
                      <a:pt x="560070" y="363220"/>
                    </a:cubicBezTo>
                    <a:cubicBezTo>
                      <a:pt x="556260" y="355600"/>
                      <a:pt x="560070" y="335280"/>
                      <a:pt x="566420" y="328930"/>
                    </a:cubicBezTo>
                    <a:cubicBezTo>
                      <a:pt x="571500" y="322580"/>
                      <a:pt x="585470" y="318770"/>
                      <a:pt x="593090" y="321310"/>
                    </a:cubicBezTo>
                    <a:cubicBezTo>
                      <a:pt x="601980" y="323850"/>
                      <a:pt x="615950" y="339090"/>
                      <a:pt x="615950" y="347980"/>
                    </a:cubicBezTo>
                    <a:cubicBezTo>
                      <a:pt x="615950" y="358140"/>
                      <a:pt x="604520" y="370840"/>
                      <a:pt x="586740" y="379730"/>
                    </a:cubicBezTo>
                    <a:cubicBezTo>
                      <a:pt x="521970" y="408940"/>
                      <a:pt x="151130" y="425450"/>
                      <a:pt x="80010" y="397510"/>
                    </a:cubicBezTo>
                    <a:cubicBezTo>
                      <a:pt x="57150" y="388620"/>
                      <a:pt x="52070" y="374650"/>
                      <a:pt x="41910" y="360680"/>
                    </a:cubicBezTo>
                    <a:cubicBezTo>
                      <a:pt x="31750" y="345440"/>
                      <a:pt x="25400" y="332740"/>
                      <a:pt x="21590" y="307340"/>
                    </a:cubicBezTo>
                    <a:cubicBezTo>
                      <a:pt x="10160" y="251460"/>
                      <a:pt x="0" y="64770"/>
                      <a:pt x="17780" y="24130"/>
                    </a:cubicBezTo>
                    <a:cubicBezTo>
                      <a:pt x="24130" y="10160"/>
                      <a:pt x="34290" y="1270"/>
                      <a:pt x="43180" y="1270"/>
                    </a:cubicBezTo>
                    <a:cubicBezTo>
                      <a:pt x="52070" y="0"/>
                      <a:pt x="69850" y="22860"/>
                      <a:pt x="69850" y="22860"/>
                    </a:cubicBezTo>
                  </a:path>
                </a:pathLst>
              </a:custGeom>
              <a:solidFill>
                <a:srgbClr val="FFA0F9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46" name="Group 46"/>
          <p:cNvGrpSpPr/>
          <p:nvPr/>
        </p:nvGrpSpPr>
        <p:grpSpPr>
          <a:xfrm>
            <a:off x="1439394" y="3765696"/>
            <a:ext cx="1329511" cy="1329511"/>
            <a:chOff x="0" y="0"/>
            <a:chExt cx="1772682" cy="1772682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1772682" cy="1772682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60"/>
                  </a:lnSpc>
                </a:pPr>
                <a:r>
                  <a:rPr lang="en-US" sz="2200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347700" y="566153"/>
              <a:ext cx="400961" cy="393715"/>
              <a:chOff x="0" y="0"/>
              <a:chExt cx="210820" cy="20701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2" name="Group 52"/>
            <p:cNvGrpSpPr/>
            <p:nvPr/>
          </p:nvGrpSpPr>
          <p:grpSpPr>
            <a:xfrm>
              <a:off x="975712" y="570984"/>
              <a:ext cx="403377" cy="379222"/>
              <a:chOff x="0" y="0"/>
              <a:chExt cx="212090" cy="19939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509534" y="856004"/>
              <a:ext cx="693228" cy="429947"/>
              <a:chOff x="0" y="0"/>
              <a:chExt cx="364490" cy="2260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118234" y="730402"/>
              <a:ext cx="461347" cy="396131"/>
              <a:chOff x="0" y="0"/>
              <a:chExt cx="242570" cy="20828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1171362" y="713494"/>
              <a:ext cx="483086" cy="425116"/>
              <a:chOff x="0" y="0"/>
              <a:chExt cx="254000" cy="22352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id="60" name="TextBox 60"/>
          <p:cNvSpPr txBox="1"/>
          <p:nvPr/>
        </p:nvSpPr>
        <p:spPr>
          <a:xfrm>
            <a:off x="2344683" y="538824"/>
            <a:ext cx="7332757" cy="84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569"/>
              </a:lnSpc>
              <a:spcBef>
                <a:spcPct val="0"/>
              </a:spcBef>
            </a:pPr>
            <a:r>
              <a:rPr lang="en-US" sz="5474">
                <a:solidFill>
                  <a:srgbClr val="003EA8"/>
                </a:solidFill>
                <a:ea typeface="Arita Dotum Bold"/>
              </a:rPr>
              <a:t>자체 평가 의견 및 느낀점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73982" y="4471441"/>
            <a:ext cx="13014283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초반에는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데이터가 의외로 적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다고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생각이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들었지만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, </a:t>
            </a:r>
            <a:r>
              <a:rPr lang="ko-KR" altLang="en-US" sz="2200">
                <a:solidFill>
                  <a:srgbClr val="003EA8"/>
                </a:solidFill>
                <a:latin typeface="Arita Dotum Bold"/>
                <a:ea typeface="Arita Dotum Bold"/>
              </a:rPr>
              <a:t>추가 및 저장하며</a:t>
            </a:r>
            <a:r>
              <a:rPr lang="en-US" altLang="ko-KR" sz="220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수집한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자료를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모아보니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만족스</a:t>
            </a:r>
            <a:r>
              <a:rPr lang="ko-KR" altLang="en-US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러웠다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873982" y="2396393"/>
            <a:ext cx="1301428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64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실시간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자료라서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시작이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어려웠지만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하다보니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이후에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표나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그래</a:t>
            </a:r>
            <a:r>
              <a:rPr lang="ko-KR" altLang="en-US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프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를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그리는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것에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활용도가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높을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것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같아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기대된다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873982" y="8489489"/>
            <a:ext cx="13014283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40"/>
              </a:lnSpc>
              <a:spcBef>
                <a:spcPct val="0"/>
              </a:spcBef>
            </a:pP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자료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받을때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코드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의 잦은 문제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때문에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 </a:t>
            </a:r>
            <a:r>
              <a:rPr lang="en-US" altLang="ko-KR" sz="2200" dirty="0" err="1">
                <a:solidFill>
                  <a:srgbClr val="003EA8"/>
                </a:solidFill>
                <a:latin typeface="Arita Dotum Bold"/>
                <a:ea typeface="Arita Dotum Bold"/>
              </a:rPr>
              <a:t>힘들었</a:t>
            </a:r>
            <a:r>
              <a:rPr lang="ko-KR" altLang="en-US" sz="2200" dirty="0">
                <a:solidFill>
                  <a:srgbClr val="003EA8"/>
                </a:solidFill>
                <a:latin typeface="Arita Dotum Bold"/>
                <a:ea typeface="Arita Dotum Bold"/>
              </a:rPr>
              <a:t>지만 문제 해결 후에는 만족스러웠다</a:t>
            </a:r>
            <a:r>
              <a:rPr lang="en-US" altLang="ko-KR" sz="2200" dirty="0">
                <a:solidFill>
                  <a:srgbClr val="003EA8"/>
                </a:solidFill>
                <a:latin typeface="Arita Dotum Bold"/>
                <a:ea typeface="Arita Dotum Bold"/>
              </a:rPr>
              <a:t>.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7319010" y="3890010"/>
            <a:ext cx="85725" cy="82868"/>
            <a:chOff x="0" y="0"/>
            <a:chExt cx="114300" cy="110490"/>
          </a:xfrm>
        </p:grpSpPr>
        <p:sp>
          <p:nvSpPr>
            <p:cNvPr id="65" name="Freeform 65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6E5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1439394" y="1354468"/>
            <a:ext cx="1571574" cy="1739309"/>
            <a:chOff x="0" y="0"/>
            <a:chExt cx="2095432" cy="2319079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585314"/>
              <a:ext cx="1793550" cy="1733765"/>
              <a:chOff x="0" y="0"/>
              <a:chExt cx="812800" cy="785707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812800" cy="78570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85707">
                    <a:moveTo>
                      <a:pt x="406400" y="0"/>
                    </a:moveTo>
                    <a:cubicBezTo>
                      <a:pt x="181951" y="0"/>
                      <a:pt x="0" y="175886"/>
                      <a:pt x="0" y="392853"/>
                    </a:cubicBezTo>
                    <a:cubicBezTo>
                      <a:pt x="0" y="609820"/>
                      <a:pt x="181951" y="785707"/>
                      <a:pt x="406400" y="785707"/>
                    </a:cubicBezTo>
                    <a:cubicBezTo>
                      <a:pt x="630849" y="785707"/>
                      <a:pt x="812800" y="609820"/>
                      <a:pt x="812800" y="392853"/>
                    </a:cubicBezTo>
                    <a:cubicBezTo>
                      <a:pt x="812800" y="17588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6200" y="45085"/>
                <a:ext cx="660400" cy="6669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351793" y="1158132"/>
              <a:ext cx="405681" cy="398350"/>
              <a:chOff x="0" y="0"/>
              <a:chExt cx="210820" cy="20701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72" name="Group 72"/>
            <p:cNvGrpSpPr/>
            <p:nvPr/>
          </p:nvGrpSpPr>
          <p:grpSpPr>
            <a:xfrm>
              <a:off x="987198" y="1163019"/>
              <a:ext cx="408125" cy="383687"/>
              <a:chOff x="0" y="0"/>
              <a:chExt cx="212090" cy="19939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74" name="Group 74"/>
            <p:cNvGrpSpPr/>
            <p:nvPr/>
          </p:nvGrpSpPr>
          <p:grpSpPr>
            <a:xfrm>
              <a:off x="515532" y="1451395"/>
              <a:ext cx="701389" cy="435008"/>
              <a:chOff x="0" y="0"/>
              <a:chExt cx="364490" cy="2260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44450" y="49530"/>
                <a:ext cx="274320" cy="129540"/>
              </a:xfrm>
              <a:custGeom>
                <a:avLst/>
                <a:gdLst/>
                <a:ahLst/>
                <a:cxnLst/>
                <a:rect l="l" t="t" r="r" b="b"/>
                <a:pathLst>
                  <a:path w="274320" h="129540">
                    <a:moveTo>
                      <a:pt x="19050" y="8890"/>
                    </a:moveTo>
                    <a:cubicBezTo>
                      <a:pt x="24130" y="69850"/>
                      <a:pt x="34290" y="86360"/>
                      <a:pt x="50800" y="95250"/>
                    </a:cubicBezTo>
                    <a:cubicBezTo>
                      <a:pt x="73660" y="109220"/>
                      <a:pt x="123190" y="115570"/>
                      <a:pt x="154940" y="111760"/>
                    </a:cubicBezTo>
                    <a:cubicBezTo>
                      <a:pt x="184150" y="109220"/>
                      <a:pt x="218440" y="99060"/>
                      <a:pt x="234950" y="80010"/>
                    </a:cubicBezTo>
                    <a:cubicBezTo>
                      <a:pt x="251460" y="62230"/>
                      <a:pt x="246380" y="7620"/>
                      <a:pt x="255270" y="1270"/>
                    </a:cubicBezTo>
                    <a:cubicBezTo>
                      <a:pt x="259080" y="0"/>
                      <a:pt x="266700" y="1270"/>
                      <a:pt x="269240" y="5080"/>
                    </a:cubicBezTo>
                    <a:cubicBezTo>
                      <a:pt x="274320" y="13970"/>
                      <a:pt x="260350" y="71120"/>
                      <a:pt x="241300" y="90170"/>
                    </a:cubicBezTo>
                    <a:cubicBezTo>
                      <a:pt x="223520" y="110490"/>
                      <a:pt x="186690" y="121920"/>
                      <a:pt x="156210" y="125730"/>
                    </a:cubicBezTo>
                    <a:cubicBezTo>
                      <a:pt x="123190" y="129540"/>
                      <a:pt x="76200" y="125730"/>
                      <a:pt x="49530" y="110490"/>
                    </a:cubicBezTo>
                    <a:cubicBezTo>
                      <a:pt x="29210" y="99060"/>
                      <a:pt x="12700" y="74930"/>
                      <a:pt x="6350" y="55880"/>
                    </a:cubicBezTo>
                    <a:cubicBezTo>
                      <a:pt x="0" y="40640"/>
                      <a:pt x="1270" y="11430"/>
                      <a:pt x="6350" y="6350"/>
                    </a:cubicBezTo>
                    <a:cubicBezTo>
                      <a:pt x="8890" y="5080"/>
                      <a:pt x="19050" y="8890"/>
                      <a:pt x="19050" y="88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76" name="Group 76"/>
            <p:cNvGrpSpPr/>
            <p:nvPr/>
          </p:nvGrpSpPr>
          <p:grpSpPr>
            <a:xfrm>
              <a:off x="119626" y="1324314"/>
              <a:ext cx="466778" cy="400794"/>
              <a:chOff x="0" y="0"/>
              <a:chExt cx="242570" cy="20828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78" name="Group 78"/>
            <p:cNvGrpSpPr/>
            <p:nvPr/>
          </p:nvGrpSpPr>
          <p:grpSpPr>
            <a:xfrm>
              <a:off x="1185151" y="1307207"/>
              <a:ext cx="488773" cy="430120"/>
              <a:chOff x="0" y="0"/>
              <a:chExt cx="254000" cy="22352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0" name="Group 80"/>
            <p:cNvGrpSpPr/>
            <p:nvPr/>
          </p:nvGrpSpPr>
          <p:grpSpPr>
            <a:xfrm>
              <a:off x="1055945" y="167784"/>
              <a:ext cx="668242" cy="498530"/>
              <a:chOff x="0" y="0"/>
              <a:chExt cx="880110" cy="65659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49530" y="48260"/>
                <a:ext cx="784860" cy="557530"/>
              </a:xfrm>
              <a:custGeom>
                <a:avLst/>
                <a:gdLst/>
                <a:ahLst/>
                <a:cxnLst/>
                <a:rect l="l" t="t" r="r" b="b"/>
                <a:pathLst>
                  <a:path w="784860" h="557530">
                    <a:moveTo>
                      <a:pt x="10160" y="467360"/>
                    </a:moveTo>
                    <a:cubicBezTo>
                      <a:pt x="302260" y="35560"/>
                      <a:pt x="307340" y="29210"/>
                      <a:pt x="318770" y="20320"/>
                    </a:cubicBezTo>
                    <a:cubicBezTo>
                      <a:pt x="331470" y="11430"/>
                      <a:pt x="346710" y="0"/>
                      <a:pt x="361950" y="2540"/>
                    </a:cubicBezTo>
                    <a:cubicBezTo>
                      <a:pt x="381000" y="5080"/>
                      <a:pt x="411480" y="33020"/>
                      <a:pt x="420370" y="50800"/>
                    </a:cubicBezTo>
                    <a:cubicBezTo>
                      <a:pt x="426720" y="66040"/>
                      <a:pt x="421640" y="77470"/>
                      <a:pt x="421640" y="97790"/>
                    </a:cubicBezTo>
                    <a:cubicBezTo>
                      <a:pt x="422910" y="140970"/>
                      <a:pt x="444500" y="276860"/>
                      <a:pt x="422910" y="299720"/>
                    </a:cubicBezTo>
                    <a:cubicBezTo>
                      <a:pt x="411480" y="309880"/>
                      <a:pt x="374650" y="303530"/>
                      <a:pt x="373380" y="299720"/>
                    </a:cubicBezTo>
                    <a:cubicBezTo>
                      <a:pt x="370840" y="289560"/>
                      <a:pt x="532130" y="222250"/>
                      <a:pt x="590550" y="204470"/>
                    </a:cubicBezTo>
                    <a:cubicBezTo>
                      <a:pt x="627380" y="194310"/>
                      <a:pt x="656590" y="185420"/>
                      <a:pt x="684530" y="189230"/>
                    </a:cubicBezTo>
                    <a:cubicBezTo>
                      <a:pt x="708660" y="191770"/>
                      <a:pt x="731520" y="199390"/>
                      <a:pt x="746760" y="217170"/>
                    </a:cubicBezTo>
                    <a:cubicBezTo>
                      <a:pt x="767080" y="240030"/>
                      <a:pt x="775970" y="287020"/>
                      <a:pt x="779780" y="331470"/>
                    </a:cubicBezTo>
                    <a:cubicBezTo>
                      <a:pt x="784860" y="389890"/>
                      <a:pt x="777240" y="505460"/>
                      <a:pt x="759460" y="535940"/>
                    </a:cubicBezTo>
                    <a:cubicBezTo>
                      <a:pt x="751840" y="548640"/>
                      <a:pt x="741680" y="552450"/>
                      <a:pt x="731520" y="554990"/>
                    </a:cubicBezTo>
                    <a:cubicBezTo>
                      <a:pt x="721360" y="557530"/>
                      <a:pt x="708660" y="557530"/>
                      <a:pt x="698500" y="552450"/>
                    </a:cubicBezTo>
                    <a:cubicBezTo>
                      <a:pt x="685800" y="547370"/>
                      <a:pt x="670560" y="528320"/>
                      <a:pt x="666750" y="515620"/>
                    </a:cubicBezTo>
                    <a:cubicBezTo>
                      <a:pt x="662940" y="504190"/>
                      <a:pt x="664210" y="491490"/>
                      <a:pt x="670560" y="482600"/>
                    </a:cubicBezTo>
                    <a:cubicBezTo>
                      <a:pt x="676910" y="469900"/>
                      <a:pt x="694690" y="454660"/>
                      <a:pt x="708660" y="452120"/>
                    </a:cubicBezTo>
                    <a:cubicBezTo>
                      <a:pt x="723900" y="449580"/>
                      <a:pt x="745490" y="457200"/>
                      <a:pt x="755650" y="468630"/>
                    </a:cubicBezTo>
                    <a:cubicBezTo>
                      <a:pt x="765810" y="478790"/>
                      <a:pt x="770890" y="501650"/>
                      <a:pt x="768350" y="515620"/>
                    </a:cubicBezTo>
                    <a:cubicBezTo>
                      <a:pt x="767080" y="527050"/>
                      <a:pt x="759460" y="537210"/>
                      <a:pt x="751840" y="543560"/>
                    </a:cubicBezTo>
                    <a:cubicBezTo>
                      <a:pt x="742950" y="551180"/>
                      <a:pt x="730250" y="556260"/>
                      <a:pt x="720090" y="556260"/>
                    </a:cubicBezTo>
                    <a:cubicBezTo>
                      <a:pt x="709930" y="557530"/>
                      <a:pt x="697230" y="553720"/>
                      <a:pt x="688340" y="547370"/>
                    </a:cubicBezTo>
                    <a:cubicBezTo>
                      <a:pt x="679450" y="541020"/>
                      <a:pt x="671830" y="534670"/>
                      <a:pt x="668020" y="520700"/>
                    </a:cubicBezTo>
                    <a:cubicBezTo>
                      <a:pt x="656590" y="486410"/>
                      <a:pt x="680720" y="361950"/>
                      <a:pt x="674370" y="318770"/>
                    </a:cubicBezTo>
                    <a:cubicBezTo>
                      <a:pt x="671830" y="298450"/>
                      <a:pt x="656590" y="281940"/>
                      <a:pt x="661670" y="275590"/>
                    </a:cubicBezTo>
                    <a:cubicBezTo>
                      <a:pt x="666750" y="267970"/>
                      <a:pt x="709930" y="273050"/>
                      <a:pt x="711200" y="278130"/>
                    </a:cubicBezTo>
                    <a:cubicBezTo>
                      <a:pt x="712470" y="290830"/>
                      <a:pt x="483870" y="381000"/>
                      <a:pt x="417830" y="391160"/>
                    </a:cubicBezTo>
                    <a:cubicBezTo>
                      <a:pt x="386080" y="396240"/>
                      <a:pt x="361950" y="397510"/>
                      <a:pt x="345440" y="386080"/>
                    </a:cubicBezTo>
                    <a:cubicBezTo>
                      <a:pt x="330200" y="375920"/>
                      <a:pt x="326390" y="354330"/>
                      <a:pt x="321310" y="328930"/>
                    </a:cubicBezTo>
                    <a:cubicBezTo>
                      <a:pt x="312420" y="281940"/>
                      <a:pt x="316230" y="166370"/>
                      <a:pt x="322580" y="121920"/>
                    </a:cubicBezTo>
                    <a:cubicBezTo>
                      <a:pt x="325120" y="99060"/>
                      <a:pt x="325120" y="77470"/>
                      <a:pt x="335280" y="72390"/>
                    </a:cubicBezTo>
                    <a:cubicBezTo>
                      <a:pt x="346710" y="64770"/>
                      <a:pt x="387350" y="76200"/>
                      <a:pt x="391160" y="87630"/>
                    </a:cubicBezTo>
                    <a:cubicBezTo>
                      <a:pt x="396240" y="104140"/>
                      <a:pt x="347980" y="133350"/>
                      <a:pt x="317500" y="172720"/>
                    </a:cubicBezTo>
                    <a:cubicBezTo>
                      <a:pt x="260350" y="248920"/>
                      <a:pt x="125730" y="478790"/>
                      <a:pt x="83820" y="520700"/>
                    </a:cubicBezTo>
                    <a:cubicBezTo>
                      <a:pt x="72390" y="532130"/>
                      <a:pt x="67310" y="537210"/>
                      <a:pt x="57150" y="538480"/>
                    </a:cubicBezTo>
                    <a:cubicBezTo>
                      <a:pt x="45720" y="541020"/>
                      <a:pt x="25400" y="534670"/>
                      <a:pt x="16510" y="527050"/>
                    </a:cubicBezTo>
                    <a:cubicBezTo>
                      <a:pt x="7620" y="520700"/>
                      <a:pt x="2540" y="509270"/>
                      <a:pt x="1270" y="499110"/>
                    </a:cubicBezTo>
                    <a:cubicBezTo>
                      <a:pt x="0" y="488950"/>
                      <a:pt x="10160" y="467360"/>
                      <a:pt x="10160" y="46736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2" name="Group 82"/>
            <p:cNvGrpSpPr/>
            <p:nvPr/>
          </p:nvGrpSpPr>
          <p:grpSpPr>
            <a:xfrm>
              <a:off x="1538082" y="474423"/>
              <a:ext cx="452244" cy="567957"/>
              <a:chOff x="0" y="0"/>
              <a:chExt cx="595630" cy="74803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49530" y="45720"/>
                <a:ext cx="497840" cy="654050"/>
              </a:xfrm>
              <a:custGeom>
                <a:avLst/>
                <a:gdLst/>
                <a:ahLst/>
                <a:cxnLst/>
                <a:rect l="l" t="t" r="r" b="b"/>
                <a:pathLst>
                  <a:path w="497840" h="654050">
                    <a:moveTo>
                      <a:pt x="99060" y="80010"/>
                    </a:moveTo>
                    <a:cubicBezTo>
                      <a:pt x="419100" y="2540"/>
                      <a:pt x="439420" y="0"/>
                      <a:pt x="455930" y="10160"/>
                    </a:cubicBezTo>
                    <a:cubicBezTo>
                      <a:pt x="473710" y="20320"/>
                      <a:pt x="492760" y="41910"/>
                      <a:pt x="494030" y="63500"/>
                    </a:cubicBezTo>
                    <a:cubicBezTo>
                      <a:pt x="497840" y="97790"/>
                      <a:pt x="459740" y="152400"/>
                      <a:pt x="433070" y="195580"/>
                    </a:cubicBezTo>
                    <a:cubicBezTo>
                      <a:pt x="406400" y="241300"/>
                      <a:pt x="369570" y="287020"/>
                      <a:pt x="331470" y="330200"/>
                    </a:cubicBezTo>
                    <a:cubicBezTo>
                      <a:pt x="290830" y="377190"/>
                      <a:pt x="237490" y="415290"/>
                      <a:pt x="198120" y="464820"/>
                    </a:cubicBezTo>
                    <a:cubicBezTo>
                      <a:pt x="157480" y="515620"/>
                      <a:pt x="124460" y="605790"/>
                      <a:pt x="92710" y="632460"/>
                    </a:cubicBezTo>
                    <a:cubicBezTo>
                      <a:pt x="77470" y="646430"/>
                      <a:pt x="62230" y="651510"/>
                      <a:pt x="48260" y="651510"/>
                    </a:cubicBezTo>
                    <a:cubicBezTo>
                      <a:pt x="36830" y="652780"/>
                      <a:pt x="25400" y="646430"/>
                      <a:pt x="17780" y="638810"/>
                    </a:cubicBezTo>
                    <a:cubicBezTo>
                      <a:pt x="10160" y="632460"/>
                      <a:pt x="2540" y="622300"/>
                      <a:pt x="1270" y="610870"/>
                    </a:cubicBezTo>
                    <a:cubicBezTo>
                      <a:pt x="0" y="596900"/>
                      <a:pt x="5080" y="575310"/>
                      <a:pt x="15240" y="565150"/>
                    </a:cubicBezTo>
                    <a:cubicBezTo>
                      <a:pt x="25400" y="554990"/>
                      <a:pt x="46990" y="547370"/>
                      <a:pt x="60960" y="549910"/>
                    </a:cubicBezTo>
                    <a:cubicBezTo>
                      <a:pt x="74930" y="552450"/>
                      <a:pt x="92710" y="567690"/>
                      <a:pt x="99060" y="580390"/>
                    </a:cubicBezTo>
                    <a:cubicBezTo>
                      <a:pt x="104140" y="589280"/>
                      <a:pt x="105410" y="601980"/>
                      <a:pt x="101600" y="612140"/>
                    </a:cubicBezTo>
                    <a:cubicBezTo>
                      <a:pt x="97790" y="624840"/>
                      <a:pt x="83820" y="643890"/>
                      <a:pt x="69850" y="648970"/>
                    </a:cubicBezTo>
                    <a:cubicBezTo>
                      <a:pt x="57150" y="654050"/>
                      <a:pt x="34290" y="648970"/>
                      <a:pt x="22860" y="642620"/>
                    </a:cubicBezTo>
                    <a:cubicBezTo>
                      <a:pt x="12700" y="637540"/>
                      <a:pt x="6350" y="626110"/>
                      <a:pt x="2540" y="615950"/>
                    </a:cubicBezTo>
                    <a:cubicBezTo>
                      <a:pt x="0" y="605790"/>
                      <a:pt x="0" y="595630"/>
                      <a:pt x="3810" y="582930"/>
                    </a:cubicBezTo>
                    <a:cubicBezTo>
                      <a:pt x="7620" y="566420"/>
                      <a:pt x="19050" y="548640"/>
                      <a:pt x="31750" y="527050"/>
                    </a:cubicBezTo>
                    <a:cubicBezTo>
                      <a:pt x="49530" y="497840"/>
                      <a:pt x="74930" y="461010"/>
                      <a:pt x="104140" y="424180"/>
                    </a:cubicBezTo>
                    <a:cubicBezTo>
                      <a:pt x="142240" y="378460"/>
                      <a:pt x="199390" y="331470"/>
                      <a:pt x="245110" y="274320"/>
                    </a:cubicBezTo>
                    <a:cubicBezTo>
                      <a:pt x="297180" y="209550"/>
                      <a:pt x="382270" y="48260"/>
                      <a:pt x="397510" y="52070"/>
                    </a:cubicBezTo>
                    <a:cubicBezTo>
                      <a:pt x="405130" y="54610"/>
                      <a:pt x="410210" y="88900"/>
                      <a:pt x="398780" y="102870"/>
                    </a:cubicBezTo>
                    <a:cubicBezTo>
                      <a:pt x="369570" y="138430"/>
                      <a:pt x="154940" y="182880"/>
                      <a:pt x="105410" y="168910"/>
                    </a:cubicBezTo>
                    <a:cubicBezTo>
                      <a:pt x="85090" y="162560"/>
                      <a:pt x="72390" y="144780"/>
                      <a:pt x="68580" y="132080"/>
                    </a:cubicBezTo>
                    <a:cubicBezTo>
                      <a:pt x="64770" y="121920"/>
                      <a:pt x="68580" y="109220"/>
                      <a:pt x="73660" y="100330"/>
                    </a:cubicBezTo>
                    <a:cubicBezTo>
                      <a:pt x="78740" y="91440"/>
                      <a:pt x="99060" y="80010"/>
                      <a:pt x="99060" y="8001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4" name="Group 84"/>
            <p:cNvGrpSpPr/>
            <p:nvPr/>
          </p:nvGrpSpPr>
          <p:grpSpPr>
            <a:xfrm>
              <a:off x="1033766" y="529386"/>
              <a:ext cx="634492" cy="505280"/>
              <a:chOff x="0" y="0"/>
              <a:chExt cx="835660" cy="66548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49530" y="50800"/>
                <a:ext cx="739140" cy="565150"/>
              </a:xfrm>
              <a:custGeom>
                <a:avLst/>
                <a:gdLst/>
                <a:ahLst/>
                <a:cxnLst/>
                <a:rect l="l" t="t" r="r" b="b"/>
                <a:pathLst>
                  <a:path w="739140" h="565150">
                    <a:moveTo>
                      <a:pt x="53340" y="0"/>
                    </a:moveTo>
                    <a:cubicBezTo>
                      <a:pt x="317500" y="123190"/>
                      <a:pt x="381000" y="168910"/>
                      <a:pt x="439420" y="210820"/>
                    </a:cubicBezTo>
                    <a:cubicBezTo>
                      <a:pt x="492760" y="251460"/>
                      <a:pt x="539750" y="289560"/>
                      <a:pt x="586740" y="335280"/>
                    </a:cubicBezTo>
                    <a:cubicBezTo>
                      <a:pt x="637540" y="382270"/>
                      <a:pt x="717550" y="450850"/>
                      <a:pt x="731520" y="490220"/>
                    </a:cubicBezTo>
                    <a:cubicBezTo>
                      <a:pt x="739140" y="509270"/>
                      <a:pt x="737870" y="525780"/>
                      <a:pt x="730250" y="538480"/>
                    </a:cubicBezTo>
                    <a:cubicBezTo>
                      <a:pt x="723900" y="551180"/>
                      <a:pt x="703580" y="562610"/>
                      <a:pt x="689610" y="563880"/>
                    </a:cubicBezTo>
                    <a:cubicBezTo>
                      <a:pt x="675640" y="565150"/>
                      <a:pt x="655320" y="554990"/>
                      <a:pt x="645160" y="544830"/>
                    </a:cubicBezTo>
                    <a:cubicBezTo>
                      <a:pt x="637540" y="537210"/>
                      <a:pt x="635000" y="524510"/>
                      <a:pt x="635000" y="514350"/>
                    </a:cubicBezTo>
                    <a:cubicBezTo>
                      <a:pt x="633730" y="504190"/>
                      <a:pt x="636270" y="491490"/>
                      <a:pt x="643890" y="482600"/>
                    </a:cubicBezTo>
                    <a:cubicBezTo>
                      <a:pt x="652780" y="472440"/>
                      <a:pt x="674370" y="462280"/>
                      <a:pt x="687070" y="462280"/>
                    </a:cubicBezTo>
                    <a:cubicBezTo>
                      <a:pt x="698500" y="461010"/>
                      <a:pt x="709930" y="466090"/>
                      <a:pt x="717550" y="472440"/>
                    </a:cubicBezTo>
                    <a:cubicBezTo>
                      <a:pt x="726440" y="480060"/>
                      <a:pt x="734060" y="490220"/>
                      <a:pt x="735330" y="500380"/>
                    </a:cubicBezTo>
                    <a:cubicBezTo>
                      <a:pt x="737870" y="514350"/>
                      <a:pt x="734060" y="537210"/>
                      <a:pt x="723900" y="547370"/>
                    </a:cubicBezTo>
                    <a:cubicBezTo>
                      <a:pt x="715010" y="557530"/>
                      <a:pt x="692150" y="565150"/>
                      <a:pt x="679450" y="563880"/>
                    </a:cubicBezTo>
                    <a:cubicBezTo>
                      <a:pt x="668020" y="563880"/>
                      <a:pt x="662940" y="558800"/>
                      <a:pt x="648970" y="549910"/>
                    </a:cubicBezTo>
                    <a:cubicBezTo>
                      <a:pt x="609600" y="520700"/>
                      <a:pt x="508000" y="397510"/>
                      <a:pt x="439420" y="336550"/>
                    </a:cubicBezTo>
                    <a:cubicBezTo>
                      <a:pt x="381000" y="285750"/>
                      <a:pt x="328930" y="247650"/>
                      <a:pt x="269240" y="207010"/>
                    </a:cubicBezTo>
                    <a:cubicBezTo>
                      <a:pt x="207010" y="166370"/>
                      <a:pt x="116840" y="114300"/>
                      <a:pt x="71120" y="96520"/>
                    </a:cubicBezTo>
                    <a:cubicBezTo>
                      <a:pt x="48260" y="87630"/>
                      <a:pt x="29210" y="92710"/>
                      <a:pt x="17780" y="82550"/>
                    </a:cubicBezTo>
                    <a:cubicBezTo>
                      <a:pt x="6350" y="71120"/>
                      <a:pt x="0" y="45720"/>
                      <a:pt x="1270" y="33020"/>
                    </a:cubicBezTo>
                    <a:cubicBezTo>
                      <a:pt x="3810" y="21590"/>
                      <a:pt x="12700" y="12700"/>
                      <a:pt x="21590" y="6350"/>
                    </a:cubicBezTo>
                    <a:cubicBezTo>
                      <a:pt x="30480" y="1270"/>
                      <a:pt x="53340" y="0"/>
                      <a:pt x="53340" y="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6" name="Group 86"/>
            <p:cNvGrpSpPr/>
            <p:nvPr/>
          </p:nvGrpSpPr>
          <p:grpSpPr>
            <a:xfrm>
              <a:off x="1322084" y="0"/>
              <a:ext cx="140784" cy="143677"/>
              <a:chOff x="0" y="0"/>
              <a:chExt cx="185420" cy="18923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88" name="Group 88"/>
            <p:cNvGrpSpPr/>
            <p:nvPr/>
          </p:nvGrpSpPr>
          <p:grpSpPr>
            <a:xfrm>
              <a:off x="1684651" y="131141"/>
              <a:ext cx="140784" cy="143677"/>
              <a:chOff x="0" y="0"/>
              <a:chExt cx="185420" cy="18923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0" name="Group 90"/>
            <p:cNvGrpSpPr/>
            <p:nvPr/>
          </p:nvGrpSpPr>
          <p:grpSpPr>
            <a:xfrm>
              <a:off x="1954648" y="370281"/>
              <a:ext cx="140784" cy="143677"/>
              <a:chOff x="0" y="0"/>
              <a:chExt cx="185420" cy="18923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46990" y="48260"/>
                <a:ext cx="86360" cy="9017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90170">
                    <a:moveTo>
                      <a:pt x="86360" y="31750"/>
                    </a:moveTo>
                    <a:cubicBezTo>
                      <a:pt x="74930" y="78740"/>
                      <a:pt x="68580" y="82550"/>
                      <a:pt x="62230" y="85090"/>
                    </a:cubicBezTo>
                    <a:cubicBezTo>
                      <a:pt x="55880" y="87630"/>
                      <a:pt x="49530" y="90170"/>
                      <a:pt x="41910" y="88900"/>
                    </a:cubicBezTo>
                    <a:cubicBezTo>
                      <a:pt x="31750" y="86360"/>
                      <a:pt x="12700" y="77470"/>
                      <a:pt x="6350" y="67310"/>
                    </a:cubicBezTo>
                    <a:cubicBezTo>
                      <a:pt x="0" y="57150"/>
                      <a:pt x="1270" y="36830"/>
                      <a:pt x="3810" y="26670"/>
                    </a:cubicBezTo>
                    <a:cubicBezTo>
                      <a:pt x="6350" y="19050"/>
                      <a:pt x="10160" y="13970"/>
                      <a:pt x="16510" y="8890"/>
                    </a:cubicBezTo>
                    <a:cubicBezTo>
                      <a:pt x="26670" y="3810"/>
                      <a:pt x="46990" y="0"/>
                      <a:pt x="57150" y="2540"/>
                    </a:cubicBezTo>
                    <a:cubicBezTo>
                      <a:pt x="64770" y="3810"/>
                      <a:pt x="76200" y="12700"/>
                      <a:pt x="76200" y="1270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92" name="Group 92"/>
            <p:cNvGrpSpPr/>
            <p:nvPr/>
          </p:nvGrpSpPr>
          <p:grpSpPr>
            <a:xfrm>
              <a:off x="1112837" y="313389"/>
              <a:ext cx="786848" cy="658599"/>
              <a:chOff x="0" y="0"/>
              <a:chExt cx="1036320" cy="867410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50800" y="50800"/>
                <a:ext cx="943610" cy="765810"/>
              </a:xfrm>
              <a:custGeom>
                <a:avLst/>
                <a:gdLst/>
                <a:ahLst/>
                <a:cxnLst/>
                <a:rect l="l" t="t" r="r" b="b"/>
                <a:pathLst>
                  <a:path w="943610" h="765810">
                    <a:moveTo>
                      <a:pt x="0" y="311150"/>
                    </a:moveTo>
                    <a:cubicBezTo>
                      <a:pt x="1270" y="303530"/>
                      <a:pt x="1270" y="299720"/>
                      <a:pt x="1270" y="299720"/>
                    </a:cubicBezTo>
                    <a:cubicBezTo>
                      <a:pt x="1270" y="299720"/>
                      <a:pt x="2540" y="295910"/>
                      <a:pt x="3810" y="293370"/>
                    </a:cubicBezTo>
                    <a:cubicBezTo>
                      <a:pt x="3810" y="292100"/>
                      <a:pt x="5080" y="288290"/>
                      <a:pt x="5080" y="288290"/>
                    </a:cubicBezTo>
                    <a:cubicBezTo>
                      <a:pt x="5080" y="288290"/>
                      <a:pt x="6350" y="256540"/>
                      <a:pt x="10160" y="241300"/>
                    </a:cubicBezTo>
                    <a:cubicBezTo>
                      <a:pt x="15240" y="223520"/>
                      <a:pt x="26670" y="207010"/>
                      <a:pt x="35560" y="190500"/>
                    </a:cubicBezTo>
                    <a:cubicBezTo>
                      <a:pt x="44450" y="176530"/>
                      <a:pt x="54610" y="163830"/>
                      <a:pt x="63500" y="151130"/>
                    </a:cubicBezTo>
                    <a:cubicBezTo>
                      <a:pt x="73660" y="137160"/>
                      <a:pt x="82550" y="123190"/>
                      <a:pt x="92710" y="110490"/>
                    </a:cubicBezTo>
                    <a:cubicBezTo>
                      <a:pt x="105410" y="95250"/>
                      <a:pt x="118110" y="77470"/>
                      <a:pt x="133350" y="64770"/>
                    </a:cubicBezTo>
                    <a:cubicBezTo>
                      <a:pt x="147320" y="54610"/>
                      <a:pt x="175260" y="41910"/>
                      <a:pt x="179070" y="41910"/>
                    </a:cubicBezTo>
                    <a:cubicBezTo>
                      <a:pt x="180340" y="41910"/>
                      <a:pt x="179070" y="40640"/>
                      <a:pt x="179070" y="39370"/>
                    </a:cubicBezTo>
                    <a:cubicBezTo>
                      <a:pt x="180340" y="38100"/>
                      <a:pt x="181610" y="33020"/>
                      <a:pt x="182880" y="29210"/>
                    </a:cubicBezTo>
                    <a:cubicBezTo>
                      <a:pt x="184150" y="25400"/>
                      <a:pt x="185420" y="22860"/>
                      <a:pt x="187960" y="19050"/>
                    </a:cubicBezTo>
                    <a:cubicBezTo>
                      <a:pt x="189230" y="16510"/>
                      <a:pt x="191770" y="13970"/>
                      <a:pt x="194310" y="11430"/>
                    </a:cubicBezTo>
                    <a:cubicBezTo>
                      <a:pt x="198120" y="8890"/>
                      <a:pt x="200660" y="6350"/>
                      <a:pt x="204470" y="5080"/>
                    </a:cubicBezTo>
                    <a:cubicBezTo>
                      <a:pt x="207010" y="3810"/>
                      <a:pt x="210820" y="2540"/>
                      <a:pt x="214630" y="1270"/>
                    </a:cubicBezTo>
                    <a:cubicBezTo>
                      <a:pt x="218440" y="0"/>
                      <a:pt x="222250" y="0"/>
                      <a:pt x="224790" y="0"/>
                    </a:cubicBezTo>
                    <a:cubicBezTo>
                      <a:pt x="228600" y="0"/>
                      <a:pt x="232410" y="1270"/>
                      <a:pt x="236220" y="1270"/>
                    </a:cubicBezTo>
                    <a:cubicBezTo>
                      <a:pt x="240030" y="2540"/>
                      <a:pt x="242570" y="3810"/>
                      <a:pt x="246380" y="5080"/>
                    </a:cubicBezTo>
                    <a:cubicBezTo>
                      <a:pt x="250190" y="7620"/>
                      <a:pt x="252730" y="8890"/>
                      <a:pt x="255270" y="11430"/>
                    </a:cubicBezTo>
                    <a:cubicBezTo>
                      <a:pt x="257810" y="13970"/>
                      <a:pt x="260350" y="17780"/>
                      <a:pt x="262890" y="20320"/>
                    </a:cubicBezTo>
                    <a:cubicBezTo>
                      <a:pt x="264160" y="22860"/>
                      <a:pt x="266700" y="26670"/>
                      <a:pt x="267970" y="30480"/>
                    </a:cubicBezTo>
                    <a:cubicBezTo>
                      <a:pt x="269240" y="33020"/>
                      <a:pt x="269240" y="36830"/>
                      <a:pt x="270510" y="40640"/>
                    </a:cubicBezTo>
                    <a:cubicBezTo>
                      <a:pt x="271780" y="46990"/>
                      <a:pt x="270510" y="57150"/>
                      <a:pt x="273050" y="67310"/>
                    </a:cubicBezTo>
                    <a:cubicBezTo>
                      <a:pt x="276860" y="81280"/>
                      <a:pt x="290830" y="100330"/>
                      <a:pt x="293370" y="111760"/>
                    </a:cubicBezTo>
                    <a:cubicBezTo>
                      <a:pt x="294640" y="119380"/>
                      <a:pt x="290830" y="127000"/>
                      <a:pt x="293370" y="129540"/>
                    </a:cubicBezTo>
                    <a:cubicBezTo>
                      <a:pt x="297180" y="132080"/>
                      <a:pt x="307340" y="124460"/>
                      <a:pt x="317500" y="121920"/>
                    </a:cubicBezTo>
                    <a:cubicBezTo>
                      <a:pt x="331470" y="119380"/>
                      <a:pt x="354330" y="114300"/>
                      <a:pt x="373380" y="118110"/>
                    </a:cubicBezTo>
                    <a:cubicBezTo>
                      <a:pt x="396240" y="123190"/>
                      <a:pt x="426720" y="153670"/>
                      <a:pt x="445770" y="154940"/>
                    </a:cubicBezTo>
                    <a:cubicBezTo>
                      <a:pt x="457200" y="154940"/>
                      <a:pt x="467360" y="144780"/>
                      <a:pt x="476250" y="142240"/>
                    </a:cubicBezTo>
                    <a:cubicBezTo>
                      <a:pt x="482600" y="140970"/>
                      <a:pt x="490220" y="142240"/>
                      <a:pt x="492760" y="139700"/>
                    </a:cubicBezTo>
                    <a:cubicBezTo>
                      <a:pt x="494030" y="138430"/>
                      <a:pt x="491490" y="135890"/>
                      <a:pt x="492760" y="132080"/>
                    </a:cubicBezTo>
                    <a:cubicBezTo>
                      <a:pt x="494030" y="124460"/>
                      <a:pt x="506730" y="101600"/>
                      <a:pt x="509270" y="95250"/>
                    </a:cubicBezTo>
                    <a:cubicBezTo>
                      <a:pt x="510540" y="92710"/>
                      <a:pt x="510540" y="91440"/>
                      <a:pt x="511810" y="90170"/>
                    </a:cubicBezTo>
                    <a:cubicBezTo>
                      <a:pt x="513080" y="87630"/>
                      <a:pt x="514350" y="85090"/>
                      <a:pt x="514350" y="85090"/>
                    </a:cubicBezTo>
                    <a:cubicBezTo>
                      <a:pt x="514350" y="83820"/>
                      <a:pt x="516890" y="81280"/>
                      <a:pt x="518160" y="80010"/>
                    </a:cubicBezTo>
                    <a:cubicBezTo>
                      <a:pt x="519430" y="78740"/>
                      <a:pt x="521970" y="76200"/>
                      <a:pt x="521970" y="76200"/>
                    </a:cubicBezTo>
                    <a:cubicBezTo>
                      <a:pt x="521970" y="76200"/>
                      <a:pt x="525780" y="73660"/>
                      <a:pt x="527050" y="72390"/>
                    </a:cubicBezTo>
                    <a:cubicBezTo>
                      <a:pt x="528320" y="71120"/>
                      <a:pt x="532130" y="69850"/>
                      <a:pt x="532130" y="69850"/>
                    </a:cubicBezTo>
                    <a:cubicBezTo>
                      <a:pt x="532130" y="69850"/>
                      <a:pt x="535940" y="68580"/>
                      <a:pt x="537210" y="67310"/>
                    </a:cubicBezTo>
                    <a:cubicBezTo>
                      <a:pt x="538480" y="66040"/>
                      <a:pt x="542290" y="64770"/>
                      <a:pt x="542290" y="64770"/>
                    </a:cubicBezTo>
                    <a:cubicBezTo>
                      <a:pt x="542290" y="64770"/>
                      <a:pt x="546100" y="64770"/>
                      <a:pt x="548640" y="64770"/>
                    </a:cubicBezTo>
                    <a:cubicBezTo>
                      <a:pt x="549910" y="64770"/>
                      <a:pt x="553720" y="63500"/>
                      <a:pt x="553720" y="63500"/>
                    </a:cubicBezTo>
                    <a:cubicBezTo>
                      <a:pt x="553720" y="63500"/>
                      <a:pt x="557530" y="64770"/>
                      <a:pt x="560070" y="64770"/>
                    </a:cubicBezTo>
                    <a:cubicBezTo>
                      <a:pt x="561340" y="64770"/>
                      <a:pt x="565150" y="64770"/>
                      <a:pt x="565150" y="64770"/>
                    </a:cubicBezTo>
                    <a:cubicBezTo>
                      <a:pt x="565150" y="64770"/>
                      <a:pt x="568960" y="66040"/>
                      <a:pt x="570230" y="67310"/>
                    </a:cubicBezTo>
                    <a:cubicBezTo>
                      <a:pt x="572770" y="68580"/>
                      <a:pt x="575310" y="69850"/>
                      <a:pt x="576580" y="69850"/>
                    </a:cubicBezTo>
                    <a:cubicBezTo>
                      <a:pt x="576580" y="69850"/>
                      <a:pt x="579120" y="71120"/>
                      <a:pt x="580390" y="72390"/>
                    </a:cubicBezTo>
                    <a:cubicBezTo>
                      <a:pt x="582930" y="73660"/>
                      <a:pt x="585470" y="76200"/>
                      <a:pt x="585470" y="76200"/>
                    </a:cubicBezTo>
                    <a:cubicBezTo>
                      <a:pt x="585470" y="76200"/>
                      <a:pt x="588010" y="78740"/>
                      <a:pt x="589280" y="80010"/>
                    </a:cubicBezTo>
                    <a:cubicBezTo>
                      <a:pt x="590550" y="81280"/>
                      <a:pt x="593090" y="83820"/>
                      <a:pt x="593090" y="83820"/>
                    </a:cubicBezTo>
                    <a:cubicBezTo>
                      <a:pt x="593090" y="85090"/>
                      <a:pt x="594360" y="87630"/>
                      <a:pt x="595630" y="88900"/>
                    </a:cubicBezTo>
                    <a:cubicBezTo>
                      <a:pt x="596900" y="91440"/>
                      <a:pt x="598170" y="93980"/>
                      <a:pt x="598170" y="93980"/>
                    </a:cubicBezTo>
                    <a:cubicBezTo>
                      <a:pt x="598170" y="95250"/>
                      <a:pt x="599440" y="97790"/>
                      <a:pt x="599440" y="100330"/>
                    </a:cubicBezTo>
                    <a:cubicBezTo>
                      <a:pt x="600710" y="101600"/>
                      <a:pt x="600710" y="105410"/>
                      <a:pt x="600710" y="105410"/>
                    </a:cubicBezTo>
                    <a:cubicBezTo>
                      <a:pt x="600710" y="105410"/>
                      <a:pt x="600710" y="109220"/>
                      <a:pt x="600710" y="111760"/>
                    </a:cubicBezTo>
                    <a:cubicBezTo>
                      <a:pt x="600710" y="113030"/>
                      <a:pt x="600710" y="116840"/>
                      <a:pt x="600710" y="116840"/>
                    </a:cubicBezTo>
                    <a:cubicBezTo>
                      <a:pt x="600710" y="116840"/>
                      <a:pt x="600710" y="121920"/>
                      <a:pt x="599440" y="123190"/>
                    </a:cubicBezTo>
                    <a:cubicBezTo>
                      <a:pt x="599440" y="123190"/>
                      <a:pt x="599440" y="124460"/>
                      <a:pt x="599440" y="124460"/>
                    </a:cubicBezTo>
                    <a:cubicBezTo>
                      <a:pt x="600710" y="125730"/>
                      <a:pt x="605790" y="123190"/>
                      <a:pt x="610870" y="123190"/>
                    </a:cubicBezTo>
                    <a:cubicBezTo>
                      <a:pt x="623570" y="124460"/>
                      <a:pt x="661670" y="129540"/>
                      <a:pt x="678180" y="142240"/>
                    </a:cubicBezTo>
                    <a:cubicBezTo>
                      <a:pt x="689610" y="151130"/>
                      <a:pt x="697230" y="166370"/>
                      <a:pt x="701040" y="181610"/>
                    </a:cubicBezTo>
                    <a:cubicBezTo>
                      <a:pt x="706120" y="196850"/>
                      <a:pt x="703580" y="215900"/>
                      <a:pt x="699770" y="231140"/>
                    </a:cubicBezTo>
                    <a:cubicBezTo>
                      <a:pt x="695960" y="246380"/>
                      <a:pt x="692150" y="260350"/>
                      <a:pt x="681990" y="273050"/>
                    </a:cubicBezTo>
                    <a:cubicBezTo>
                      <a:pt x="669290" y="288290"/>
                      <a:pt x="626110" y="311150"/>
                      <a:pt x="624840" y="311150"/>
                    </a:cubicBezTo>
                    <a:cubicBezTo>
                      <a:pt x="624840" y="311150"/>
                      <a:pt x="624840" y="341630"/>
                      <a:pt x="624840" y="350520"/>
                    </a:cubicBezTo>
                    <a:cubicBezTo>
                      <a:pt x="624840" y="354330"/>
                      <a:pt x="624840" y="356870"/>
                      <a:pt x="624840" y="359410"/>
                    </a:cubicBezTo>
                    <a:cubicBezTo>
                      <a:pt x="626110" y="364490"/>
                      <a:pt x="631190" y="373380"/>
                      <a:pt x="633730" y="374650"/>
                    </a:cubicBezTo>
                    <a:cubicBezTo>
                      <a:pt x="635000" y="374650"/>
                      <a:pt x="636270" y="370840"/>
                      <a:pt x="637540" y="369570"/>
                    </a:cubicBezTo>
                    <a:cubicBezTo>
                      <a:pt x="638810" y="368300"/>
                      <a:pt x="640080" y="369570"/>
                      <a:pt x="641350" y="368300"/>
                    </a:cubicBezTo>
                    <a:cubicBezTo>
                      <a:pt x="642620" y="367030"/>
                      <a:pt x="641350" y="364490"/>
                      <a:pt x="642620" y="361950"/>
                    </a:cubicBezTo>
                    <a:cubicBezTo>
                      <a:pt x="648970" y="354330"/>
                      <a:pt x="681990" y="332740"/>
                      <a:pt x="699770" y="326390"/>
                    </a:cubicBezTo>
                    <a:cubicBezTo>
                      <a:pt x="715010" y="322580"/>
                      <a:pt x="731520" y="327660"/>
                      <a:pt x="744220" y="323850"/>
                    </a:cubicBezTo>
                    <a:cubicBezTo>
                      <a:pt x="753110" y="321310"/>
                      <a:pt x="762000" y="313690"/>
                      <a:pt x="767080" y="311150"/>
                    </a:cubicBezTo>
                    <a:cubicBezTo>
                      <a:pt x="769620" y="309880"/>
                      <a:pt x="770890" y="309880"/>
                      <a:pt x="772160" y="308610"/>
                    </a:cubicBezTo>
                    <a:cubicBezTo>
                      <a:pt x="774700" y="308610"/>
                      <a:pt x="778510" y="306070"/>
                      <a:pt x="778510" y="306070"/>
                    </a:cubicBezTo>
                    <a:cubicBezTo>
                      <a:pt x="778510" y="306070"/>
                      <a:pt x="782320" y="306070"/>
                      <a:pt x="783590" y="304800"/>
                    </a:cubicBezTo>
                    <a:cubicBezTo>
                      <a:pt x="786130" y="304800"/>
                      <a:pt x="789940" y="303530"/>
                      <a:pt x="789940" y="303530"/>
                    </a:cubicBezTo>
                    <a:cubicBezTo>
                      <a:pt x="789940" y="303530"/>
                      <a:pt x="793750" y="304800"/>
                      <a:pt x="796290" y="304800"/>
                    </a:cubicBezTo>
                    <a:cubicBezTo>
                      <a:pt x="797560" y="304800"/>
                      <a:pt x="802640" y="304800"/>
                      <a:pt x="802640" y="304800"/>
                    </a:cubicBezTo>
                    <a:cubicBezTo>
                      <a:pt x="802640" y="304800"/>
                      <a:pt x="806450" y="306070"/>
                      <a:pt x="807720" y="306070"/>
                    </a:cubicBezTo>
                    <a:cubicBezTo>
                      <a:pt x="810260" y="307340"/>
                      <a:pt x="814070" y="307340"/>
                      <a:pt x="814070" y="307340"/>
                    </a:cubicBezTo>
                    <a:cubicBezTo>
                      <a:pt x="814070" y="308610"/>
                      <a:pt x="817880" y="309880"/>
                      <a:pt x="819150" y="311150"/>
                    </a:cubicBezTo>
                    <a:cubicBezTo>
                      <a:pt x="820420" y="312420"/>
                      <a:pt x="821690" y="313690"/>
                      <a:pt x="824230" y="313690"/>
                    </a:cubicBezTo>
                    <a:cubicBezTo>
                      <a:pt x="828040" y="313690"/>
                      <a:pt x="835660" y="304800"/>
                      <a:pt x="844550" y="304800"/>
                    </a:cubicBezTo>
                    <a:cubicBezTo>
                      <a:pt x="863600" y="303530"/>
                      <a:pt x="922020" y="316230"/>
                      <a:pt x="933450" y="335280"/>
                    </a:cubicBezTo>
                    <a:cubicBezTo>
                      <a:pt x="943610" y="350520"/>
                      <a:pt x="937260" y="381000"/>
                      <a:pt x="928370" y="396240"/>
                    </a:cubicBezTo>
                    <a:cubicBezTo>
                      <a:pt x="919480" y="410210"/>
                      <a:pt x="900430" y="417830"/>
                      <a:pt x="883920" y="427990"/>
                    </a:cubicBezTo>
                    <a:cubicBezTo>
                      <a:pt x="864870" y="438150"/>
                      <a:pt x="821690" y="450850"/>
                      <a:pt x="820420" y="455930"/>
                    </a:cubicBezTo>
                    <a:cubicBezTo>
                      <a:pt x="819150" y="457200"/>
                      <a:pt x="820420" y="458470"/>
                      <a:pt x="821690" y="458470"/>
                    </a:cubicBezTo>
                    <a:cubicBezTo>
                      <a:pt x="821690" y="461010"/>
                      <a:pt x="824230" y="464820"/>
                      <a:pt x="824230" y="464820"/>
                    </a:cubicBezTo>
                    <a:cubicBezTo>
                      <a:pt x="824230" y="464820"/>
                      <a:pt x="825500" y="468630"/>
                      <a:pt x="825500" y="471170"/>
                    </a:cubicBezTo>
                    <a:cubicBezTo>
                      <a:pt x="826770" y="472440"/>
                      <a:pt x="826770" y="476250"/>
                      <a:pt x="826770" y="476250"/>
                    </a:cubicBezTo>
                    <a:cubicBezTo>
                      <a:pt x="826770" y="476250"/>
                      <a:pt x="826770" y="481330"/>
                      <a:pt x="826770" y="482600"/>
                    </a:cubicBezTo>
                    <a:cubicBezTo>
                      <a:pt x="826770" y="485140"/>
                      <a:pt x="826770" y="488950"/>
                      <a:pt x="826770" y="488950"/>
                    </a:cubicBezTo>
                    <a:cubicBezTo>
                      <a:pt x="826770" y="488950"/>
                      <a:pt x="825500" y="492760"/>
                      <a:pt x="825500" y="495300"/>
                    </a:cubicBezTo>
                    <a:cubicBezTo>
                      <a:pt x="825500" y="496570"/>
                      <a:pt x="824230" y="501650"/>
                      <a:pt x="824230" y="501650"/>
                    </a:cubicBezTo>
                    <a:cubicBezTo>
                      <a:pt x="824230" y="501650"/>
                      <a:pt x="821690" y="504190"/>
                      <a:pt x="821690" y="506730"/>
                    </a:cubicBezTo>
                    <a:cubicBezTo>
                      <a:pt x="820420" y="508000"/>
                      <a:pt x="817880" y="511810"/>
                      <a:pt x="817880" y="511810"/>
                    </a:cubicBezTo>
                    <a:cubicBezTo>
                      <a:pt x="817880" y="511810"/>
                      <a:pt x="815340" y="515620"/>
                      <a:pt x="814070" y="516890"/>
                    </a:cubicBezTo>
                    <a:cubicBezTo>
                      <a:pt x="812800" y="518160"/>
                      <a:pt x="810260" y="520700"/>
                      <a:pt x="810260" y="520700"/>
                    </a:cubicBezTo>
                    <a:cubicBezTo>
                      <a:pt x="810260" y="521970"/>
                      <a:pt x="810260" y="521970"/>
                      <a:pt x="810260" y="521970"/>
                    </a:cubicBezTo>
                    <a:cubicBezTo>
                      <a:pt x="810260" y="521970"/>
                      <a:pt x="806450" y="523240"/>
                      <a:pt x="805180" y="524510"/>
                    </a:cubicBezTo>
                    <a:cubicBezTo>
                      <a:pt x="802640" y="525780"/>
                      <a:pt x="800100" y="528320"/>
                      <a:pt x="800100" y="528320"/>
                    </a:cubicBezTo>
                    <a:cubicBezTo>
                      <a:pt x="800100" y="528320"/>
                      <a:pt x="796290" y="529590"/>
                      <a:pt x="793750" y="530860"/>
                    </a:cubicBezTo>
                    <a:cubicBezTo>
                      <a:pt x="792480" y="530860"/>
                      <a:pt x="788670" y="532130"/>
                      <a:pt x="787400" y="532130"/>
                    </a:cubicBezTo>
                    <a:cubicBezTo>
                      <a:pt x="787400" y="532130"/>
                      <a:pt x="783590" y="533400"/>
                      <a:pt x="782320" y="533400"/>
                    </a:cubicBezTo>
                    <a:cubicBezTo>
                      <a:pt x="779780" y="533400"/>
                      <a:pt x="775970" y="534670"/>
                      <a:pt x="775970" y="534670"/>
                    </a:cubicBezTo>
                    <a:cubicBezTo>
                      <a:pt x="775970" y="534670"/>
                      <a:pt x="754380" y="553720"/>
                      <a:pt x="749300" y="561340"/>
                    </a:cubicBezTo>
                    <a:cubicBezTo>
                      <a:pt x="746760" y="566420"/>
                      <a:pt x="749300" y="574040"/>
                      <a:pt x="746760" y="576580"/>
                    </a:cubicBezTo>
                    <a:cubicBezTo>
                      <a:pt x="744220" y="579120"/>
                      <a:pt x="737870" y="576580"/>
                      <a:pt x="732790" y="579120"/>
                    </a:cubicBezTo>
                    <a:cubicBezTo>
                      <a:pt x="722630" y="585470"/>
                      <a:pt x="702310" y="614680"/>
                      <a:pt x="697230" y="619760"/>
                    </a:cubicBezTo>
                    <a:cubicBezTo>
                      <a:pt x="695960" y="622300"/>
                      <a:pt x="694690" y="622300"/>
                      <a:pt x="693420" y="623570"/>
                    </a:cubicBezTo>
                    <a:cubicBezTo>
                      <a:pt x="692150" y="626110"/>
                      <a:pt x="690880" y="633730"/>
                      <a:pt x="688340" y="635000"/>
                    </a:cubicBezTo>
                    <a:cubicBezTo>
                      <a:pt x="685800" y="636270"/>
                      <a:pt x="684530" y="635000"/>
                      <a:pt x="681990" y="636270"/>
                    </a:cubicBezTo>
                    <a:cubicBezTo>
                      <a:pt x="674370" y="638810"/>
                      <a:pt x="654050" y="666750"/>
                      <a:pt x="647700" y="669290"/>
                    </a:cubicBezTo>
                    <a:cubicBezTo>
                      <a:pt x="646430" y="670560"/>
                      <a:pt x="645160" y="669290"/>
                      <a:pt x="645160" y="669290"/>
                    </a:cubicBezTo>
                    <a:cubicBezTo>
                      <a:pt x="645160" y="669290"/>
                      <a:pt x="645160" y="669290"/>
                      <a:pt x="645160" y="670560"/>
                    </a:cubicBezTo>
                    <a:cubicBezTo>
                      <a:pt x="645160" y="670560"/>
                      <a:pt x="645160" y="671830"/>
                      <a:pt x="646430" y="673100"/>
                    </a:cubicBezTo>
                    <a:cubicBezTo>
                      <a:pt x="646430" y="673100"/>
                      <a:pt x="646430" y="674370"/>
                      <a:pt x="647700" y="674370"/>
                    </a:cubicBezTo>
                    <a:cubicBezTo>
                      <a:pt x="647700" y="676910"/>
                      <a:pt x="647700" y="678180"/>
                      <a:pt x="648970" y="680720"/>
                    </a:cubicBezTo>
                    <a:cubicBezTo>
                      <a:pt x="648970" y="681990"/>
                      <a:pt x="650240" y="684530"/>
                      <a:pt x="650240" y="685800"/>
                    </a:cubicBezTo>
                    <a:cubicBezTo>
                      <a:pt x="651510" y="687070"/>
                      <a:pt x="650240" y="687070"/>
                      <a:pt x="651510" y="688340"/>
                    </a:cubicBezTo>
                    <a:cubicBezTo>
                      <a:pt x="651510" y="689610"/>
                      <a:pt x="651510" y="689610"/>
                      <a:pt x="651510" y="690880"/>
                    </a:cubicBezTo>
                    <a:cubicBezTo>
                      <a:pt x="651510" y="692150"/>
                      <a:pt x="651510" y="694690"/>
                      <a:pt x="651510" y="695960"/>
                    </a:cubicBezTo>
                    <a:cubicBezTo>
                      <a:pt x="651510" y="698500"/>
                      <a:pt x="651510" y="701040"/>
                      <a:pt x="651510" y="702310"/>
                    </a:cubicBezTo>
                    <a:cubicBezTo>
                      <a:pt x="651510" y="703580"/>
                      <a:pt x="651510" y="703580"/>
                      <a:pt x="650240" y="704850"/>
                    </a:cubicBezTo>
                    <a:cubicBezTo>
                      <a:pt x="650240" y="706120"/>
                      <a:pt x="650240" y="706120"/>
                      <a:pt x="650240" y="707390"/>
                    </a:cubicBezTo>
                    <a:cubicBezTo>
                      <a:pt x="650240" y="708660"/>
                      <a:pt x="648970" y="711200"/>
                      <a:pt x="648970" y="712470"/>
                    </a:cubicBezTo>
                    <a:cubicBezTo>
                      <a:pt x="647700" y="715010"/>
                      <a:pt x="647700" y="716280"/>
                      <a:pt x="646430" y="717550"/>
                    </a:cubicBezTo>
                    <a:cubicBezTo>
                      <a:pt x="646430" y="718820"/>
                      <a:pt x="645160" y="718820"/>
                      <a:pt x="645160" y="720090"/>
                    </a:cubicBezTo>
                    <a:cubicBezTo>
                      <a:pt x="645160" y="721360"/>
                      <a:pt x="645160" y="721360"/>
                      <a:pt x="643890" y="722630"/>
                    </a:cubicBezTo>
                    <a:cubicBezTo>
                      <a:pt x="643890" y="723900"/>
                      <a:pt x="641350" y="725170"/>
                      <a:pt x="640080" y="726440"/>
                    </a:cubicBezTo>
                    <a:cubicBezTo>
                      <a:pt x="640080" y="728980"/>
                      <a:pt x="638810" y="730250"/>
                      <a:pt x="637540" y="731520"/>
                    </a:cubicBezTo>
                    <a:cubicBezTo>
                      <a:pt x="636270" y="732790"/>
                      <a:pt x="636270" y="732790"/>
                      <a:pt x="635000" y="732790"/>
                    </a:cubicBezTo>
                    <a:cubicBezTo>
                      <a:pt x="635000" y="734060"/>
                      <a:pt x="635000" y="734060"/>
                      <a:pt x="633730" y="734060"/>
                    </a:cubicBezTo>
                    <a:cubicBezTo>
                      <a:pt x="633730" y="735330"/>
                      <a:pt x="633730" y="737870"/>
                      <a:pt x="633730" y="737870"/>
                    </a:cubicBezTo>
                    <a:cubicBezTo>
                      <a:pt x="633730" y="737870"/>
                      <a:pt x="631190" y="740410"/>
                      <a:pt x="631190" y="741680"/>
                    </a:cubicBezTo>
                    <a:cubicBezTo>
                      <a:pt x="629920" y="744220"/>
                      <a:pt x="628650" y="746760"/>
                      <a:pt x="628650" y="746760"/>
                    </a:cubicBezTo>
                    <a:cubicBezTo>
                      <a:pt x="628650" y="746760"/>
                      <a:pt x="626110" y="749300"/>
                      <a:pt x="624840" y="750570"/>
                    </a:cubicBezTo>
                    <a:cubicBezTo>
                      <a:pt x="623570" y="751840"/>
                      <a:pt x="621030" y="754380"/>
                      <a:pt x="621030" y="754380"/>
                    </a:cubicBezTo>
                    <a:cubicBezTo>
                      <a:pt x="621030" y="754380"/>
                      <a:pt x="618490" y="756920"/>
                      <a:pt x="615950" y="758190"/>
                    </a:cubicBezTo>
                    <a:cubicBezTo>
                      <a:pt x="614680" y="758190"/>
                      <a:pt x="612140" y="760730"/>
                      <a:pt x="612140" y="760730"/>
                    </a:cubicBezTo>
                    <a:cubicBezTo>
                      <a:pt x="612140" y="760730"/>
                      <a:pt x="608330" y="762000"/>
                      <a:pt x="607060" y="762000"/>
                    </a:cubicBezTo>
                    <a:cubicBezTo>
                      <a:pt x="605790" y="763270"/>
                      <a:pt x="601980" y="764540"/>
                      <a:pt x="601980" y="764540"/>
                    </a:cubicBezTo>
                    <a:cubicBezTo>
                      <a:pt x="601980" y="764540"/>
                      <a:pt x="598170" y="764540"/>
                      <a:pt x="596900" y="764540"/>
                    </a:cubicBezTo>
                    <a:cubicBezTo>
                      <a:pt x="594360" y="764540"/>
                      <a:pt x="591820" y="765810"/>
                      <a:pt x="591820" y="765810"/>
                    </a:cubicBezTo>
                    <a:cubicBezTo>
                      <a:pt x="590550" y="765810"/>
                      <a:pt x="588010" y="764540"/>
                      <a:pt x="585470" y="764540"/>
                    </a:cubicBezTo>
                    <a:cubicBezTo>
                      <a:pt x="584200" y="764540"/>
                      <a:pt x="580390" y="763270"/>
                      <a:pt x="580390" y="763270"/>
                    </a:cubicBezTo>
                    <a:cubicBezTo>
                      <a:pt x="580390" y="763270"/>
                      <a:pt x="577850" y="762000"/>
                      <a:pt x="575310" y="762000"/>
                    </a:cubicBezTo>
                    <a:cubicBezTo>
                      <a:pt x="574040" y="760730"/>
                      <a:pt x="570230" y="759460"/>
                      <a:pt x="570230" y="759460"/>
                    </a:cubicBezTo>
                    <a:cubicBezTo>
                      <a:pt x="570230" y="759460"/>
                      <a:pt x="567690" y="758190"/>
                      <a:pt x="566420" y="756920"/>
                    </a:cubicBezTo>
                    <a:cubicBezTo>
                      <a:pt x="565150" y="755650"/>
                      <a:pt x="562610" y="753110"/>
                      <a:pt x="562610" y="753110"/>
                    </a:cubicBezTo>
                    <a:cubicBezTo>
                      <a:pt x="562610" y="753110"/>
                      <a:pt x="560070" y="750570"/>
                      <a:pt x="558800" y="749300"/>
                    </a:cubicBezTo>
                    <a:cubicBezTo>
                      <a:pt x="557530" y="748030"/>
                      <a:pt x="554990" y="745490"/>
                      <a:pt x="554990" y="745490"/>
                    </a:cubicBezTo>
                    <a:cubicBezTo>
                      <a:pt x="554990" y="745490"/>
                      <a:pt x="553720" y="741680"/>
                      <a:pt x="552450" y="740410"/>
                    </a:cubicBezTo>
                    <a:cubicBezTo>
                      <a:pt x="552450" y="739140"/>
                      <a:pt x="549910" y="735330"/>
                      <a:pt x="549910" y="735330"/>
                    </a:cubicBezTo>
                    <a:cubicBezTo>
                      <a:pt x="549910" y="735330"/>
                      <a:pt x="549910" y="732790"/>
                      <a:pt x="548640" y="730250"/>
                    </a:cubicBezTo>
                    <a:cubicBezTo>
                      <a:pt x="548640" y="728980"/>
                      <a:pt x="548640" y="725170"/>
                      <a:pt x="548640" y="725170"/>
                    </a:cubicBezTo>
                    <a:cubicBezTo>
                      <a:pt x="548640" y="725170"/>
                      <a:pt x="548640" y="721360"/>
                      <a:pt x="548640" y="720090"/>
                    </a:cubicBezTo>
                    <a:cubicBezTo>
                      <a:pt x="548640" y="718820"/>
                      <a:pt x="548640" y="715010"/>
                      <a:pt x="548640" y="715010"/>
                    </a:cubicBezTo>
                    <a:cubicBezTo>
                      <a:pt x="548640" y="715010"/>
                      <a:pt x="547370" y="703580"/>
                      <a:pt x="544830" y="698500"/>
                    </a:cubicBezTo>
                    <a:cubicBezTo>
                      <a:pt x="542290" y="690880"/>
                      <a:pt x="538480" y="683260"/>
                      <a:pt x="532130" y="675640"/>
                    </a:cubicBezTo>
                    <a:cubicBezTo>
                      <a:pt x="525780" y="668020"/>
                      <a:pt x="509270" y="655320"/>
                      <a:pt x="506730" y="654050"/>
                    </a:cubicBezTo>
                    <a:cubicBezTo>
                      <a:pt x="506730" y="654050"/>
                      <a:pt x="502920" y="651510"/>
                      <a:pt x="501650" y="650240"/>
                    </a:cubicBezTo>
                    <a:cubicBezTo>
                      <a:pt x="499110" y="650240"/>
                      <a:pt x="496570" y="647700"/>
                      <a:pt x="496570" y="647700"/>
                    </a:cubicBezTo>
                    <a:cubicBezTo>
                      <a:pt x="496570" y="647700"/>
                      <a:pt x="492760" y="645160"/>
                      <a:pt x="491490" y="643890"/>
                    </a:cubicBezTo>
                    <a:cubicBezTo>
                      <a:pt x="490220" y="641350"/>
                      <a:pt x="487680" y="638810"/>
                      <a:pt x="487680" y="638810"/>
                    </a:cubicBezTo>
                    <a:cubicBezTo>
                      <a:pt x="486410" y="638810"/>
                      <a:pt x="453390" y="633730"/>
                      <a:pt x="436880" y="626110"/>
                    </a:cubicBezTo>
                    <a:cubicBezTo>
                      <a:pt x="420370" y="615950"/>
                      <a:pt x="405130" y="595630"/>
                      <a:pt x="388620" y="584200"/>
                    </a:cubicBezTo>
                    <a:cubicBezTo>
                      <a:pt x="374650" y="574040"/>
                      <a:pt x="359410" y="568960"/>
                      <a:pt x="344170" y="560070"/>
                    </a:cubicBezTo>
                    <a:cubicBezTo>
                      <a:pt x="330200" y="549910"/>
                      <a:pt x="316230" y="539750"/>
                      <a:pt x="302260" y="528320"/>
                    </a:cubicBezTo>
                    <a:cubicBezTo>
                      <a:pt x="288290" y="518160"/>
                      <a:pt x="266700" y="499110"/>
                      <a:pt x="260350" y="497840"/>
                    </a:cubicBezTo>
                    <a:cubicBezTo>
                      <a:pt x="259080" y="496570"/>
                      <a:pt x="257810" y="499110"/>
                      <a:pt x="256540" y="497840"/>
                    </a:cubicBezTo>
                    <a:cubicBezTo>
                      <a:pt x="252730" y="496570"/>
                      <a:pt x="250190" y="488950"/>
                      <a:pt x="245110" y="483870"/>
                    </a:cubicBezTo>
                    <a:cubicBezTo>
                      <a:pt x="238760" y="476250"/>
                      <a:pt x="229870" y="467360"/>
                      <a:pt x="220980" y="458470"/>
                    </a:cubicBezTo>
                    <a:cubicBezTo>
                      <a:pt x="210820" y="449580"/>
                      <a:pt x="203200" y="436880"/>
                      <a:pt x="191770" y="429260"/>
                    </a:cubicBezTo>
                    <a:cubicBezTo>
                      <a:pt x="180340" y="421640"/>
                      <a:pt x="162560" y="420370"/>
                      <a:pt x="153670" y="414020"/>
                    </a:cubicBezTo>
                    <a:cubicBezTo>
                      <a:pt x="146050" y="408940"/>
                      <a:pt x="140970" y="396240"/>
                      <a:pt x="138430" y="396240"/>
                    </a:cubicBezTo>
                    <a:cubicBezTo>
                      <a:pt x="137160" y="396240"/>
                      <a:pt x="135890" y="398780"/>
                      <a:pt x="135890" y="398780"/>
                    </a:cubicBezTo>
                    <a:cubicBezTo>
                      <a:pt x="135890" y="398780"/>
                      <a:pt x="132080" y="401320"/>
                      <a:pt x="130810" y="402590"/>
                    </a:cubicBezTo>
                    <a:cubicBezTo>
                      <a:pt x="129540" y="403860"/>
                      <a:pt x="125730" y="405130"/>
                      <a:pt x="125730" y="405130"/>
                    </a:cubicBezTo>
                    <a:cubicBezTo>
                      <a:pt x="125730" y="405130"/>
                      <a:pt x="121920" y="406400"/>
                      <a:pt x="120650" y="407670"/>
                    </a:cubicBezTo>
                    <a:cubicBezTo>
                      <a:pt x="118110" y="407670"/>
                      <a:pt x="114300" y="408940"/>
                      <a:pt x="114300" y="408940"/>
                    </a:cubicBezTo>
                    <a:cubicBezTo>
                      <a:pt x="114300" y="408940"/>
                      <a:pt x="110490" y="410210"/>
                      <a:pt x="109220" y="410210"/>
                    </a:cubicBezTo>
                    <a:cubicBezTo>
                      <a:pt x="106680" y="410210"/>
                      <a:pt x="102870" y="410210"/>
                      <a:pt x="102870" y="410210"/>
                    </a:cubicBezTo>
                    <a:cubicBezTo>
                      <a:pt x="102870" y="410210"/>
                      <a:pt x="99060" y="410210"/>
                      <a:pt x="97790" y="408940"/>
                    </a:cubicBezTo>
                    <a:cubicBezTo>
                      <a:pt x="95250" y="408940"/>
                      <a:pt x="91440" y="408940"/>
                      <a:pt x="91440" y="408940"/>
                    </a:cubicBezTo>
                    <a:cubicBezTo>
                      <a:pt x="91440" y="408940"/>
                      <a:pt x="87630" y="407670"/>
                      <a:pt x="86360" y="406400"/>
                    </a:cubicBezTo>
                    <a:cubicBezTo>
                      <a:pt x="85090" y="405130"/>
                      <a:pt x="81280" y="403860"/>
                      <a:pt x="81280" y="403860"/>
                    </a:cubicBezTo>
                    <a:cubicBezTo>
                      <a:pt x="81280" y="403860"/>
                      <a:pt x="77470" y="401320"/>
                      <a:pt x="76200" y="400050"/>
                    </a:cubicBezTo>
                    <a:cubicBezTo>
                      <a:pt x="74930" y="400050"/>
                      <a:pt x="71120" y="397510"/>
                      <a:pt x="71120" y="397510"/>
                    </a:cubicBezTo>
                    <a:cubicBezTo>
                      <a:pt x="71120" y="397510"/>
                      <a:pt x="68580" y="393700"/>
                      <a:pt x="68580" y="392430"/>
                    </a:cubicBezTo>
                    <a:cubicBezTo>
                      <a:pt x="67310" y="391160"/>
                      <a:pt x="64770" y="388620"/>
                      <a:pt x="64770" y="388620"/>
                    </a:cubicBezTo>
                    <a:cubicBezTo>
                      <a:pt x="64770" y="388620"/>
                      <a:pt x="62230" y="384810"/>
                      <a:pt x="62230" y="383540"/>
                    </a:cubicBezTo>
                    <a:cubicBezTo>
                      <a:pt x="60960" y="381000"/>
                      <a:pt x="59690" y="378460"/>
                      <a:pt x="59690" y="378460"/>
                    </a:cubicBezTo>
                    <a:cubicBezTo>
                      <a:pt x="59690" y="377190"/>
                      <a:pt x="58420" y="374650"/>
                      <a:pt x="58420" y="372110"/>
                    </a:cubicBezTo>
                    <a:cubicBezTo>
                      <a:pt x="57150" y="370840"/>
                      <a:pt x="57150" y="367030"/>
                      <a:pt x="57150" y="367030"/>
                    </a:cubicBezTo>
                    <a:cubicBezTo>
                      <a:pt x="57150" y="367030"/>
                      <a:pt x="57150" y="361950"/>
                      <a:pt x="57150" y="360680"/>
                    </a:cubicBezTo>
                    <a:cubicBezTo>
                      <a:pt x="57150" y="359410"/>
                      <a:pt x="57150" y="359410"/>
                      <a:pt x="57150" y="358140"/>
                    </a:cubicBezTo>
                    <a:cubicBezTo>
                      <a:pt x="57150" y="358140"/>
                      <a:pt x="54610" y="359410"/>
                      <a:pt x="54610" y="359410"/>
                    </a:cubicBezTo>
                    <a:cubicBezTo>
                      <a:pt x="54610" y="359410"/>
                      <a:pt x="50800" y="359410"/>
                      <a:pt x="49530" y="359410"/>
                    </a:cubicBezTo>
                    <a:cubicBezTo>
                      <a:pt x="46990" y="359410"/>
                      <a:pt x="43180" y="359410"/>
                      <a:pt x="43180" y="359410"/>
                    </a:cubicBezTo>
                    <a:cubicBezTo>
                      <a:pt x="43180" y="359410"/>
                      <a:pt x="39370" y="358140"/>
                      <a:pt x="38100" y="358140"/>
                    </a:cubicBezTo>
                    <a:cubicBezTo>
                      <a:pt x="35560" y="356870"/>
                      <a:pt x="31750" y="356870"/>
                      <a:pt x="31750" y="356870"/>
                    </a:cubicBezTo>
                    <a:cubicBezTo>
                      <a:pt x="31750" y="356870"/>
                      <a:pt x="27940" y="354330"/>
                      <a:pt x="26670" y="354330"/>
                    </a:cubicBezTo>
                    <a:cubicBezTo>
                      <a:pt x="25400" y="353060"/>
                      <a:pt x="21590" y="350520"/>
                      <a:pt x="21590" y="350520"/>
                    </a:cubicBezTo>
                    <a:cubicBezTo>
                      <a:pt x="21590" y="350520"/>
                      <a:pt x="17780" y="347980"/>
                      <a:pt x="16510" y="346710"/>
                    </a:cubicBezTo>
                    <a:cubicBezTo>
                      <a:pt x="15240" y="345440"/>
                      <a:pt x="12700" y="342900"/>
                      <a:pt x="12700" y="342900"/>
                    </a:cubicBezTo>
                    <a:cubicBezTo>
                      <a:pt x="12700" y="342900"/>
                      <a:pt x="10160" y="340360"/>
                      <a:pt x="8890" y="339090"/>
                    </a:cubicBezTo>
                    <a:cubicBezTo>
                      <a:pt x="7620" y="336550"/>
                      <a:pt x="6350" y="334010"/>
                      <a:pt x="6350" y="334010"/>
                    </a:cubicBezTo>
                    <a:cubicBezTo>
                      <a:pt x="5080" y="334010"/>
                      <a:pt x="3810" y="330200"/>
                      <a:pt x="3810" y="327660"/>
                    </a:cubicBezTo>
                    <a:cubicBezTo>
                      <a:pt x="2540" y="326390"/>
                      <a:pt x="1270" y="322580"/>
                      <a:pt x="1270" y="322580"/>
                    </a:cubicBezTo>
                    <a:cubicBezTo>
                      <a:pt x="1270" y="322580"/>
                      <a:pt x="1270" y="318770"/>
                      <a:pt x="1270" y="317500"/>
                    </a:cubicBezTo>
                    <a:cubicBezTo>
                      <a:pt x="0" y="314960"/>
                      <a:pt x="0" y="311150"/>
                      <a:pt x="0" y="311150"/>
                    </a:cubicBezTo>
                    <a:moveTo>
                      <a:pt x="292100" y="377190"/>
                    </a:moveTo>
                    <a:cubicBezTo>
                      <a:pt x="299720" y="382270"/>
                      <a:pt x="299720" y="379730"/>
                      <a:pt x="299720" y="379730"/>
                    </a:cubicBezTo>
                    <a:cubicBezTo>
                      <a:pt x="300990" y="378460"/>
                      <a:pt x="302260" y="377190"/>
                      <a:pt x="300990" y="375920"/>
                    </a:cubicBezTo>
                    <a:cubicBezTo>
                      <a:pt x="300990" y="373380"/>
                      <a:pt x="294640" y="365760"/>
                      <a:pt x="293370" y="367030"/>
                    </a:cubicBezTo>
                    <a:cubicBezTo>
                      <a:pt x="290830" y="367030"/>
                      <a:pt x="292100" y="377190"/>
                      <a:pt x="292100" y="377190"/>
                    </a:cubicBezTo>
                    <a:moveTo>
                      <a:pt x="486410" y="400050"/>
                    </a:moveTo>
                    <a:cubicBezTo>
                      <a:pt x="487680" y="401320"/>
                      <a:pt x="490220" y="398780"/>
                      <a:pt x="492760" y="397510"/>
                    </a:cubicBezTo>
                    <a:cubicBezTo>
                      <a:pt x="494030" y="396240"/>
                      <a:pt x="497840" y="394970"/>
                      <a:pt x="497840" y="394970"/>
                    </a:cubicBezTo>
                    <a:cubicBezTo>
                      <a:pt x="497840" y="394970"/>
                      <a:pt x="501650" y="393700"/>
                      <a:pt x="502920" y="392430"/>
                    </a:cubicBezTo>
                    <a:cubicBezTo>
                      <a:pt x="505460" y="391160"/>
                      <a:pt x="509270" y="389890"/>
                      <a:pt x="509270" y="389890"/>
                    </a:cubicBezTo>
                    <a:cubicBezTo>
                      <a:pt x="509270" y="389890"/>
                      <a:pt x="510540" y="391160"/>
                      <a:pt x="511810" y="389890"/>
                    </a:cubicBezTo>
                    <a:cubicBezTo>
                      <a:pt x="513080" y="388620"/>
                      <a:pt x="513080" y="378460"/>
                      <a:pt x="510540" y="378460"/>
                    </a:cubicBezTo>
                    <a:cubicBezTo>
                      <a:pt x="506730" y="375920"/>
                      <a:pt x="486410" y="400050"/>
                      <a:pt x="486410" y="400050"/>
                    </a:cubicBezTo>
                  </a:path>
                </a:pathLst>
              </a:custGeom>
              <a:solidFill>
                <a:srgbClr val="F6E500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id="94" name="Group 94"/>
          <p:cNvGrpSpPr/>
          <p:nvPr/>
        </p:nvGrpSpPr>
        <p:grpSpPr>
          <a:xfrm>
            <a:off x="11116628" y="6507480"/>
            <a:ext cx="111442" cy="108585"/>
            <a:chOff x="0" y="0"/>
            <a:chExt cx="148590" cy="144780"/>
          </a:xfrm>
        </p:grpSpPr>
        <p:sp>
          <p:nvSpPr>
            <p:cNvPr id="95" name="Freeform 95"/>
            <p:cNvSpPr/>
            <p:nvPr/>
          </p:nvSpPr>
          <p:spPr>
            <a:xfrm>
              <a:off x="45720" y="45720"/>
              <a:ext cx="50800" cy="52070"/>
            </a:xfrm>
            <a:custGeom>
              <a:avLst/>
              <a:gdLst/>
              <a:ahLst/>
              <a:cxnLst/>
              <a:rect l="l" t="t" r="r" b="b"/>
              <a:pathLst>
                <a:path w="50800" h="52070">
                  <a:moveTo>
                    <a:pt x="50800" y="17780"/>
                  </a:moveTo>
                  <a:cubicBezTo>
                    <a:pt x="29210" y="52070"/>
                    <a:pt x="8890" y="45720"/>
                    <a:pt x="5080" y="38100"/>
                  </a:cubicBezTo>
                  <a:cubicBezTo>
                    <a:pt x="0" y="31750"/>
                    <a:pt x="3810" y="10160"/>
                    <a:pt x="11430" y="5080"/>
                  </a:cubicBezTo>
                  <a:cubicBezTo>
                    <a:pt x="17780" y="0"/>
                    <a:pt x="44450" y="7620"/>
                    <a:pt x="44450" y="76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6" name="Group 96"/>
          <p:cNvGrpSpPr/>
          <p:nvPr/>
        </p:nvGrpSpPr>
        <p:grpSpPr>
          <a:xfrm>
            <a:off x="10888028" y="6297930"/>
            <a:ext cx="85725" cy="82868"/>
            <a:chOff x="0" y="0"/>
            <a:chExt cx="114300" cy="110490"/>
          </a:xfrm>
        </p:grpSpPr>
        <p:sp>
          <p:nvSpPr>
            <p:cNvPr id="97" name="Freeform 97"/>
            <p:cNvSpPr/>
            <p:nvPr/>
          </p:nvSpPr>
          <p:spPr>
            <a:xfrm>
              <a:off x="50800" y="50800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30" h="7620">
                  <a:moveTo>
                    <a:pt x="11430" y="3810"/>
                  </a:moveTo>
                  <a:cubicBezTo>
                    <a:pt x="0" y="7620"/>
                    <a:pt x="10160" y="0"/>
                    <a:pt x="1016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8" name="Group 98"/>
          <p:cNvGrpSpPr/>
          <p:nvPr/>
        </p:nvGrpSpPr>
        <p:grpSpPr>
          <a:xfrm>
            <a:off x="1466653" y="5736961"/>
            <a:ext cx="1338156" cy="1541038"/>
            <a:chOff x="0" y="0"/>
            <a:chExt cx="1784208" cy="2054717"/>
          </a:xfrm>
        </p:grpSpPr>
        <p:grpSp>
          <p:nvGrpSpPr>
            <p:cNvPr id="99" name="Group 99"/>
            <p:cNvGrpSpPr/>
            <p:nvPr/>
          </p:nvGrpSpPr>
          <p:grpSpPr>
            <a:xfrm>
              <a:off x="0" y="0"/>
              <a:ext cx="1784208" cy="1784208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>
                    <a:solidFill>
                      <a:srgbClr val="FFFFFF"/>
                    </a:solidFill>
                    <a:latin typeface="Arita Dotum Medium"/>
                  </a:rPr>
                  <a:t>                        </a:t>
                </a: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349961" y="569834"/>
              <a:ext cx="403569" cy="396275"/>
              <a:chOff x="0" y="0"/>
              <a:chExt cx="210820" cy="20701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50800" y="48260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67310"/>
                    </a:moveTo>
                    <a:cubicBezTo>
                      <a:pt x="12700" y="17780"/>
                      <a:pt x="21590" y="12700"/>
                      <a:pt x="30480" y="8890"/>
                    </a:cubicBezTo>
                    <a:cubicBezTo>
                      <a:pt x="41910" y="5080"/>
                      <a:pt x="57150" y="0"/>
                      <a:pt x="68580" y="2540"/>
                    </a:cubicBezTo>
                    <a:cubicBezTo>
                      <a:pt x="80010" y="3810"/>
                      <a:pt x="97790" y="16510"/>
                      <a:pt x="99060" y="20320"/>
                    </a:cubicBezTo>
                    <a:cubicBezTo>
                      <a:pt x="100330" y="20320"/>
                      <a:pt x="99060" y="21590"/>
                      <a:pt x="99060" y="21590"/>
                    </a:cubicBezTo>
                    <a:cubicBezTo>
                      <a:pt x="100330" y="21590"/>
                      <a:pt x="101600" y="21590"/>
                      <a:pt x="102870" y="22860"/>
                    </a:cubicBezTo>
                    <a:cubicBezTo>
                      <a:pt x="105410" y="26670"/>
                      <a:pt x="107950" y="41910"/>
                      <a:pt x="107950" y="50800"/>
                    </a:cubicBezTo>
                    <a:cubicBezTo>
                      <a:pt x="107950" y="60960"/>
                      <a:pt x="106680" y="73660"/>
                      <a:pt x="101600" y="82550"/>
                    </a:cubicBezTo>
                    <a:cubicBezTo>
                      <a:pt x="95250" y="91440"/>
                      <a:pt x="83820" y="100330"/>
                      <a:pt x="73660" y="104140"/>
                    </a:cubicBezTo>
                    <a:cubicBezTo>
                      <a:pt x="64770" y="107950"/>
                      <a:pt x="54610" y="107950"/>
                      <a:pt x="44450" y="106680"/>
                    </a:cubicBezTo>
                    <a:cubicBezTo>
                      <a:pt x="33020" y="105410"/>
                      <a:pt x="17780" y="99060"/>
                      <a:pt x="10160" y="91440"/>
                    </a:cubicBezTo>
                    <a:cubicBezTo>
                      <a:pt x="3810" y="85090"/>
                      <a:pt x="0" y="67310"/>
                      <a:pt x="0" y="673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04" name="Group 104"/>
            <p:cNvGrpSpPr/>
            <p:nvPr/>
          </p:nvGrpSpPr>
          <p:grpSpPr>
            <a:xfrm>
              <a:off x="982056" y="574696"/>
              <a:ext cx="406000" cy="381688"/>
              <a:chOff x="0" y="0"/>
              <a:chExt cx="212090" cy="199390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48260" y="46990"/>
                <a:ext cx="11557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15570" h="101600">
                    <a:moveTo>
                      <a:pt x="76200" y="101600"/>
                    </a:moveTo>
                    <a:cubicBezTo>
                      <a:pt x="19050" y="90170"/>
                      <a:pt x="10160" y="77470"/>
                      <a:pt x="6350" y="66040"/>
                    </a:cubicBezTo>
                    <a:cubicBezTo>
                      <a:pt x="3810" y="55880"/>
                      <a:pt x="2540" y="41910"/>
                      <a:pt x="8890" y="31750"/>
                    </a:cubicBezTo>
                    <a:cubicBezTo>
                      <a:pt x="16510" y="20320"/>
                      <a:pt x="43180" y="7620"/>
                      <a:pt x="59690" y="5080"/>
                    </a:cubicBezTo>
                    <a:cubicBezTo>
                      <a:pt x="72390" y="2540"/>
                      <a:pt x="87630" y="5080"/>
                      <a:pt x="97790" y="10160"/>
                    </a:cubicBezTo>
                    <a:cubicBezTo>
                      <a:pt x="105410" y="15240"/>
                      <a:pt x="110490" y="24130"/>
                      <a:pt x="113030" y="33020"/>
                    </a:cubicBezTo>
                    <a:cubicBezTo>
                      <a:pt x="115570" y="43180"/>
                      <a:pt x="115570" y="58420"/>
                      <a:pt x="110490" y="68580"/>
                    </a:cubicBezTo>
                    <a:cubicBezTo>
                      <a:pt x="106680" y="77470"/>
                      <a:pt x="99060" y="87630"/>
                      <a:pt x="88900" y="91440"/>
                    </a:cubicBezTo>
                    <a:cubicBezTo>
                      <a:pt x="74930" y="99060"/>
                      <a:pt x="43180" y="101600"/>
                      <a:pt x="27940" y="95250"/>
                    </a:cubicBezTo>
                    <a:cubicBezTo>
                      <a:pt x="16510" y="90170"/>
                      <a:pt x="5080" y="78740"/>
                      <a:pt x="2540" y="67310"/>
                    </a:cubicBezTo>
                    <a:cubicBezTo>
                      <a:pt x="0" y="53340"/>
                      <a:pt x="6350" y="24130"/>
                      <a:pt x="17780" y="13970"/>
                    </a:cubicBezTo>
                    <a:cubicBezTo>
                      <a:pt x="30480" y="3810"/>
                      <a:pt x="62230" y="0"/>
                      <a:pt x="76200" y="3810"/>
                    </a:cubicBezTo>
                    <a:cubicBezTo>
                      <a:pt x="87630" y="7620"/>
                      <a:pt x="102870" y="22860"/>
                      <a:pt x="101600" y="30480"/>
                    </a:cubicBezTo>
                    <a:cubicBezTo>
                      <a:pt x="101600" y="39370"/>
                      <a:pt x="82550" y="54610"/>
                      <a:pt x="73660" y="54610"/>
                    </a:cubicBezTo>
                    <a:cubicBezTo>
                      <a:pt x="67310" y="55880"/>
                      <a:pt x="57150" y="48260"/>
                      <a:pt x="54610" y="41910"/>
                    </a:cubicBezTo>
                    <a:cubicBezTo>
                      <a:pt x="50800" y="35560"/>
                      <a:pt x="50800" y="24130"/>
                      <a:pt x="54610" y="17780"/>
                    </a:cubicBezTo>
                    <a:cubicBezTo>
                      <a:pt x="58420" y="11430"/>
                      <a:pt x="73660" y="3810"/>
                      <a:pt x="82550" y="5080"/>
                    </a:cubicBezTo>
                    <a:cubicBezTo>
                      <a:pt x="88900" y="6350"/>
                      <a:pt x="97790" y="13970"/>
                      <a:pt x="100330" y="20320"/>
                    </a:cubicBezTo>
                    <a:cubicBezTo>
                      <a:pt x="102870" y="27940"/>
                      <a:pt x="99060" y="44450"/>
                      <a:pt x="91440" y="49530"/>
                    </a:cubicBezTo>
                    <a:cubicBezTo>
                      <a:pt x="85090" y="55880"/>
                      <a:pt x="57150" y="48260"/>
                      <a:pt x="57150" y="50800"/>
                    </a:cubicBezTo>
                    <a:cubicBezTo>
                      <a:pt x="57150" y="53340"/>
                      <a:pt x="95250" y="58420"/>
                      <a:pt x="100330" y="67310"/>
                    </a:cubicBezTo>
                    <a:cubicBezTo>
                      <a:pt x="104140" y="73660"/>
                      <a:pt x="101600" y="85090"/>
                      <a:pt x="97790" y="90170"/>
                    </a:cubicBezTo>
                    <a:cubicBezTo>
                      <a:pt x="93980" y="96520"/>
                      <a:pt x="76200" y="101600"/>
                      <a:pt x="76200" y="10160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06" name="Group 106"/>
            <p:cNvGrpSpPr/>
            <p:nvPr/>
          </p:nvGrpSpPr>
          <p:grpSpPr>
            <a:xfrm>
              <a:off x="119003" y="735151"/>
              <a:ext cx="464347" cy="398706"/>
              <a:chOff x="0" y="0"/>
              <a:chExt cx="242570" cy="20828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46990" y="50800"/>
                <a:ext cx="15621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114300">
                    <a:moveTo>
                      <a:pt x="36830" y="0"/>
                    </a:moveTo>
                    <a:cubicBezTo>
                      <a:pt x="156210" y="58420"/>
                      <a:pt x="153670" y="96520"/>
                      <a:pt x="142240" y="105410"/>
                    </a:cubicBezTo>
                    <a:cubicBezTo>
                      <a:pt x="129540" y="114300"/>
                      <a:pt x="87630" y="96520"/>
                      <a:pt x="63500" y="87630"/>
                    </a:cubicBezTo>
                    <a:cubicBezTo>
                      <a:pt x="41910" y="78740"/>
                      <a:pt x="7620" y="69850"/>
                      <a:pt x="3810" y="54610"/>
                    </a:cubicBezTo>
                    <a:cubicBezTo>
                      <a:pt x="0" y="39370"/>
                      <a:pt x="36830" y="0"/>
                      <a:pt x="36830" y="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08" name="Group 108"/>
            <p:cNvGrpSpPr/>
            <p:nvPr/>
          </p:nvGrpSpPr>
          <p:grpSpPr>
            <a:xfrm>
              <a:off x="1178978" y="718133"/>
              <a:ext cx="486227" cy="427880"/>
              <a:chOff x="0" y="0"/>
              <a:chExt cx="254000" cy="22352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50800" y="55880"/>
                <a:ext cx="15748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57480" h="127000">
                    <a:moveTo>
                      <a:pt x="0" y="54610"/>
                    </a:moveTo>
                    <a:cubicBezTo>
                      <a:pt x="137160" y="0"/>
                      <a:pt x="157480" y="33020"/>
                      <a:pt x="152400" y="49530"/>
                    </a:cubicBezTo>
                    <a:cubicBezTo>
                      <a:pt x="144780" y="74930"/>
                      <a:pt x="41910" y="127000"/>
                      <a:pt x="17780" y="116840"/>
                    </a:cubicBezTo>
                    <a:cubicBezTo>
                      <a:pt x="2540" y="110490"/>
                      <a:pt x="0" y="54610"/>
                      <a:pt x="0" y="54610"/>
                    </a:cubicBezTo>
                  </a:path>
                </a:pathLst>
              </a:custGeom>
              <a:solidFill>
                <a:srgbClr val="FFA0F9">
                  <a:alpha val="49804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0" name="Group 110"/>
            <p:cNvGrpSpPr/>
            <p:nvPr/>
          </p:nvGrpSpPr>
          <p:grpSpPr>
            <a:xfrm>
              <a:off x="965419" y="626391"/>
              <a:ext cx="425908" cy="152521"/>
              <a:chOff x="0" y="0"/>
              <a:chExt cx="563880" cy="20193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48260" y="39370"/>
                <a:ext cx="46990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w="469900" h="119380">
                    <a:moveTo>
                      <a:pt x="419100" y="110490"/>
                    </a:moveTo>
                    <a:cubicBezTo>
                      <a:pt x="222250" y="99060"/>
                      <a:pt x="78740" y="119380"/>
                      <a:pt x="39370" y="110490"/>
                    </a:cubicBezTo>
                    <a:cubicBezTo>
                      <a:pt x="25400" y="107950"/>
                      <a:pt x="19050" y="105410"/>
                      <a:pt x="13970" y="97790"/>
                    </a:cubicBezTo>
                    <a:cubicBezTo>
                      <a:pt x="6350" y="86360"/>
                      <a:pt x="2540" y="55880"/>
                      <a:pt x="8890" y="43180"/>
                    </a:cubicBezTo>
                    <a:cubicBezTo>
                      <a:pt x="13970" y="33020"/>
                      <a:pt x="31750" y="22860"/>
                      <a:pt x="44450" y="22860"/>
                    </a:cubicBezTo>
                    <a:cubicBezTo>
                      <a:pt x="55880" y="21590"/>
                      <a:pt x="74930" y="30480"/>
                      <a:pt x="81280" y="40640"/>
                    </a:cubicBezTo>
                    <a:cubicBezTo>
                      <a:pt x="88900" y="49530"/>
                      <a:pt x="92710" y="69850"/>
                      <a:pt x="88900" y="81280"/>
                    </a:cubicBezTo>
                    <a:cubicBezTo>
                      <a:pt x="83820" y="92710"/>
                      <a:pt x="69850" y="106680"/>
                      <a:pt x="58420" y="109220"/>
                    </a:cubicBezTo>
                    <a:cubicBezTo>
                      <a:pt x="45720" y="113030"/>
                      <a:pt x="26670" y="107950"/>
                      <a:pt x="17780" y="100330"/>
                    </a:cubicBezTo>
                    <a:cubicBezTo>
                      <a:pt x="7620" y="92710"/>
                      <a:pt x="0" y="73660"/>
                      <a:pt x="2540" y="62230"/>
                    </a:cubicBezTo>
                    <a:cubicBezTo>
                      <a:pt x="5080" y="48260"/>
                      <a:pt x="17780" y="33020"/>
                      <a:pt x="39370" y="22860"/>
                    </a:cubicBezTo>
                    <a:cubicBezTo>
                      <a:pt x="90170" y="0"/>
                      <a:pt x="266700" y="5080"/>
                      <a:pt x="342900" y="11430"/>
                    </a:cubicBezTo>
                    <a:cubicBezTo>
                      <a:pt x="391160" y="16510"/>
                      <a:pt x="440690" y="19050"/>
                      <a:pt x="457200" y="36830"/>
                    </a:cubicBezTo>
                    <a:cubicBezTo>
                      <a:pt x="468630" y="49530"/>
                      <a:pt x="469900" y="74930"/>
                      <a:pt x="463550" y="87630"/>
                    </a:cubicBezTo>
                    <a:cubicBezTo>
                      <a:pt x="457200" y="99060"/>
                      <a:pt x="419100" y="110490"/>
                      <a:pt x="419100" y="1104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2" name="Group 112"/>
            <p:cNvGrpSpPr/>
            <p:nvPr/>
          </p:nvGrpSpPr>
          <p:grpSpPr>
            <a:xfrm>
              <a:off x="329435" y="613921"/>
              <a:ext cx="441256" cy="155399"/>
              <a:chOff x="0" y="0"/>
              <a:chExt cx="584200" cy="20574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50800" y="45720"/>
                <a:ext cx="48641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486410" h="124460">
                    <a:moveTo>
                      <a:pt x="40640" y="21590"/>
                    </a:moveTo>
                    <a:cubicBezTo>
                      <a:pt x="247650" y="2540"/>
                      <a:pt x="337820" y="0"/>
                      <a:pt x="391160" y="10160"/>
                    </a:cubicBezTo>
                    <a:cubicBezTo>
                      <a:pt x="426720" y="16510"/>
                      <a:pt x="466090" y="25400"/>
                      <a:pt x="477520" y="43180"/>
                    </a:cubicBezTo>
                    <a:cubicBezTo>
                      <a:pt x="486410" y="53340"/>
                      <a:pt x="485140" y="72390"/>
                      <a:pt x="480060" y="83820"/>
                    </a:cubicBezTo>
                    <a:cubicBezTo>
                      <a:pt x="474980" y="95250"/>
                      <a:pt x="459740" y="107950"/>
                      <a:pt x="447040" y="109220"/>
                    </a:cubicBezTo>
                    <a:cubicBezTo>
                      <a:pt x="435610" y="111760"/>
                      <a:pt x="416560" y="104140"/>
                      <a:pt x="407670" y="96520"/>
                    </a:cubicBezTo>
                    <a:cubicBezTo>
                      <a:pt x="400050" y="90170"/>
                      <a:pt x="396240" y="80010"/>
                      <a:pt x="396240" y="71120"/>
                    </a:cubicBezTo>
                    <a:cubicBezTo>
                      <a:pt x="394970" y="59690"/>
                      <a:pt x="402590" y="40640"/>
                      <a:pt x="411480" y="31750"/>
                    </a:cubicBezTo>
                    <a:cubicBezTo>
                      <a:pt x="417830" y="25400"/>
                      <a:pt x="427990" y="20320"/>
                      <a:pt x="436880" y="21590"/>
                    </a:cubicBezTo>
                    <a:cubicBezTo>
                      <a:pt x="450850" y="22860"/>
                      <a:pt x="474980" y="39370"/>
                      <a:pt x="481330" y="50800"/>
                    </a:cubicBezTo>
                    <a:cubicBezTo>
                      <a:pt x="486410" y="59690"/>
                      <a:pt x="485140" y="71120"/>
                      <a:pt x="482600" y="80010"/>
                    </a:cubicBezTo>
                    <a:cubicBezTo>
                      <a:pt x="477520" y="90170"/>
                      <a:pt x="468630" y="102870"/>
                      <a:pt x="452120" y="107950"/>
                    </a:cubicBezTo>
                    <a:cubicBezTo>
                      <a:pt x="408940" y="124460"/>
                      <a:pt x="267970" y="91440"/>
                      <a:pt x="191770" y="92710"/>
                    </a:cubicBezTo>
                    <a:cubicBezTo>
                      <a:pt x="134620" y="93980"/>
                      <a:pt x="67310" y="115570"/>
                      <a:pt x="38100" y="109220"/>
                    </a:cubicBezTo>
                    <a:cubicBezTo>
                      <a:pt x="24130" y="106680"/>
                      <a:pt x="16510" y="101600"/>
                      <a:pt x="10160" y="93980"/>
                    </a:cubicBezTo>
                    <a:cubicBezTo>
                      <a:pt x="3810" y="86360"/>
                      <a:pt x="0" y="73660"/>
                      <a:pt x="0" y="63500"/>
                    </a:cubicBezTo>
                    <a:cubicBezTo>
                      <a:pt x="1270" y="54610"/>
                      <a:pt x="6350" y="41910"/>
                      <a:pt x="12700" y="35560"/>
                    </a:cubicBezTo>
                    <a:cubicBezTo>
                      <a:pt x="19050" y="27940"/>
                      <a:pt x="40640" y="21590"/>
                      <a:pt x="40640" y="2159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4" name="Group 114"/>
            <p:cNvGrpSpPr/>
            <p:nvPr/>
          </p:nvGrpSpPr>
          <p:grpSpPr>
            <a:xfrm>
              <a:off x="553900" y="1021603"/>
              <a:ext cx="672435" cy="158277"/>
              <a:chOff x="0" y="0"/>
              <a:chExt cx="890270" cy="20955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46990" y="46990"/>
                <a:ext cx="792480" cy="123190"/>
              </a:xfrm>
              <a:custGeom>
                <a:avLst/>
                <a:gdLst/>
                <a:ahLst/>
                <a:cxnLst/>
                <a:rect l="l" t="t" r="r" b="b"/>
                <a:pathLst>
                  <a:path w="792480" h="123190">
                    <a:moveTo>
                      <a:pt x="40640" y="3810"/>
                    </a:moveTo>
                    <a:cubicBezTo>
                      <a:pt x="210820" y="58420"/>
                      <a:pt x="274320" y="58420"/>
                      <a:pt x="345440" y="60960"/>
                    </a:cubicBezTo>
                    <a:cubicBezTo>
                      <a:pt x="439420" y="64770"/>
                      <a:pt x="595630" y="73660"/>
                      <a:pt x="671830" y="60960"/>
                    </a:cubicBezTo>
                    <a:cubicBezTo>
                      <a:pt x="713740" y="53340"/>
                      <a:pt x="745490" y="21590"/>
                      <a:pt x="767080" y="26670"/>
                    </a:cubicBezTo>
                    <a:cubicBezTo>
                      <a:pt x="778510" y="30480"/>
                      <a:pt x="792480" y="45720"/>
                      <a:pt x="791210" y="54610"/>
                    </a:cubicBezTo>
                    <a:cubicBezTo>
                      <a:pt x="791210" y="62230"/>
                      <a:pt x="772160" y="77470"/>
                      <a:pt x="763270" y="77470"/>
                    </a:cubicBezTo>
                    <a:cubicBezTo>
                      <a:pt x="755650" y="77470"/>
                      <a:pt x="746760" y="69850"/>
                      <a:pt x="744220" y="63500"/>
                    </a:cubicBezTo>
                    <a:cubicBezTo>
                      <a:pt x="740410" y="58420"/>
                      <a:pt x="739140" y="45720"/>
                      <a:pt x="744220" y="40640"/>
                    </a:cubicBezTo>
                    <a:cubicBezTo>
                      <a:pt x="749300" y="33020"/>
                      <a:pt x="772160" y="26670"/>
                      <a:pt x="779780" y="30480"/>
                    </a:cubicBezTo>
                    <a:cubicBezTo>
                      <a:pt x="787400" y="35560"/>
                      <a:pt x="791210" y="55880"/>
                      <a:pt x="787400" y="67310"/>
                    </a:cubicBezTo>
                    <a:cubicBezTo>
                      <a:pt x="781050" y="81280"/>
                      <a:pt x="762000" y="92710"/>
                      <a:pt x="734060" y="101600"/>
                    </a:cubicBezTo>
                    <a:cubicBezTo>
                      <a:pt x="665480" y="123190"/>
                      <a:pt x="445770" y="113030"/>
                      <a:pt x="344170" y="111760"/>
                    </a:cubicBezTo>
                    <a:cubicBezTo>
                      <a:pt x="280670" y="110490"/>
                      <a:pt x="234950" y="107950"/>
                      <a:pt x="186690" y="101600"/>
                    </a:cubicBezTo>
                    <a:cubicBezTo>
                      <a:pt x="144780" y="95250"/>
                      <a:pt x="104140" y="87630"/>
                      <a:pt x="71120" y="73660"/>
                    </a:cubicBezTo>
                    <a:cubicBezTo>
                      <a:pt x="44450" y="63500"/>
                      <a:pt x="8890" y="48260"/>
                      <a:pt x="3810" y="33020"/>
                    </a:cubicBezTo>
                    <a:cubicBezTo>
                      <a:pt x="0" y="24130"/>
                      <a:pt x="6350" y="10160"/>
                      <a:pt x="12700" y="5080"/>
                    </a:cubicBezTo>
                    <a:cubicBezTo>
                      <a:pt x="19050" y="0"/>
                      <a:pt x="40640" y="3810"/>
                      <a:pt x="40640" y="3810"/>
                    </a:cubicBezTo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6" name="Group 116"/>
            <p:cNvGrpSpPr/>
            <p:nvPr/>
          </p:nvGrpSpPr>
          <p:grpSpPr>
            <a:xfrm>
              <a:off x="689634" y="1691161"/>
              <a:ext cx="259957" cy="260916"/>
              <a:chOff x="0" y="0"/>
              <a:chExt cx="344170" cy="345440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49530" y="49530"/>
                <a:ext cx="242570" cy="248920"/>
              </a:xfrm>
              <a:custGeom>
                <a:avLst/>
                <a:gdLst/>
                <a:ahLst/>
                <a:cxnLst/>
                <a:rect l="l" t="t" r="r" b="b"/>
                <a:pathLst>
                  <a:path w="242570" h="248920">
                    <a:moveTo>
                      <a:pt x="1270" y="102870"/>
                    </a:moveTo>
                    <a:cubicBezTo>
                      <a:pt x="24130" y="30480"/>
                      <a:pt x="40640" y="19050"/>
                      <a:pt x="57150" y="11430"/>
                    </a:cubicBezTo>
                    <a:cubicBezTo>
                      <a:pt x="72390" y="3810"/>
                      <a:pt x="90170" y="2540"/>
                      <a:pt x="107950" y="1270"/>
                    </a:cubicBezTo>
                    <a:cubicBezTo>
                      <a:pt x="127000" y="0"/>
                      <a:pt x="149860" y="0"/>
                      <a:pt x="168910" y="5080"/>
                    </a:cubicBezTo>
                    <a:cubicBezTo>
                      <a:pt x="189230" y="11430"/>
                      <a:pt x="213360" y="21590"/>
                      <a:pt x="226060" y="38100"/>
                    </a:cubicBezTo>
                    <a:cubicBezTo>
                      <a:pt x="237490" y="54610"/>
                      <a:pt x="242570" y="86360"/>
                      <a:pt x="242570" y="101600"/>
                    </a:cubicBezTo>
                    <a:cubicBezTo>
                      <a:pt x="242570" y="110490"/>
                      <a:pt x="237490" y="114300"/>
                      <a:pt x="237490" y="121920"/>
                    </a:cubicBezTo>
                    <a:cubicBezTo>
                      <a:pt x="236220" y="130810"/>
                      <a:pt x="241300" y="139700"/>
                      <a:pt x="241300" y="151130"/>
                    </a:cubicBezTo>
                    <a:cubicBezTo>
                      <a:pt x="240030" y="168910"/>
                      <a:pt x="233680" y="203200"/>
                      <a:pt x="222250" y="218440"/>
                    </a:cubicBezTo>
                    <a:cubicBezTo>
                      <a:pt x="213360" y="231140"/>
                      <a:pt x="198120" y="238760"/>
                      <a:pt x="182880" y="243840"/>
                    </a:cubicBezTo>
                    <a:cubicBezTo>
                      <a:pt x="163830" y="248920"/>
                      <a:pt x="132080" y="247650"/>
                      <a:pt x="115570" y="243840"/>
                    </a:cubicBezTo>
                    <a:cubicBezTo>
                      <a:pt x="102870" y="241300"/>
                      <a:pt x="90170" y="232410"/>
                      <a:pt x="86360" y="232410"/>
                    </a:cubicBezTo>
                    <a:cubicBezTo>
                      <a:pt x="82550" y="231140"/>
                      <a:pt x="50800" y="224790"/>
                      <a:pt x="38100" y="213360"/>
                    </a:cubicBezTo>
                    <a:cubicBezTo>
                      <a:pt x="25400" y="201930"/>
                      <a:pt x="13970" y="168910"/>
                      <a:pt x="12700" y="165100"/>
                    </a:cubicBezTo>
                    <a:cubicBezTo>
                      <a:pt x="12700" y="163830"/>
                      <a:pt x="12700" y="165100"/>
                      <a:pt x="12700" y="163830"/>
                    </a:cubicBezTo>
                    <a:cubicBezTo>
                      <a:pt x="11430" y="162560"/>
                      <a:pt x="5080" y="154940"/>
                      <a:pt x="2540" y="147320"/>
                    </a:cubicBezTo>
                    <a:cubicBezTo>
                      <a:pt x="0" y="135890"/>
                      <a:pt x="1270" y="102870"/>
                      <a:pt x="1270" y="10287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18" name="Group 118"/>
            <p:cNvGrpSpPr/>
            <p:nvPr/>
          </p:nvGrpSpPr>
          <p:grpSpPr>
            <a:xfrm>
              <a:off x="806663" y="1577969"/>
              <a:ext cx="425908" cy="455645"/>
              <a:chOff x="0" y="0"/>
              <a:chExt cx="563880" cy="60325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45720" y="46990"/>
                <a:ext cx="473710" cy="511810"/>
              </a:xfrm>
              <a:custGeom>
                <a:avLst/>
                <a:gdLst/>
                <a:ahLst/>
                <a:cxnLst/>
                <a:rect l="l" t="t" r="r" b="b"/>
                <a:pathLst>
                  <a:path w="473710" h="511810">
                    <a:moveTo>
                      <a:pt x="43180" y="143510"/>
                    </a:moveTo>
                    <a:cubicBezTo>
                      <a:pt x="156210" y="54610"/>
                      <a:pt x="194310" y="33020"/>
                      <a:pt x="231140" y="21590"/>
                    </a:cubicBezTo>
                    <a:cubicBezTo>
                      <a:pt x="265430" y="10160"/>
                      <a:pt x="304800" y="0"/>
                      <a:pt x="335280" y="3810"/>
                    </a:cubicBezTo>
                    <a:cubicBezTo>
                      <a:pt x="359410" y="7620"/>
                      <a:pt x="384810" y="22860"/>
                      <a:pt x="400050" y="38100"/>
                    </a:cubicBezTo>
                    <a:cubicBezTo>
                      <a:pt x="414020" y="49530"/>
                      <a:pt x="419100" y="60960"/>
                      <a:pt x="426720" y="80010"/>
                    </a:cubicBezTo>
                    <a:cubicBezTo>
                      <a:pt x="441960" y="116840"/>
                      <a:pt x="459740" y="198120"/>
                      <a:pt x="464820" y="245110"/>
                    </a:cubicBezTo>
                    <a:cubicBezTo>
                      <a:pt x="469900" y="280670"/>
                      <a:pt x="473710" y="308610"/>
                      <a:pt x="466090" y="340360"/>
                    </a:cubicBezTo>
                    <a:cubicBezTo>
                      <a:pt x="458470" y="375920"/>
                      <a:pt x="441960" y="421640"/>
                      <a:pt x="411480" y="448310"/>
                    </a:cubicBezTo>
                    <a:cubicBezTo>
                      <a:pt x="375920" y="480060"/>
                      <a:pt x="302260" y="497840"/>
                      <a:pt x="256540" y="505460"/>
                    </a:cubicBezTo>
                    <a:cubicBezTo>
                      <a:pt x="219710" y="510540"/>
                      <a:pt x="191770" y="511810"/>
                      <a:pt x="156210" y="500380"/>
                    </a:cubicBezTo>
                    <a:cubicBezTo>
                      <a:pt x="110490" y="483870"/>
                      <a:pt x="25400" y="429260"/>
                      <a:pt x="8890" y="397510"/>
                    </a:cubicBezTo>
                    <a:cubicBezTo>
                      <a:pt x="0" y="379730"/>
                      <a:pt x="3810" y="360680"/>
                      <a:pt x="8890" y="347980"/>
                    </a:cubicBezTo>
                    <a:cubicBezTo>
                      <a:pt x="13970" y="337820"/>
                      <a:pt x="24130" y="328930"/>
                      <a:pt x="33020" y="325120"/>
                    </a:cubicBezTo>
                    <a:cubicBezTo>
                      <a:pt x="43180" y="320040"/>
                      <a:pt x="55880" y="317500"/>
                      <a:pt x="67310" y="321310"/>
                    </a:cubicBezTo>
                    <a:cubicBezTo>
                      <a:pt x="80010" y="325120"/>
                      <a:pt x="99060" y="339090"/>
                      <a:pt x="104140" y="353060"/>
                    </a:cubicBezTo>
                    <a:cubicBezTo>
                      <a:pt x="109220" y="367030"/>
                      <a:pt x="106680" y="389890"/>
                      <a:pt x="99060" y="402590"/>
                    </a:cubicBezTo>
                    <a:cubicBezTo>
                      <a:pt x="91440" y="414020"/>
                      <a:pt x="68580" y="424180"/>
                      <a:pt x="55880" y="425450"/>
                    </a:cubicBezTo>
                    <a:cubicBezTo>
                      <a:pt x="44450" y="425450"/>
                      <a:pt x="31750" y="420370"/>
                      <a:pt x="24130" y="414020"/>
                    </a:cubicBezTo>
                    <a:cubicBezTo>
                      <a:pt x="15240" y="407670"/>
                      <a:pt x="7620" y="396240"/>
                      <a:pt x="5080" y="386080"/>
                    </a:cubicBezTo>
                    <a:cubicBezTo>
                      <a:pt x="2540" y="375920"/>
                      <a:pt x="1270" y="363220"/>
                      <a:pt x="6350" y="353060"/>
                    </a:cubicBezTo>
                    <a:cubicBezTo>
                      <a:pt x="12700" y="340360"/>
                      <a:pt x="30480" y="325120"/>
                      <a:pt x="44450" y="321310"/>
                    </a:cubicBezTo>
                    <a:cubicBezTo>
                      <a:pt x="54610" y="317500"/>
                      <a:pt x="63500" y="320040"/>
                      <a:pt x="77470" y="325120"/>
                    </a:cubicBezTo>
                    <a:cubicBezTo>
                      <a:pt x="102870" y="334010"/>
                      <a:pt x="148590" y="379730"/>
                      <a:pt x="176530" y="391160"/>
                    </a:cubicBezTo>
                    <a:cubicBezTo>
                      <a:pt x="194310" y="398780"/>
                      <a:pt x="204470" y="401320"/>
                      <a:pt x="223520" y="401320"/>
                    </a:cubicBezTo>
                    <a:cubicBezTo>
                      <a:pt x="251460" y="401320"/>
                      <a:pt x="304800" y="394970"/>
                      <a:pt x="328930" y="381000"/>
                    </a:cubicBezTo>
                    <a:cubicBezTo>
                      <a:pt x="345440" y="370840"/>
                      <a:pt x="355600" y="359410"/>
                      <a:pt x="361950" y="340360"/>
                    </a:cubicBezTo>
                    <a:cubicBezTo>
                      <a:pt x="373380" y="308610"/>
                      <a:pt x="368300" y="236220"/>
                      <a:pt x="359410" y="194310"/>
                    </a:cubicBezTo>
                    <a:cubicBezTo>
                      <a:pt x="351790" y="160020"/>
                      <a:pt x="344170" y="115570"/>
                      <a:pt x="321310" y="104140"/>
                    </a:cubicBezTo>
                    <a:cubicBezTo>
                      <a:pt x="298450" y="91440"/>
                      <a:pt x="256540" y="111760"/>
                      <a:pt x="222250" y="127000"/>
                    </a:cubicBezTo>
                    <a:cubicBezTo>
                      <a:pt x="176530" y="146050"/>
                      <a:pt x="113030" y="220980"/>
                      <a:pt x="78740" y="222250"/>
                    </a:cubicBezTo>
                    <a:cubicBezTo>
                      <a:pt x="59690" y="222250"/>
                      <a:pt x="40640" y="208280"/>
                      <a:pt x="34290" y="194310"/>
                    </a:cubicBezTo>
                    <a:cubicBezTo>
                      <a:pt x="27940" y="181610"/>
                      <a:pt x="43180" y="143510"/>
                      <a:pt x="43180" y="1435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0" name="Group 120"/>
            <p:cNvGrpSpPr/>
            <p:nvPr/>
          </p:nvGrpSpPr>
          <p:grpSpPr>
            <a:xfrm>
              <a:off x="431596" y="1578928"/>
              <a:ext cx="410560" cy="475789"/>
              <a:chOff x="0" y="0"/>
              <a:chExt cx="543560" cy="62992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43180" y="44450"/>
                <a:ext cx="455930" cy="542290"/>
              </a:xfrm>
              <a:custGeom>
                <a:avLst/>
                <a:gdLst/>
                <a:ahLst/>
                <a:cxnLst/>
                <a:rect l="l" t="t" r="r" b="b"/>
                <a:pathLst>
                  <a:path w="455930" h="542290">
                    <a:moveTo>
                      <a:pt x="335280" y="212090"/>
                    </a:moveTo>
                    <a:cubicBezTo>
                      <a:pt x="191770" y="97790"/>
                      <a:pt x="151130" y="92710"/>
                      <a:pt x="129540" y="114300"/>
                    </a:cubicBezTo>
                    <a:cubicBezTo>
                      <a:pt x="91440" y="152400"/>
                      <a:pt x="86360" y="382270"/>
                      <a:pt x="111760" y="417830"/>
                    </a:cubicBezTo>
                    <a:cubicBezTo>
                      <a:pt x="121920" y="431800"/>
                      <a:pt x="139700" y="429260"/>
                      <a:pt x="156210" y="430530"/>
                    </a:cubicBezTo>
                    <a:cubicBezTo>
                      <a:pt x="172720" y="430530"/>
                      <a:pt x="186690" y="427990"/>
                      <a:pt x="209550" y="419100"/>
                    </a:cubicBezTo>
                    <a:cubicBezTo>
                      <a:pt x="255270" y="401320"/>
                      <a:pt x="361950" y="304800"/>
                      <a:pt x="398780" y="300990"/>
                    </a:cubicBezTo>
                    <a:cubicBezTo>
                      <a:pt x="412750" y="299720"/>
                      <a:pt x="421640" y="304800"/>
                      <a:pt x="430530" y="311150"/>
                    </a:cubicBezTo>
                    <a:cubicBezTo>
                      <a:pt x="439420" y="317500"/>
                      <a:pt x="447040" y="328930"/>
                      <a:pt x="449580" y="339090"/>
                    </a:cubicBezTo>
                    <a:cubicBezTo>
                      <a:pt x="452120" y="349250"/>
                      <a:pt x="452120" y="363220"/>
                      <a:pt x="448310" y="373380"/>
                    </a:cubicBezTo>
                    <a:cubicBezTo>
                      <a:pt x="443230" y="382270"/>
                      <a:pt x="435610" y="393700"/>
                      <a:pt x="425450" y="398780"/>
                    </a:cubicBezTo>
                    <a:cubicBezTo>
                      <a:pt x="414020" y="405130"/>
                      <a:pt x="389890" y="407670"/>
                      <a:pt x="377190" y="401320"/>
                    </a:cubicBezTo>
                    <a:cubicBezTo>
                      <a:pt x="363220" y="394970"/>
                      <a:pt x="349250" y="375920"/>
                      <a:pt x="346710" y="361950"/>
                    </a:cubicBezTo>
                    <a:cubicBezTo>
                      <a:pt x="344170" y="347980"/>
                      <a:pt x="353060" y="325120"/>
                      <a:pt x="361950" y="314960"/>
                    </a:cubicBezTo>
                    <a:cubicBezTo>
                      <a:pt x="369570" y="307340"/>
                      <a:pt x="382270" y="300990"/>
                      <a:pt x="392430" y="300990"/>
                    </a:cubicBezTo>
                    <a:cubicBezTo>
                      <a:pt x="406400" y="300990"/>
                      <a:pt x="429260" y="308610"/>
                      <a:pt x="439420" y="318770"/>
                    </a:cubicBezTo>
                    <a:cubicBezTo>
                      <a:pt x="448310" y="330200"/>
                      <a:pt x="455930" y="350520"/>
                      <a:pt x="449580" y="367030"/>
                    </a:cubicBezTo>
                    <a:cubicBezTo>
                      <a:pt x="439420" y="398780"/>
                      <a:pt x="370840" y="440690"/>
                      <a:pt x="326390" y="468630"/>
                    </a:cubicBezTo>
                    <a:cubicBezTo>
                      <a:pt x="283210" y="496570"/>
                      <a:pt x="228600" y="524510"/>
                      <a:pt x="185420" y="534670"/>
                    </a:cubicBezTo>
                    <a:cubicBezTo>
                      <a:pt x="149860" y="542290"/>
                      <a:pt x="114300" y="541020"/>
                      <a:pt x="87630" y="533400"/>
                    </a:cubicBezTo>
                    <a:cubicBezTo>
                      <a:pt x="66040" y="527050"/>
                      <a:pt x="46990" y="516890"/>
                      <a:pt x="34290" y="502920"/>
                    </a:cubicBezTo>
                    <a:cubicBezTo>
                      <a:pt x="20320" y="486410"/>
                      <a:pt x="12700" y="466090"/>
                      <a:pt x="7620" y="440690"/>
                    </a:cubicBezTo>
                    <a:cubicBezTo>
                      <a:pt x="0" y="402590"/>
                      <a:pt x="5080" y="344170"/>
                      <a:pt x="8890" y="292100"/>
                    </a:cubicBezTo>
                    <a:cubicBezTo>
                      <a:pt x="12700" y="236220"/>
                      <a:pt x="21590" y="161290"/>
                      <a:pt x="33020" y="119380"/>
                    </a:cubicBezTo>
                    <a:cubicBezTo>
                      <a:pt x="39370" y="95250"/>
                      <a:pt x="44450" y="78740"/>
                      <a:pt x="55880" y="62230"/>
                    </a:cubicBezTo>
                    <a:cubicBezTo>
                      <a:pt x="68580" y="45720"/>
                      <a:pt x="87630" y="30480"/>
                      <a:pt x="105410" y="21590"/>
                    </a:cubicBezTo>
                    <a:cubicBezTo>
                      <a:pt x="120650" y="12700"/>
                      <a:pt x="134620" y="8890"/>
                      <a:pt x="152400" y="6350"/>
                    </a:cubicBezTo>
                    <a:cubicBezTo>
                      <a:pt x="177800" y="3810"/>
                      <a:pt x="213360" y="0"/>
                      <a:pt x="245110" y="12700"/>
                    </a:cubicBezTo>
                    <a:cubicBezTo>
                      <a:pt x="289560" y="30480"/>
                      <a:pt x="356870" y="95250"/>
                      <a:pt x="384810" y="125730"/>
                    </a:cubicBezTo>
                    <a:cubicBezTo>
                      <a:pt x="400050" y="140970"/>
                      <a:pt x="408940" y="152400"/>
                      <a:pt x="414020" y="166370"/>
                    </a:cubicBezTo>
                    <a:cubicBezTo>
                      <a:pt x="417830" y="176530"/>
                      <a:pt x="417830" y="189230"/>
                      <a:pt x="415290" y="198120"/>
                    </a:cubicBezTo>
                    <a:cubicBezTo>
                      <a:pt x="411480" y="208280"/>
                      <a:pt x="402590" y="218440"/>
                      <a:pt x="394970" y="223520"/>
                    </a:cubicBezTo>
                    <a:cubicBezTo>
                      <a:pt x="386080" y="228600"/>
                      <a:pt x="372110" y="231140"/>
                      <a:pt x="361950" y="228600"/>
                    </a:cubicBezTo>
                    <a:cubicBezTo>
                      <a:pt x="353060" y="227330"/>
                      <a:pt x="335280" y="212090"/>
                      <a:pt x="335280" y="21209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2" name="Group 122"/>
            <p:cNvGrpSpPr/>
            <p:nvPr/>
          </p:nvGrpSpPr>
          <p:grpSpPr>
            <a:xfrm>
              <a:off x="469966" y="1613461"/>
              <a:ext cx="304083" cy="398089"/>
              <a:chOff x="0" y="0"/>
              <a:chExt cx="402590" cy="52705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45720" y="46990"/>
                <a:ext cx="311150" cy="431800"/>
              </a:xfrm>
              <a:custGeom>
                <a:avLst/>
                <a:gdLst/>
                <a:ahLst/>
                <a:cxnLst/>
                <a:rect l="l" t="t" r="r" b="b"/>
                <a:pathLst>
                  <a:path w="311150" h="431800">
                    <a:moveTo>
                      <a:pt x="127000" y="41910"/>
                    </a:moveTo>
                    <a:cubicBezTo>
                      <a:pt x="132080" y="177800"/>
                      <a:pt x="104140" y="255270"/>
                      <a:pt x="101600" y="299720"/>
                    </a:cubicBezTo>
                    <a:cubicBezTo>
                      <a:pt x="100330" y="327660"/>
                      <a:pt x="113030" y="350520"/>
                      <a:pt x="106680" y="369570"/>
                    </a:cubicBezTo>
                    <a:cubicBezTo>
                      <a:pt x="101600" y="383540"/>
                      <a:pt x="88900" y="398780"/>
                      <a:pt x="76200" y="403860"/>
                    </a:cubicBezTo>
                    <a:cubicBezTo>
                      <a:pt x="63500" y="408940"/>
                      <a:pt x="40640" y="406400"/>
                      <a:pt x="29210" y="398780"/>
                    </a:cubicBezTo>
                    <a:cubicBezTo>
                      <a:pt x="17780" y="389890"/>
                      <a:pt x="10160" y="377190"/>
                      <a:pt x="7620" y="356870"/>
                    </a:cubicBezTo>
                    <a:cubicBezTo>
                      <a:pt x="2540" y="311150"/>
                      <a:pt x="34290" y="166370"/>
                      <a:pt x="68580" y="114300"/>
                    </a:cubicBezTo>
                    <a:cubicBezTo>
                      <a:pt x="91440" y="81280"/>
                      <a:pt x="124460" y="58420"/>
                      <a:pt x="153670" y="50800"/>
                    </a:cubicBezTo>
                    <a:cubicBezTo>
                      <a:pt x="180340" y="43180"/>
                      <a:pt x="219710" y="46990"/>
                      <a:pt x="237490" y="59690"/>
                    </a:cubicBezTo>
                    <a:cubicBezTo>
                      <a:pt x="251460" y="71120"/>
                      <a:pt x="255270" y="92710"/>
                      <a:pt x="260350" y="114300"/>
                    </a:cubicBezTo>
                    <a:cubicBezTo>
                      <a:pt x="266700" y="143510"/>
                      <a:pt x="270510" y="184150"/>
                      <a:pt x="267970" y="222250"/>
                    </a:cubicBezTo>
                    <a:cubicBezTo>
                      <a:pt x="264160" y="265430"/>
                      <a:pt x="246380" y="325120"/>
                      <a:pt x="234950" y="360680"/>
                    </a:cubicBezTo>
                    <a:cubicBezTo>
                      <a:pt x="227330" y="381000"/>
                      <a:pt x="224790" y="398780"/>
                      <a:pt x="212090" y="410210"/>
                    </a:cubicBezTo>
                    <a:cubicBezTo>
                      <a:pt x="199390" y="421640"/>
                      <a:pt x="176530" y="431800"/>
                      <a:pt x="158750" y="427990"/>
                    </a:cubicBezTo>
                    <a:cubicBezTo>
                      <a:pt x="138430" y="424180"/>
                      <a:pt x="113030" y="398780"/>
                      <a:pt x="100330" y="378460"/>
                    </a:cubicBezTo>
                    <a:cubicBezTo>
                      <a:pt x="87630" y="360680"/>
                      <a:pt x="85090" y="339090"/>
                      <a:pt x="81280" y="314960"/>
                    </a:cubicBezTo>
                    <a:cubicBezTo>
                      <a:pt x="77470" y="281940"/>
                      <a:pt x="77470" y="232410"/>
                      <a:pt x="82550" y="201930"/>
                    </a:cubicBezTo>
                    <a:cubicBezTo>
                      <a:pt x="86360" y="180340"/>
                      <a:pt x="91440" y="163830"/>
                      <a:pt x="101600" y="149860"/>
                    </a:cubicBezTo>
                    <a:cubicBezTo>
                      <a:pt x="110490" y="137160"/>
                      <a:pt x="119380" y="127000"/>
                      <a:pt x="134620" y="119380"/>
                    </a:cubicBezTo>
                    <a:cubicBezTo>
                      <a:pt x="161290" y="107950"/>
                      <a:pt x="227330" y="100330"/>
                      <a:pt x="256540" y="111760"/>
                    </a:cubicBezTo>
                    <a:cubicBezTo>
                      <a:pt x="279400" y="120650"/>
                      <a:pt x="298450" y="144780"/>
                      <a:pt x="304800" y="162560"/>
                    </a:cubicBezTo>
                    <a:cubicBezTo>
                      <a:pt x="311150" y="179070"/>
                      <a:pt x="309880" y="203200"/>
                      <a:pt x="302260" y="215900"/>
                    </a:cubicBezTo>
                    <a:cubicBezTo>
                      <a:pt x="297180" y="224790"/>
                      <a:pt x="278130" y="226060"/>
                      <a:pt x="276860" y="233680"/>
                    </a:cubicBezTo>
                    <a:cubicBezTo>
                      <a:pt x="274320" y="243840"/>
                      <a:pt x="300990" y="260350"/>
                      <a:pt x="302260" y="275590"/>
                    </a:cubicBezTo>
                    <a:cubicBezTo>
                      <a:pt x="302260" y="289560"/>
                      <a:pt x="293370" y="309880"/>
                      <a:pt x="281940" y="318770"/>
                    </a:cubicBezTo>
                    <a:cubicBezTo>
                      <a:pt x="270510" y="327660"/>
                      <a:pt x="247650" y="330200"/>
                      <a:pt x="234950" y="327660"/>
                    </a:cubicBezTo>
                    <a:cubicBezTo>
                      <a:pt x="223520" y="323850"/>
                      <a:pt x="214630" y="316230"/>
                      <a:pt x="208280" y="307340"/>
                    </a:cubicBezTo>
                    <a:cubicBezTo>
                      <a:pt x="201930" y="298450"/>
                      <a:pt x="198120" y="287020"/>
                      <a:pt x="199390" y="275590"/>
                    </a:cubicBezTo>
                    <a:cubicBezTo>
                      <a:pt x="200660" y="262890"/>
                      <a:pt x="212090" y="241300"/>
                      <a:pt x="223520" y="233680"/>
                    </a:cubicBezTo>
                    <a:cubicBezTo>
                      <a:pt x="236220" y="227330"/>
                      <a:pt x="259080" y="224790"/>
                      <a:pt x="271780" y="231140"/>
                    </a:cubicBezTo>
                    <a:cubicBezTo>
                      <a:pt x="284480" y="237490"/>
                      <a:pt x="298450" y="255270"/>
                      <a:pt x="300990" y="269240"/>
                    </a:cubicBezTo>
                    <a:cubicBezTo>
                      <a:pt x="303530" y="283210"/>
                      <a:pt x="294640" y="304800"/>
                      <a:pt x="285750" y="314960"/>
                    </a:cubicBezTo>
                    <a:cubicBezTo>
                      <a:pt x="279400" y="323850"/>
                      <a:pt x="266700" y="327660"/>
                      <a:pt x="256540" y="328930"/>
                    </a:cubicBezTo>
                    <a:cubicBezTo>
                      <a:pt x="246380" y="330200"/>
                      <a:pt x="232410" y="331470"/>
                      <a:pt x="224790" y="322580"/>
                    </a:cubicBezTo>
                    <a:cubicBezTo>
                      <a:pt x="207010" y="304800"/>
                      <a:pt x="193040" y="196850"/>
                      <a:pt x="205740" y="186690"/>
                    </a:cubicBezTo>
                    <a:cubicBezTo>
                      <a:pt x="212090" y="181610"/>
                      <a:pt x="246380" y="201930"/>
                      <a:pt x="245110" y="207010"/>
                    </a:cubicBezTo>
                    <a:cubicBezTo>
                      <a:pt x="245110" y="213360"/>
                      <a:pt x="194310" y="205740"/>
                      <a:pt x="182880" y="220980"/>
                    </a:cubicBezTo>
                    <a:cubicBezTo>
                      <a:pt x="166370" y="241300"/>
                      <a:pt x="203200" y="323850"/>
                      <a:pt x="187960" y="339090"/>
                    </a:cubicBezTo>
                    <a:cubicBezTo>
                      <a:pt x="177800" y="349250"/>
                      <a:pt x="140970" y="347980"/>
                      <a:pt x="133350" y="336550"/>
                    </a:cubicBezTo>
                    <a:cubicBezTo>
                      <a:pt x="121920" y="320040"/>
                      <a:pt x="161290" y="259080"/>
                      <a:pt x="165100" y="220980"/>
                    </a:cubicBezTo>
                    <a:cubicBezTo>
                      <a:pt x="168910" y="185420"/>
                      <a:pt x="146050" y="125730"/>
                      <a:pt x="157480" y="116840"/>
                    </a:cubicBezTo>
                    <a:cubicBezTo>
                      <a:pt x="166370" y="111760"/>
                      <a:pt x="203200" y="132080"/>
                      <a:pt x="203200" y="139700"/>
                    </a:cubicBezTo>
                    <a:cubicBezTo>
                      <a:pt x="203200" y="146050"/>
                      <a:pt x="170180" y="143510"/>
                      <a:pt x="157480" y="158750"/>
                    </a:cubicBezTo>
                    <a:cubicBezTo>
                      <a:pt x="128270" y="191770"/>
                      <a:pt x="127000" y="344170"/>
                      <a:pt x="102870" y="381000"/>
                    </a:cubicBezTo>
                    <a:cubicBezTo>
                      <a:pt x="91440" y="396240"/>
                      <a:pt x="77470" y="403860"/>
                      <a:pt x="63500" y="406400"/>
                    </a:cubicBezTo>
                    <a:cubicBezTo>
                      <a:pt x="53340" y="408940"/>
                      <a:pt x="39370" y="406400"/>
                      <a:pt x="29210" y="398780"/>
                    </a:cubicBezTo>
                    <a:cubicBezTo>
                      <a:pt x="16510" y="386080"/>
                      <a:pt x="7620" y="359410"/>
                      <a:pt x="5080" y="330200"/>
                    </a:cubicBezTo>
                    <a:cubicBezTo>
                      <a:pt x="0" y="281940"/>
                      <a:pt x="36830" y="187960"/>
                      <a:pt x="40640" y="132080"/>
                    </a:cubicBezTo>
                    <a:cubicBezTo>
                      <a:pt x="44450" y="93980"/>
                      <a:pt x="30480" y="53340"/>
                      <a:pt x="38100" y="31750"/>
                    </a:cubicBezTo>
                    <a:cubicBezTo>
                      <a:pt x="43180" y="19050"/>
                      <a:pt x="50800" y="12700"/>
                      <a:pt x="59690" y="7620"/>
                    </a:cubicBezTo>
                    <a:cubicBezTo>
                      <a:pt x="68580" y="2540"/>
                      <a:pt x="82550" y="0"/>
                      <a:pt x="92710" y="3810"/>
                    </a:cubicBezTo>
                    <a:cubicBezTo>
                      <a:pt x="104140" y="7620"/>
                      <a:pt x="127000" y="41910"/>
                      <a:pt x="127000" y="4191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4" name="Group 124"/>
            <p:cNvGrpSpPr/>
            <p:nvPr/>
          </p:nvGrpSpPr>
          <p:grpSpPr>
            <a:xfrm>
              <a:off x="873811" y="1624013"/>
              <a:ext cx="296409" cy="353005"/>
              <a:chOff x="0" y="0"/>
              <a:chExt cx="392430" cy="46736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39370" y="49530"/>
                <a:ext cx="313690" cy="377190"/>
              </a:xfrm>
              <a:custGeom>
                <a:avLst/>
                <a:gdLst/>
                <a:ahLst/>
                <a:cxnLst/>
                <a:rect l="l" t="t" r="r" b="b"/>
                <a:pathLst>
                  <a:path w="313690" h="377190">
                    <a:moveTo>
                      <a:pt x="140970" y="78740"/>
                    </a:moveTo>
                    <a:cubicBezTo>
                      <a:pt x="133350" y="308610"/>
                      <a:pt x="114300" y="321310"/>
                      <a:pt x="100330" y="325120"/>
                    </a:cubicBezTo>
                    <a:cubicBezTo>
                      <a:pt x="90170" y="327660"/>
                      <a:pt x="76200" y="322580"/>
                      <a:pt x="67310" y="316230"/>
                    </a:cubicBezTo>
                    <a:cubicBezTo>
                      <a:pt x="58420" y="309880"/>
                      <a:pt x="53340" y="302260"/>
                      <a:pt x="48260" y="288290"/>
                    </a:cubicBezTo>
                    <a:cubicBezTo>
                      <a:pt x="34290" y="254000"/>
                      <a:pt x="7620" y="134620"/>
                      <a:pt x="22860" y="100330"/>
                    </a:cubicBezTo>
                    <a:cubicBezTo>
                      <a:pt x="31750" y="82550"/>
                      <a:pt x="55880" y="72390"/>
                      <a:pt x="69850" y="71120"/>
                    </a:cubicBezTo>
                    <a:cubicBezTo>
                      <a:pt x="81280" y="69850"/>
                      <a:pt x="93980" y="76200"/>
                      <a:pt x="101600" y="83820"/>
                    </a:cubicBezTo>
                    <a:cubicBezTo>
                      <a:pt x="109220" y="91440"/>
                      <a:pt x="113030" y="100330"/>
                      <a:pt x="116840" y="115570"/>
                    </a:cubicBezTo>
                    <a:cubicBezTo>
                      <a:pt x="123190" y="149860"/>
                      <a:pt x="120650" y="264160"/>
                      <a:pt x="109220" y="298450"/>
                    </a:cubicBezTo>
                    <a:cubicBezTo>
                      <a:pt x="104140" y="313690"/>
                      <a:pt x="99060" y="321310"/>
                      <a:pt x="88900" y="327660"/>
                    </a:cubicBezTo>
                    <a:cubicBezTo>
                      <a:pt x="77470" y="334010"/>
                      <a:pt x="55880" y="337820"/>
                      <a:pt x="43180" y="332740"/>
                    </a:cubicBezTo>
                    <a:cubicBezTo>
                      <a:pt x="29210" y="326390"/>
                      <a:pt x="15240" y="304800"/>
                      <a:pt x="11430" y="287020"/>
                    </a:cubicBezTo>
                    <a:cubicBezTo>
                      <a:pt x="7620" y="264160"/>
                      <a:pt x="19050" y="224790"/>
                      <a:pt x="29210" y="207010"/>
                    </a:cubicBezTo>
                    <a:cubicBezTo>
                      <a:pt x="36830" y="194310"/>
                      <a:pt x="45720" y="186690"/>
                      <a:pt x="55880" y="182880"/>
                    </a:cubicBezTo>
                    <a:cubicBezTo>
                      <a:pt x="66040" y="179070"/>
                      <a:pt x="81280" y="179070"/>
                      <a:pt x="91440" y="182880"/>
                    </a:cubicBezTo>
                    <a:cubicBezTo>
                      <a:pt x="101600" y="186690"/>
                      <a:pt x="113030" y="196850"/>
                      <a:pt x="118110" y="207010"/>
                    </a:cubicBezTo>
                    <a:cubicBezTo>
                      <a:pt x="123190" y="215900"/>
                      <a:pt x="123190" y="241300"/>
                      <a:pt x="121920" y="241300"/>
                    </a:cubicBezTo>
                    <a:cubicBezTo>
                      <a:pt x="120650" y="241300"/>
                      <a:pt x="110490" y="205740"/>
                      <a:pt x="109220" y="182880"/>
                    </a:cubicBezTo>
                    <a:cubicBezTo>
                      <a:pt x="107950" y="152400"/>
                      <a:pt x="109220" y="101600"/>
                      <a:pt x="125730" y="73660"/>
                    </a:cubicBezTo>
                    <a:cubicBezTo>
                      <a:pt x="140970" y="46990"/>
                      <a:pt x="176530" y="12700"/>
                      <a:pt x="198120" y="13970"/>
                    </a:cubicBezTo>
                    <a:cubicBezTo>
                      <a:pt x="215900" y="13970"/>
                      <a:pt x="233680" y="40640"/>
                      <a:pt x="245110" y="58420"/>
                    </a:cubicBezTo>
                    <a:cubicBezTo>
                      <a:pt x="257810" y="77470"/>
                      <a:pt x="264160" y="97790"/>
                      <a:pt x="270510" y="123190"/>
                    </a:cubicBezTo>
                    <a:cubicBezTo>
                      <a:pt x="279400" y="160020"/>
                      <a:pt x="287020" y="218440"/>
                      <a:pt x="285750" y="256540"/>
                    </a:cubicBezTo>
                    <a:cubicBezTo>
                      <a:pt x="284480" y="284480"/>
                      <a:pt x="283210" y="312420"/>
                      <a:pt x="270510" y="331470"/>
                    </a:cubicBezTo>
                    <a:cubicBezTo>
                      <a:pt x="259080" y="347980"/>
                      <a:pt x="237490" y="361950"/>
                      <a:pt x="214630" y="367030"/>
                    </a:cubicBezTo>
                    <a:cubicBezTo>
                      <a:pt x="185420" y="374650"/>
                      <a:pt x="128270" y="377190"/>
                      <a:pt x="110490" y="359410"/>
                    </a:cubicBezTo>
                    <a:cubicBezTo>
                      <a:pt x="92710" y="341630"/>
                      <a:pt x="87630" y="292100"/>
                      <a:pt x="100330" y="266700"/>
                    </a:cubicBezTo>
                    <a:cubicBezTo>
                      <a:pt x="114300" y="238760"/>
                      <a:pt x="191770" y="227330"/>
                      <a:pt x="201930" y="204470"/>
                    </a:cubicBezTo>
                    <a:cubicBezTo>
                      <a:pt x="209550" y="187960"/>
                      <a:pt x="193040" y="173990"/>
                      <a:pt x="193040" y="153670"/>
                    </a:cubicBezTo>
                    <a:cubicBezTo>
                      <a:pt x="191770" y="119380"/>
                      <a:pt x="194310" y="40640"/>
                      <a:pt x="212090" y="19050"/>
                    </a:cubicBezTo>
                    <a:cubicBezTo>
                      <a:pt x="223520" y="5080"/>
                      <a:pt x="242570" y="0"/>
                      <a:pt x="256540" y="1270"/>
                    </a:cubicBezTo>
                    <a:cubicBezTo>
                      <a:pt x="270510" y="3810"/>
                      <a:pt x="287020" y="12700"/>
                      <a:pt x="295910" y="29210"/>
                    </a:cubicBezTo>
                    <a:cubicBezTo>
                      <a:pt x="309880" y="54610"/>
                      <a:pt x="302260" y="124460"/>
                      <a:pt x="302260" y="161290"/>
                    </a:cubicBezTo>
                    <a:cubicBezTo>
                      <a:pt x="300990" y="186690"/>
                      <a:pt x="302260" y="204470"/>
                      <a:pt x="295910" y="226060"/>
                    </a:cubicBezTo>
                    <a:cubicBezTo>
                      <a:pt x="288290" y="251460"/>
                      <a:pt x="270510" y="288290"/>
                      <a:pt x="255270" y="299720"/>
                    </a:cubicBezTo>
                    <a:cubicBezTo>
                      <a:pt x="245110" y="307340"/>
                      <a:pt x="233680" y="308610"/>
                      <a:pt x="222250" y="306070"/>
                    </a:cubicBezTo>
                    <a:cubicBezTo>
                      <a:pt x="209550" y="302260"/>
                      <a:pt x="189230" y="289560"/>
                      <a:pt x="184150" y="276860"/>
                    </a:cubicBezTo>
                    <a:cubicBezTo>
                      <a:pt x="177800" y="264160"/>
                      <a:pt x="180340" y="241300"/>
                      <a:pt x="185420" y="228600"/>
                    </a:cubicBezTo>
                    <a:cubicBezTo>
                      <a:pt x="190500" y="218440"/>
                      <a:pt x="200660" y="210820"/>
                      <a:pt x="210820" y="207010"/>
                    </a:cubicBezTo>
                    <a:cubicBezTo>
                      <a:pt x="223520" y="203200"/>
                      <a:pt x="246380" y="204470"/>
                      <a:pt x="259080" y="212090"/>
                    </a:cubicBezTo>
                    <a:cubicBezTo>
                      <a:pt x="270510" y="219710"/>
                      <a:pt x="280670" y="241300"/>
                      <a:pt x="281940" y="254000"/>
                    </a:cubicBezTo>
                    <a:cubicBezTo>
                      <a:pt x="283210" y="265430"/>
                      <a:pt x="278130" y="276860"/>
                      <a:pt x="271780" y="285750"/>
                    </a:cubicBezTo>
                    <a:cubicBezTo>
                      <a:pt x="265430" y="294640"/>
                      <a:pt x="254000" y="300990"/>
                      <a:pt x="245110" y="304800"/>
                    </a:cubicBezTo>
                    <a:cubicBezTo>
                      <a:pt x="234950" y="307340"/>
                      <a:pt x="222250" y="307340"/>
                      <a:pt x="212090" y="303530"/>
                    </a:cubicBezTo>
                    <a:cubicBezTo>
                      <a:pt x="199390" y="297180"/>
                      <a:pt x="184150" y="279400"/>
                      <a:pt x="180340" y="266700"/>
                    </a:cubicBezTo>
                    <a:cubicBezTo>
                      <a:pt x="176530" y="255270"/>
                      <a:pt x="179070" y="242570"/>
                      <a:pt x="182880" y="233680"/>
                    </a:cubicBezTo>
                    <a:cubicBezTo>
                      <a:pt x="187960" y="223520"/>
                      <a:pt x="207010" y="212090"/>
                      <a:pt x="205740" y="209550"/>
                    </a:cubicBezTo>
                    <a:cubicBezTo>
                      <a:pt x="204470" y="208280"/>
                      <a:pt x="196850" y="214630"/>
                      <a:pt x="194310" y="212090"/>
                    </a:cubicBezTo>
                    <a:cubicBezTo>
                      <a:pt x="184150" y="203200"/>
                      <a:pt x="190500" y="87630"/>
                      <a:pt x="199390" y="52070"/>
                    </a:cubicBezTo>
                    <a:cubicBezTo>
                      <a:pt x="204470" y="33020"/>
                      <a:pt x="209550" y="17780"/>
                      <a:pt x="220980" y="10160"/>
                    </a:cubicBezTo>
                    <a:cubicBezTo>
                      <a:pt x="233680" y="2540"/>
                      <a:pt x="255270" y="0"/>
                      <a:pt x="269240" y="5080"/>
                    </a:cubicBezTo>
                    <a:cubicBezTo>
                      <a:pt x="281940" y="10160"/>
                      <a:pt x="293370" y="21590"/>
                      <a:pt x="300990" y="40640"/>
                    </a:cubicBezTo>
                    <a:cubicBezTo>
                      <a:pt x="313690" y="78740"/>
                      <a:pt x="306070" y="196850"/>
                      <a:pt x="290830" y="240030"/>
                    </a:cubicBezTo>
                    <a:cubicBezTo>
                      <a:pt x="283210" y="264160"/>
                      <a:pt x="273050" y="275590"/>
                      <a:pt x="255270" y="290830"/>
                    </a:cubicBezTo>
                    <a:cubicBezTo>
                      <a:pt x="229870" y="312420"/>
                      <a:pt x="162560" y="355600"/>
                      <a:pt x="146050" y="345440"/>
                    </a:cubicBezTo>
                    <a:cubicBezTo>
                      <a:pt x="133350" y="337820"/>
                      <a:pt x="133350" y="284480"/>
                      <a:pt x="143510" y="270510"/>
                    </a:cubicBezTo>
                    <a:cubicBezTo>
                      <a:pt x="151130" y="260350"/>
                      <a:pt x="179070" y="271780"/>
                      <a:pt x="187960" y="259080"/>
                    </a:cubicBezTo>
                    <a:cubicBezTo>
                      <a:pt x="203200" y="236220"/>
                      <a:pt x="144780" y="125730"/>
                      <a:pt x="161290" y="97790"/>
                    </a:cubicBezTo>
                    <a:cubicBezTo>
                      <a:pt x="172720" y="80010"/>
                      <a:pt x="214630" y="67310"/>
                      <a:pt x="226060" y="74930"/>
                    </a:cubicBezTo>
                    <a:cubicBezTo>
                      <a:pt x="238760" y="86360"/>
                      <a:pt x="220980" y="148590"/>
                      <a:pt x="213360" y="184150"/>
                    </a:cubicBezTo>
                    <a:cubicBezTo>
                      <a:pt x="204470" y="222250"/>
                      <a:pt x="191770" y="275590"/>
                      <a:pt x="172720" y="297180"/>
                    </a:cubicBezTo>
                    <a:cubicBezTo>
                      <a:pt x="161290" y="309880"/>
                      <a:pt x="147320" y="314960"/>
                      <a:pt x="132080" y="316230"/>
                    </a:cubicBezTo>
                    <a:cubicBezTo>
                      <a:pt x="115570" y="318770"/>
                      <a:pt x="91440" y="316230"/>
                      <a:pt x="76200" y="307340"/>
                    </a:cubicBezTo>
                    <a:cubicBezTo>
                      <a:pt x="59690" y="298450"/>
                      <a:pt x="44450" y="279400"/>
                      <a:pt x="36830" y="262890"/>
                    </a:cubicBezTo>
                    <a:cubicBezTo>
                      <a:pt x="29210" y="248920"/>
                      <a:pt x="21590" y="231140"/>
                      <a:pt x="25400" y="217170"/>
                    </a:cubicBezTo>
                    <a:cubicBezTo>
                      <a:pt x="29210" y="204470"/>
                      <a:pt x="43180" y="187960"/>
                      <a:pt x="55880" y="182880"/>
                    </a:cubicBezTo>
                    <a:cubicBezTo>
                      <a:pt x="68580" y="177800"/>
                      <a:pt x="91440" y="181610"/>
                      <a:pt x="101600" y="189230"/>
                    </a:cubicBezTo>
                    <a:cubicBezTo>
                      <a:pt x="113030" y="196850"/>
                      <a:pt x="121920" y="213360"/>
                      <a:pt x="123190" y="229870"/>
                    </a:cubicBezTo>
                    <a:cubicBezTo>
                      <a:pt x="125730" y="254000"/>
                      <a:pt x="114300" y="303530"/>
                      <a:pt x="97790" y="320040"/>
                    </a:cubicBezTo>
                    <a:cubicBezTo>
                      <a:pt x="85090" y="331470"/>
                      <a:pt x="57150" y="337820"/>
                      <a:pt x="43180" y="332740"/>
                    </a:cubicBezTo>
                    <a:cubicBezTo>
                      <a:pt x="29210" y="327660"/>
                      <a:pt x="17780" y="308610"/>
                      <a:pt x="11430" y="287020"/>
                    </a:cubicBezTo>
                    <a:cubicBezTo>
                      <a:pt x="0" y="246380"/>
                      <a:pt x="3810" y="134620"/>
                      <a:pt x="22860" y="100330"/>
                    </a:cubicBezTo>
                    <a:cubicBezTo>
                      <a:pt x="34290" y="82550"/>
                      <a:pt x="54610" y="69850"/>
                      <a:pt x="69850" y="71120"/>
                    </a:cubicBezTo>
                    <a:cubicBezTo>
                      <a:pt x="85090" y="71120"/>
                      <a:pt x="102870" y="85090"/>
                      <a:pt x="114300" y="104140"/>
                    </a:cubicBezTo>
                    <a:cubicBezTo>
                      <a:pt x="134620" y="137160"/>
                      <a:pt x="146050" y="242570"/>
                      <a:pt x="143510" y="276860"/>
                    </a:cubicBezTo>
                    <a:cubicBezTo>
                      <a:pt x="142240" y="292100"/>
                      <a:pt x="138430" y="300990"/>
                      <a:pt x="130810" y="308610"/>
                    </a:cubicBezTo>
                    <a:cubicBezTo>
                      <a:pt x="124460" y="316230"/>
                      <a:pt x="111760" y="323850"/>
                      <a:pt x="100330" y="325120"/>
                    </a:cubicBezTo>
                    <a:cubicBezTo>
                      <a:pt x="90170" y="326390"/>
                      <a:pt x="76200" y="322580"/>
                      <a:pt x="67310" y="316230"/>
                    </a:cubicBezTo>
                    <a:cubicBezTo>
                      <a:pt x="58420" y="309880"/>
                      <a:pt x="52070" y="303530"/>
                      <a:pt x="48260" y="288290"/>
                    </a:cubicBezTo>
                    <a:cubicBezTo>
                      <a:pt x="36830" y="250190"/>
                      <a:pt x="38100" y="105410"/>
                      <a:pt x="50800" y="67310"/>
                    </a:cubicBezTo>
                    <a:cubicBezTo>
                      <a:pt x="54610" y="53340"/>
                      <a:pt x="60960" y="46990"/>
                      <a:pt x="68580" y="40640"/>
                    </a:cubicBezTo>
                    <a:cubicBezTo>
                      <a:pt x="77470" y="35560"/>
                      <a:pt x="90170" y="31750"/>
                      <a:pt x="100330" y="33020"/>
                    </a:cubicBezTo>
                    <a:cubicBezTo>
                      <a:pt x="110490" y="34290"/>
                      <a:pt x="121920" y="40640"/>
                      <a:pt x="129540" y="48260"/>
                    </a:cubicBezTo>
                    <a:cubicBezTo>
                      <a:pt x="135890" y="55880"/>
                      <a:pt x="140970" y="78740"/>
                      <a:pt x="140970" y="78740"/>
                    </a:cubicBezTo>
                  </a:path>
                </a:pathLst>
              </a:custGeom>
              <a:solidFill>
                <a:srgbClr val="E7191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6" name="Group 126"/>
            <p:cNvGrpSpPr/>
            <p:nvPr/>
          </p:nvGrpSpPr>
          <p:grpSpPr>
            <a:xfrm>
              <a:off x="686757" y="1721857"/>
              <a:ext cx="100721" cy="188973"/>
              <a:chOff x="0" y="0"/>
              <a:chExt cx="133350" cy="25019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49530" y="50800"/>
                <a:ext cx="35560" cy="149860"/>
              </a:xfrm>
              <a:custGeom>
                <a:avLst/>
                <a:gdLst/>
                <a:ahLst/>
                <a:cxnLst/>
                <a:rect l="l" t="t" r="r" b="b"/>
                <a:pathLst>
                  <a:path w="35560" h="149860">
                    <a:moveTo>
                      <a:pt x="33020" y="10160"/>
                    </a:moveTo>
                    <a:cubicBezTo>
                      <a:pt x="11430" y="82550"/>
                      <a:pt x="35560" y="137160"/>
                      <a:pt x="27940" y="144780"/>
                    </a:cubicBezTo>
                    <a:cubicBezTo>
                      <a:pt x="25400" y="148590"/>
                      <a:pt x="15240" y="144780"/>
                      <a:pt x="15240" y="146050"/>
                    </a:cubicBezTo>
                    <a:cubicBezTo>
                      <a:pt x="15240" y="146050"/>
                      <a:pt x="26670" y="148590"/>
                      <a:pt x="26670" y="148590"/>
                    </a:cubicBezTo>
                    <a:cubicBezTo>
                      <a:pt x="26670" y="148590"/>
                      <a:pt x="19050" y="149860"/>
                      <a:pt x="15240" y="146050"/>
                    </a:cubicBezTo>
                    <a:cubicBezTo>
                      <a:pt x="6350" y="137160"/>
                      <a:pt x="0" y="86360"/>
                      <a:pt x="1270" y="62230"/>
                    </a:cubicBezTo>
                    <a:cubicBezTo>
                      <a:pt x="2540" y="41910"/>
                      <a:pt x="11430" y="19050"/>
                      <a:pt x="17780" y="8890"/>
                    </a:cubicBezTo>
                    <a:cubicBezTo>
                      <a:pt x="20320" y="3810"/>
                      <a:pt x="25400" y="0"/>
                      <a:pt x="27940" y="0"/>
                    </a:cubicBezTo>
                    <a:cubicBezTo>
                      <a:pt x="30480" y="0"/>
                      <a:pt x="33020" y="10160"/>
                      <a:pt x="33020" y="101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28" name="Group 128"/>
            <p:cNvGrpSpPr/>
            <p:nvPr/>
          </p:nvGrpSpPr>
          <p:grpSpPr>
            <a:xfrm>
              <a:off x="850789" y="1739123"/>
              <a:ext cx="97844" cy="167869"/>
              <a:chOff x="0" y="0"/>
              <a:chExt cx="129540" cy="22225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41910" y="46990"/>
                <a:ext cx="38100" cy="12446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24460">
                    <a:moveTo>
                      <a:pt x="21590" y="3810"/>
                    </a:moveTo>
                    <a:cubicBezTo>
                      <a:pt x="36830" y="96520"/>
                      <a:pt x="38100" y="116840"/>
                      <a:pt x="33020" y="121920"/>
                    </a:cubicBezTo>
                    <a:cubicBezTo>
                      <a:pt x="30480" y="123190"/>
                      <a:pt x="20320" y="119380"/>
                      <a:pt x="20320" y="119380"/>
                    </a:cubicBezTo>
                    <a:cubicBezTo>
                      <a:pt x="20320" y="120650"/>
                      <a:pt x="33020" y="121920"/>
                      <a:pt x="33020" y="123190"/>
                    </a:cubicBezTo>
                    <a:cubicBezTo>
                      <a:pt x="33020" y="123190"/>
                      <a:pt x="24130" y="124460"/>
                      <a:pt x="20320" y="120650"/>
                    </a:cubicBezTo>
                    <a:cubicBezTo>
                      <a:pt x="10160" y="109220"/>
                      <a:pt x="0" y="13970"/>
                      <a:pt x="8890" y="3810"/>
                    </a:cubicBezTo>
                    <a:cubicBezTo>
                      <a:pt x="11430" y="0"/>
                      <a:pt x="21590" y="3810"/>
                      <a:pt x="21590" y="3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0" name="Group 130"/>
            <p:cNvGrpSpPr/>
            <p:nvPr/>
          </p:nvGrpSpPr>
          <p:grpSpPr>
            <a:xfrm>
              <a:off x="867096" y="1764064"/>
              <a:ext cx="141010" cy="99762"/>
              <a:chOff x="0" y="0"/>
              <a:chExt cx="186690" cy="13208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48260" y="53340"/>
                <a:ext cx="889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31750">
                    <a:moveTo>
                      <a:pt x="5080" y="15240"/>
                    </a:moveTo>
                    <a:cubicBezTo>
                      <a:pt x="87630" y="0"/>
                      <a:pt x="88900" y="6350"/>
                      <a:pt x="87630" y="8890"/>
                    </a:cubicBezTo>
                    <a:cubicBezTo>
                      <a:pt x="83820" y="15240"/>
                      <a:pt x="62230" y="20320"/>
                      <a:pt x="48260" y="24130"/>
                    </a:cubicBezTo>
                    <a:cubicBezTo>
                      <a:pt x="34290" y="26670"/>
                      <a:pt x="7620" y="31750"/>
                      <a:pt x="2540" y="27940"/>
                    </a:cubicBezTo>
                    <a:cubicBezTo>
                      <a:pt x="0" y="25400"/>
                      <a:pt x="5080" y="15240"/>
                      <a:pt x="5080" y="1524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2" name="Group 132"/>
            <p:cNvGrpSpPr/>
            <p:nvPr/>
          </p:nvGrpSpPr>
          <p:grpSpPr>
            <a:xfrm>
              <a:off x="861340" y="1742960"/>
              <a:ext cx="128540" cy="118947"/>
              <a:chOff x="0" y="0"/>
              <a:chExt cx="170180" cy="15748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49530" y="50800"/>
                <a:ext cx="698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57150">
                    <a:moveTo>
                      <a:pt x="1270" y="43180"/>
                    </a:moveTo>
                    <a:cubicBezTo>
                      <a:pt x="66040" y="1270"/>
                      <a:pt x="68580" y="11430"/>
                      <a:pt x="68580" y="11430"/>
                    </a:cubicBezTo>
                    <a:cubicBezTo>
                      <a:pt x="68580" y="11430"/>
                      <a:pt x="63500" y="0"/>
                      <a:pt x="63500" y="0"/>
                    </a:cubicBezTo>
                    <a:cubicBezTo>
                      <a:pt x="63500" y="0"/>
                      <a:pt x="69850" y="7620"/>
                      <a:pt x="68580" y="11430"/>
                    </a:cubicBezTo>
                    <a:cubicBezTo>
                      <a:pt x="67310" y="19050"/>
                      <a:pt x="41910" y="35560"/>
                      <a:pt x="29210" y="43180"/>
                    </a:cubicBezTo>
                    <a:cubicBezTo>
                      <a:pt x="20320" y="49530"/>
                      <a:pt x="6350" y="57150"/>
                      <a:pt x="2540" y="55880"/>
                    </a:cubicBezTo>
                    <a:cubicBezTo>
                      <a:pt x="0" y="53340"/>
                      <a:pt x="1270" y="43180"/>
                      <a:pt x="1270" y="4318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4" name="Group 134"/>
            <p:cNvGrpSpPr/>
            <p:nvPr/>
          </p:nvGrpSpPr>
          <p:grpSpPr>
            <a:xfrm>
              <a:off x="629202" y="1724735"/>
              <a:ext cx="143888" cy="153480"/>
              <a:chOff x="0" y="0"/>
              <a:chExt cx="190500" cy="203200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49530" y="50800"/>
                <a:ext cx="88900" cy="10287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2870">
                    <a:moveTo>
                      <a:pt x="13970" y="0"/>
                    </a:moveTo>
                    <a:cubicBezTo>
                      <a:pt x="88900" y="97790"/>
                      <a:pt x="81280" y="101600"/>
                      <a:pt x="80010" y="101600"/>
                    </a:cubicBezTo>
                    <a:cubicBezTo>
                      <a:pt x="80010" y="100330"/>
                      <a:pt x="87630" y="90170"/>
                      <a:pt x="87630" y="90170"/>
                    </a:cubicBezTo>
                    <a:cubicBezTo>
                      <a:pt x="87630" y="91440"/>
                      <a:pt x="85090" y="100330"/>
                      <a:pt x="81280" y="101600"/>
                    </a:cubicBezTo>
                    <a:cubicBezTo>
                      <a:pt x="72390" y="102870"/>
                      <a:pt x="41910" y="64770"/>
                      <a:pt x="27940" y="46990"/>
                    </a:cubicBezTo>
                    <a:cubicBezTo>
                      <a:pt x="16510" y="33020"/>
                      <a:pt x="0" y="11430"/>
                      <a:pt x="1270" y="5080"/>
                    </a:cubicBezTo>
                    <a:cubicBezTo>
                      <a:pt x="2540" y="1270"/>
                      <a:pt x="13970" y="0"/>
                      <a:pt x="1397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6" name="Group 136"/>
            <p:cNvGrpSpPr/>
            <p:nvPr/>
          </p:nvGrpSpPr>
          <p:grpSpPr>
            <a:xfrm>
              <a:off x="646468" y="1792842"/>
              <a:ext cx="112232" cy="136214"/>
              <a:chOff x="0" y="0"/>
              <a:chExt cx="148590" cy="18034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46990" y="49530"/>
                <a:ext cx="508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0010">
                    <a:moveTo>
                      <a:pt x="50800" y="11430"/>
                    </a:moveTo>
                    <a:cubicBezTo>
                      <a:pt x="20320" y="41910"/>
                      <a:pt x="21590" y="76200"/>
                      <a:pt x="15240" y="78740"/>
                    </a:cubicBezTo>
                    <a:cubicBezTo>
                      <a:pt x="11430" y="80010"/>
                      <a:pt x="3810" y="71120"/>
                      <a:pt x="3810" y="71120"/>
                    </a:cubicBezTo>
                    <a:cubicBezTo>
                      <a:pt x="3810" y="72390"/>
                      <a:pt x="13970" y="78740"/>
                      <a:pt x="13970" y="80010"/>
                    </a:cubicBezTo>
                    <a:cubicBezTo>
                      <a:pt x="13970" y="80010"/>
                      <a:pt x="5080" y="77470"/>
                      <a:pt x="3810" y="74930"/>
                    </a:cubicBezTo>
                    <a:cubicBezTo>
                      <a:pt x="0" y="67310"/>
                      <a:pt x="7620" y="40640"/>
                      <a:pt x="15240" y="27940"/>
                    </a:cubicBezTo>
                    <a:cubicBezTo>
                      <a:pt x="21590" y="16510"/>
                      <a:pt x="38100" y="0"/>
                      <a:pt x="44450" y="1270"/>
                    </a:cubicBezTo>
                    <a:cubicBezTo>
                      <a:pt x="46990" y="1270"/>
                      <a:pt x="50800" y="11430"/>
                      <a:pt x="50800" y="114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38" name="Group 138"/>
            <p:cNvGrpSpPr/>
            <p:nvPr/>
          </p:nvGrpSpPr>
          <p:grpSpPr>
            <a:xfrm>
              <a:off x="861340" y="1718020"/>
              <a:ext cx="169788" cy="141010"/>
              <a:chOff x="0" y="0"/>
              <a:chExt cx="224790" cy="18669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50800" y="50800"/>
                <a:ext cx="12319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23190" h="87630">
                    <a:moveTo>
                      <a:pt x="0" y="73660"/>
                    </a:moveTo>
                    <a:cubicBezTo>
                      <a:pt x="118110" y="1270"/>
                      <a:pt x="121920" y="8890"/>
                      <a:pt x="121920" y="8890"/>
                    </a:cubicBezTo>
                    <a:cubicBezTo>
                      <a:pt x="121920" y="8890"/>
                      <a:pt x="113030" y="1270"/>
                      <a:pt x="113030" y="0"/>
                    </a:cubicBezTo>
                    <a:cubicBezTo>
                      <a:pt x="113030" y="0"/>
                      <a:pt x="123190" y="5080"/>
                      <a:pt x="123190" y="8890"/>
                    </a:cubicBezTo>
                    <a:cubicBezTo>
                      <a:pt x="123190" y="15240"/>
                      <a:pt x="101600" y="27940"/>
                      <a:pt x="87630" y="38100"/>
                    </a:cubicBezTo>
                    <a:cubicBezTo>
                      <a:pt x="66040" y="53340"/>
                      <a:pt x="17780" y="87630"/>
                      <a:pt x="6350" y="85090"/>
                    </a:cubicBezTo>
                    <a:cubicBezTo>
                      <a:pt x="2540" y="83820"/>
                      <a:pt x="0" y="73660"/>
                      <a:pt x="0" y="7366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0" name="Group 140"/>
            <p:cNvGrpSpPr/>
            <p:nvPr/>
          </p:nvGrpSpPr>
          <p:grpSpPr>
            <a:xfrm>
              <a:off x="898751" y="1772697"/>
              <a:ext cx="144847" cy="108395"/>
              <a:chOff x="0" y="0"/>
              <a:chExt cx="191770" cy="143510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48260" y="50800"/>
                <a:ext cx="9271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92710" h="43180">
                    <a:moveTo>
                      <a:pt x="5080" y="0"/>
                    </a:moveTo>
                    <a:cubicBezTo>
                      <a:pt x="73660" y="10160"/>
                      <a:pt x="90170" y="24130"/>
                      <a:pt x="91440" y="30480"/>
                    </a:cubicBezTo>
                    <a:cubicBezTo>
                      <a:pt x="92710" y="35560"/>
                      <a:pt x="86360" y="41910"/>
                      <a:pt x="86360" y="41910"/>
                    </a:cubicBezTo>
                    <a:cubicBezTo>
                      <a:pt x="86360" y="40640"/>
                      <a:pt x="90170" y="29210"/>
                      <a:pt x="90170" y="29210"/>
                    </a:cubicBezTo>
                    <a:cubicBezTo>
                      <a:pt x="88900" y="29210"/>
                      <a:pt x="87630" y="40640"/>
                      <a:pt x="85090" y="40640"/>
                    </a:cubicBezTo>
                    <a:cubicBezTo>
                      <a:pt x="80010" y="43180"/>
                      <a:pt x="66040" y="20320"/>
                      <a:pt x="52070" y="15240"/>
                    </a:cubicBezTo>
                    <a:cubicBezTo>
                      <a:pt x="38100" y="10160"/>
                      <a:pt x="6350" y="17780"/>
                      <a:pt x="2540" y="12700"/>
                    </a:cubicBezTo>
                    <a:cubicBezTo>
                      <a:pt x="0" y="10160"/>
                      <a:pt x="5080" y="0"/>
                      <a:pt x="508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2" name="Group 142"/>
            <p:cNvGrpSpPr/>
            <p:nvPr/>
          </p:nvGrpSpPr>
          <p:grpSpPr>
            <a:xfrm>
              <a:off x="664694" y="1870541"/>
              <a:ext cx="169788" cy="148684"/>
              <a:chOff x="0" y="0"/>
              <a:chExt cx="224790" cy="19685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50800" y="50800"/>
                <a:ext cx="121920" cy="97790"/>
              </a:xfrm>
              <a:custGeom>
                <a:avLst/>
                <a:gdLst/>
                <a:ahLst/>
                <a:cxnLst/>
                <a:rect l="l" t="t" r="r" b="b"/>
                <a:pathLst>
                  <a:path w="121920" h="97790">
                    <a:moveTo>
                      <a:pt x="121920" y="8890"/>
                    </a:moveTo>
                    <a:cubicBezTo>
                      <a:pt x="52070" y="83820"/>
                      <a:pt x="16510" y="97790"/>
                      <a:pt x="6350" y="95250"/>
                    </a:cubicBezTo>
                    <a:cubicBezTo>
                      <a:pt x="2540" y="93980"/>
                      <a:pt x="0" y="85090"/>
                      <a:pt x="0" y="85090"/>
                    </a:cubicBezTo>
                    <a:cubicBezTo>
                      <a:pt x="0" y="85090"/>
                      <a:pt x="7620" y="95250"/>
                      <a:pt x="7620" y="93980"/>
                    </a:cubicBezTo>
                    <a:cubicBezTo>
                      <a:pt x="7620" y="93980"/>
                      <a:pt x="0" y="87630"/>
                      <a:pt x="1270" y="83820"/>
                    </a:cubicBezTo>
                    <a:cubicBezTo>
                      <a:pt x="3810" y="76200"/>
                      <a:pt x="43180" y="74930"/>
                      <a:pt x="60960" y="62230"/>
                    </a:cubicBezTo>
                    <a:cubicBezTo>
                      <a:pt x="81280" y="48260"/>
                      <a:pt x="102870" y="0"/>
                      <a:pt x="113030" y="0"/>
                    </a:cubicBezTo>
                    <a:cubicBezTo>
                      <a:pt x="116840" y="0"/>
                      <a:pt x="121920" y="8890"/>
                      <a:pt x="121920" y="889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4" name="Group 144"/>
            <p:cNvGrpSpPr/>
            <p:nvPr/>
          </p:nvGrpSpPr>
          <p:grpSpPr>
            <a:xfrm>
              <a:off x="462292" y="1615380"/>
              <a:ext cx="341494" cy="421112"/>
              <a:chOff x="0" y="0"/>
              <a:chExt cx="452120" cy="55753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40640" y="45720"/>
                <a:ext cx="360680" cy="469900"/>
              </a:xfrm>
              <a:custGeom>
                <a:avLst/>
                <a:gdLst/>
                <a:ahLst/>
                <a:cxnLst/>
                <a:rect l="l" t="t" r="r" b="b"/>
                <a:pathLst>
                  <a:path w="360680" h="469900">
                    <a:moveTo>
                      <a:pt x="336550" y="118110"/>
                    </a:moveTo>
                    <a:cubicBezTo>
                      <a:pt x="284480" y="46990"/>
                      <a:pt x="220980" y="25400"/>
                      <a:pt x="185420" y="17780"/>
                    </a:cubicBezTo>
                    <a:cubicBezTo>
                      <a:pt x="161290" y="12700"/>
                      <a:pt x="138430" y="12700"/>
                      <a:pt x="121920" y="17780"/>
                    </a:cubicBezTo>
                    <a:cubicBezTo>
                      <a:pt x="106680" y="21590"/>
                      <a:pt x="96520" y="27940"/>
                      <a:pt x="86360" y="39370"/>
                    </a:cubicBezTo>
                    <a:cubicBezTo>
                      <a:pt x="72390" y="55880"/>
                      <a:pt x="64770" y="80010"/>
                      <a:pt x="55880" y="109220"/>
                    </a:cubicBezTo>
                    <a:cubicBezTo>
                      <a:pt x="41910" y="154940"/>
                      <a:pt x="31750" y="234950"/>
                      <a:pt x="25400" y="288290"/>
                    </a:cubicBezTo>
                    <a:cubicBezTo>
                      <a:pt x="20320" y="331470"/>
                      <a:pt x="12700" y="375920"/>
                      <a:pt x="17780" y="403860"/>
                    </a:cubicBezTo>
                    <a:cubicBezTo>
                      <a:pt x="21590" y="421640"/>
                      <a:pt x="25400" y="436880"/>
                      <a:pt x="36830" y="444500"/>
                    </a:cubicBezTo>
                    <a:cubicBezTo>
                      <a:pt x="55880" y="455930"/>
                      <a:pt x="99060" y="450850"/>
                      <a:pt x="130810" y="445770"/>
                    </a:cubicBezTo>
                    <a:cubicBezTo>
                      <a:pt x="163830" y="439420"/>
                      <a:pt x="204470" y="421640"/>
                      <a:pt x="233680" y="407670"/>
                    </a:cubicBezTo>
                    <a:cubicBezTo>
                      <a:pt x="256540" y="397510"/>
                      <a:pt x="275590" y="389890"/>
                      <a:pt x="294640" y="375920"/>
                    </a:cubicBezTo>
                    <a:cubicBezTo>
                      <a:pt x="313690" y="360680"/>
                      <a:pt x="337820" y="318770"/>
                      <a:pt x="349250" y="316230"/>
                    </a:cubicBezTo>
                    <a:cubicBezTo>
                      <a:pt x="354330" y="316230"/>
                      <a:pt x="359410" y="320040"/>
                      <a:pt x="359410" y="323850"/>
                    </a:cubicBezTo>
                    <a:cubicBezTo>
                      <a:pt x="360680" y="335280"/>
                      <a:pt x="304800" y="383540"/>
                      <a:pt x="269240" y="406400"/>
                    </a:cubicBezTo>
                    <a:cubicBezTo>
                      <a:pt x="229870" y="429260"/>
                      <a:pt x="175260" y="449580"/>
                      <a:pt x="133350" y="458470"/>
                    </a:cubicBezTo>
                    <a:cubicBezTo>
                      <a:pt x="101600" y="464820"/>
                      <a:pt x="64770" y="469900"/>
                      <a:pt x="44450" y="459740"/>
                    </a:cubicBezTo>
                    <a:cubicBezTo>
                      <a:pt x="27940" y="452120"/>
                      <a:pt x="16510" y="438150"/>
                      <a:pt x="10160" y="419100"/>
                    </a:cubicBezTo>
                    <a:cubicBezTo>
                      <a:pt x="0" y="388620"/>
                      <a:pt x="7620" y="336550"/>
                      <a:pt x="11430" y="290830"/>
                    </a:cubicBezTo>
                    <a:cubicBezTo>
                      <a:pt x="16510" y="238760"/>
                      <a:pt x="26670" y="168910"/>
                      <a:pt x="40640" y="120650"/>
                    </a:cubicBezTo>
                    <a:cubicBezTo>
                      <a:pt x="52070" y="85090"/>
                      <a:pt x="62230" y="48260"/>
                      <a:pt x="80010" y="29210"/>
                    </a:cubicBezTo>
                    <a:cubicBezTo>
                      <a:pt x="91440" y="15240"/>
                      <a:pt x="106680" y="8890"/>
                      <a:pt x="124460" y="5080"/>
                    </a:cubicBezTo>
                    <a:cubicBezTo>
                      <a:pt x="147320" y="0"/>
                      <a:pt x="180340" y="5080"/>
                      <a:pt x="209550" y="12700"/>
                    </a:cubicBezTo>
                    <a:cubicBezTo>
                      <a:pt x="243840" y="21590"/>
                      <a:pt x="294640" y="39370"/>
                      <a:pt x="317500" y="59690"/>
                    </a:cubicBezTo>
                    <a:cubicBezTo>
                      <a:pt x="334010" y="74930"/>
                      <a:pt x="350520" y="105410"/>
                      <a:pt x="347980" y="113030"/>
                    </a:cubicBezTo>
                    <a:cubicBezTo>
                      <a:pt x="346710" y="116840"/>
                      <a:pt x="336550" y="118110"/>
                      <a:pt x="336550" y="1181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id="146" name="Group 146"/>
            <p:cNvGrpSpPr/>
            <p:nvPr/>
          </p:nvGrpSpPr>
          <p:grpSpPr>
            <a:xfrm>
              <a:off x="846952" y="1600991"/>
              <a:ext cx="370271" cy="414397"/>
              <a:chOff x="0" y="0"/>
              <a:chExt cx="490220" cy="548640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48260" y="48260"/>
                <a:ext cx="393700" cy="45847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458470">
                    <a:moveTo>
                      <a:pt x="15240" y="130810"/>
                    </a:moveTo>
                    <a:cubicBezTo>
                      <a:pt x="76200" y="63500"/>
                      <a:pt x="88900" y="59690"/>
                      <a:pt x="107950" y="50800"/>
                    </a:cubicBezTo>
                    <a:cubicBezTo>
                      <a:pt x="140970" y="35560"/>
                      <a:pt x="207010" y="6350"/>
                      <a:pt x="245110" y="2540"/>
                    </a:cubicBezTo>
                    <a:cubicBezTo>
                      <a:pt x="270510" y="0"/>
                      <a:pt x="293370" y="3810"/>
                      <a:pt x="311150" y="11430"/>
                    </a:cubicBezTo>
                    <a:cubicBezTo>
                      <a:pt x="323850" y="19050"/>
                      <a:pt x="332740" y="30480"/>
                      <a:pt x="341630" y="44450"/>
                    </a:cubicBezTo>
                    <a:cubicBezTo>
                      <a:pt x="351790" y="59690"/>
                      <a:pt x="356870" y="78740"/>
                      <a:pt x="363220" y="104140"/>
                    </a:cubicBezTo>
                    <a:cubicBezTo>
                      <a:pt x="374650" y="143510"/>
                      <a:pt x="387350" y="214630"/>
                      <a:pt x="389890" y="256540"/>
                    </a:cubicBezTo>
                    <a:cubicBezTo>
                      <a:pt x="392430" y="284480"/>
                      <a:pt x="393700" y="306070"/>
                      <a:pt x="387350" y="327660"/>
                    </a:cubicBezTo>
                    <a:cubicBezTo>
                      <a:pt x="382270" y="350520"/>
                      <a:pt x="373380" y="373380"/>
                      <a:pt x="356870" y="389890"/>
                    </a:cubicBezTo>
                    <a:cubicBezTo>
                      <a:pt x="336550" y="410210"/>
                      <a:pt x="303530" y="422910"/>
                      <a:pt x="270510" y="433070"/>
                    </a:cubicBezTo>
                    <a:cubicBezTo>
                      <a:pt x="231140" y="444500"/>
                      <a:pt x="172720" y="458470"/>
                      <a:pt x="133350" y="449580"/>
                    </a:cubicBezTo>
                    <a:cubicBezTo>
                      <a:pt x="99060" y="440690"/>
                      <a:pt x="69850" y="414020"/>
                      <a:pt x="46990" y="392430"/>
                    </a:cubicBezTo>
                    <a:cubicBezTo>
                      <a:pt x="26670" y="374650"/>
                      <a:pt x="0" y="340360"/>
                      <a:pt x="2540" y="330200"/>
                    </a:cubicBezTo>
                    <a:cubicBezTo>
                      <a:pt x="2540" y="326390"/>
                      <a:pt x="11430" y="323850"/>
                      <a:pt x="12700" y="325120"/>
                    </a:cubicBezTo>
                    <a:cubicBezTo>
                      <a:pt x="12700" y="325120"/>
                      <a:pt x="2540" y="332740"/>
                      <a:pt x="2540" y="332740"/>
                    </a:cubicBezTo>
                    <a:cubicBezTo>
                      <a:pt x="3810" y="332740"/>
                      <a:pt x="8890" y="325120"/>
                      <a:pt x="12700" y="325120"/>
                    </a:cubicBezTo>
                    <a:cubicBezTo>
                      <a:pt x="22860" y="326390"/>
                      <a:pt x="36830" y="365760"/>
                      <a:pt x="54610" y="383540"/>
                    </a:cubicBezTo>
                    <a:cubicBezTo>
                      <a:pt x="74930" y="403860"/>
                      <a:pt x="101600" y="427990"/>
                      <a:pt x="133350" y="436880"/>
                    </a:cubicBezTo>
                    <a:cubicBezTo>
                      <a:pt x="170180" y="445770"/>
                      <a:pt x="227330" y="431800"/>
                      <a:pt x="265430" y="421640"/>
                    </a:cubicBezTo>
                    <a:cubicBezTo>
                      <a:pt x="295910" y="414020"/>
                      <a:pt x="326390" y="405130"/>
                      <a:pt x="345440" y="387350"/>
                    </a:cubicBezTo>
                    <a:cubicBezTo>
                      <a:pt x="361950" y="370840"/>
                      <a:pt x="369570" y="345440"/>
                      <a:pt x="375920" y="322580"/>
                    </a:cubicBezTo>
                    <a:cubicBezTo>
                      <a:pt x="381000" y="302260"/>
                      <a:pt x="379730" y="283210"/>
                      <a:pt x="377190" y="256540"/>
                    </a:cubicBezTo>
                    <a:cubicBezTo>
                      <a:pt x="374650" y="217170"/>
                      <a:pt x="360680" y="144780"/>
                      <a:pt x="351790" y="107950"/>
                    </a:cubicBezTo>
                    <a:cubicBezTo>
                      <a:pt x="345440" y="85090"/>
                      <a:pt x="342900" y="69850"/>
                      <a:pt x="335280" y="54610"/>
                    </a:cubicBezTo>
                    <a:cubicBezTo>
                      <a:pt x="327660" y="41910"/>
                      <a:pt x="318770" y="29210"/>
                      <a:pt x="303530" y="22860"/>
                    </a:cubicBezTo>
                    <a:cubicBezTo>
                      <a:pt x="281940" y="13970"/>
                      <a:pt x="241300" y="17780"/>
                      <a:pt x="208280" y="24130"/>
                    </a:cubicBezTo>
                    <a:cubicBezTo>
                      <a:pt x="168910" y="31750"/>
                      <a:pt x="115570" y="53340"/>
                      <a:pt x="83820" y="74930"/>
                    </a:cubicBezTo>
                    <a:cubicBezTo>
                      <a:pt x="58420" y="92710"/>
                      <a:pt x="35560" y="139700"/>
                      <a:pt x="24130" y="139700"/>
                    </a:cubicBezTo>
                    <a:cubicBezTo>
                      <a:pt x="19050" y="139700"/>
                      <a:pt x="15240" y="130810"/>
                      <a:pt x="15240" y="13081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id="148" name="TextBox 148"/>
          <p:cNvSpPr txBox="1"/>
          <p:nvPr/>
        </p:nvSpPr>
        <p:spPr>
          <a:xfrm>
            <a:off x="3727644" y="6527120"/>
            <a:ext cx="7354182" cy="362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003EA8"/>
                </a:solidFill>
                <a:ea typeface="Arita Dotum Bold"/>
              </a:rPr>
              <a:t>파이썬을 활용하여 데이터파일을 편집하는게 어렵고 재밌었다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9" name="잉크 148">
                <a:extLst>
                  <a:ext uri="{FF2B5EF4-FFF2-40B4-BE49-F238E27FC236}">
                    <a16:creationId xmlns:a16="http://schemas.microsoft.com/office/drawing/2014/main" id="{19C70D1B-F4B0-48DA-8158-2ABC819D8EA4}"/>
                  </a:ext>
                </a:extLst>
              </p14:cNvPr>
              <p14:cNvContentPartPr/>
              <p14:nvPr/>
            </p14:nvContentPartPr>
            <p14:xfrm>
              <a:off x="2317330" y="2302844"/>
              <a:ext cx="26640" cy="44280"/>
            </p14:xfrm>
          </p:contentPart>
        </mc:Choice>
        <mc:Fallback xmlns="">
          <p:pic>
            <p:nvPicPr>
              <p:cNvPr id="149" name="잉크 148">
                <a:extLst>
                  <a:ext uri="{FF2B5EF4-FFF2-40B4-BE49-F238E27FC236}">
                    <a16:creationId xmlns:a16="http://schemas.microsoft.com/office/drawing/2014/main" id="{19C70D1B-F4B0-48DA-8158-2ABC819D8E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08207" y="2293844"/>
                <a:ext cx="44522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0" name="잉크 149">
                <a:extLst>
                  <a:ext uri="{FF2B5EF4-FFF2-40B4-BE49-F238E27FC236}">
                    <a16:creationId xmlns:a16="http://schemas.microsoft.com/office/drawing/2014/main" id="{56AF454A-B077-4495-9963-6D0A39576C18}"/>
                  </a:ext>
                </a:extLst>
              </p14:cNvPr>
              <p14:cNvContentPartPr/>
              <p14:nvPr/>
            </p14:nvContentPartPr>
            <p14:xfrm>
              <a:off x="2265043" y="2305342"/>
              <a:ext cx="131760" cy="124560"/>
            </p14:xfrm>
          </p:contentPart>
        </mc:Choice>
        <mc:Fallback xmlns="">
          <p:pic>
            <p:nvPicPr>
              <p:cNvPr id="150" name="잉크 149">
                <a:extLst>
                  <a:ext uri="{FF2B5EF4-FFF2-40B4-BE49-F238E27FC236}">
                    <a16:creationId xmlns:a16="http://schemas.microsoft.com/office/drawing/2014/main" id="{56AF454A-B077-4495-9963-6D0A39576C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56043" y="2296316"/>
                <a:ext cx="149400" cy="1422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1" name="잉크 150">
                <a:extLst>
                  <a:ext uri="{FF2B5EF4-FFF2-40B4-BE49-F238E27FC236}">
                    <a16:creationId xmlns:a16="http://schemas.microsoft.com/office/drawing/2014/main" id="{5CBF5B57-337D-4BCE-B9F9-EA5B784DF28D}"/>
                  </a:ext>
                </a:extLst>
              </p14:cNvPr>
              <p14:cNvContentPartPr/>
              <p14:nvPr/>
            </p14:nvContentPartPr>
            <p14:xfrm>
              <a:off x="1962643" y="6239332"/>
              <a:ext cx="34200" cy="33840"/>
            </p14:xfrm>
          </p:contentPart>
        </mc:Choice>
        <mc:Fallback xmlns="">
          <p:pic>
            <p:nvPicPr>
              <p:cNvPr id="151" name="잉크 150">
                <a:extLst>
                  <a:ext uri="{FF2B5EF4-FFF2-40B4-BE49-F238E27FC236}">
                    <a16:creationId xmlns:a16="http://schemas.microsoft.com/office/drawing/2014/main" id="{5CBF5B57-337D-4BCE-B9F9-EA5B784DF28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54003" y="6230692"/>
                <a:ext cx="518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2" name="잉크 151">
                <a:extLst>
                  <a:ext uri="{FF2B5EF4-FFF2-40B4-BE49-F238E27FC236}">
                    <a16:creationId xmlns:a16="http://schemas.microsoft.com/office/drawing/2014/main" id="{7FEA2C03-0876-4F87-A6B4-A98EF58BFA8F}"/>
                  </a:ext>
                </a:extLst>
              </p14:cNvPr>
              <p14:cNvContentPartPr/>
              <p14:nvPr/>
            </p14:nvContentPartPr>
            <p14:xfrm>
              <a:off x="2233003" y="6244372"/>
              <a:ext cx="33480" cy="39960"/>
            </p14:xfrm>
          </p:contentPart>
        </mc:Choice>
        <mc:Fallback xmlns="">
          <p:pic>
            <p:nvPicPr>
              <p:cNvPr id="152" name="잉크 151">
                <a:extLst>
                  <a:ext uri="{FF2B5EF4-FFF2-40B4-BE49-F238E27FC236}">
                    <a16:creationId xmlns:a16="http://schemas.microsoft.com/office/drawing/2014/main" id="{7FEA2C03-0876-4F87-A6B4-A98EF58BFA8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24003" y="6235372"/>
                <a:ext cx="511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3" name="잉크 152">
                <a:extLst>
                  <a:ext uri="{FF2B5EF4-FFF2-40B4-BE49-F238E27FC236}">
                    <a16:creationId xmlns:a16="http://schemas.microsoft.com/office/drawing/2014/main" id="{29D9944C-013C-4DD5-A3BF-A89E64846A3E}"/>
                  </a:ext>
                </a:extLst>
              </p14:cNvPr>
              <p14:cNvContentPartPr/>
              <p14:nvPr/>
            </p14:nvContentPartPr>
            <p14:xfrm>
              <a:off x="2287003" y="6290452"/>
              <a:ext cx="127440" cy="72360"/>
            </p14:xfrm>
          </p:contentPart>
        </mc:Choice>
        <mc:Fallback xmlns="">
          <p:pic>
            <p:nvPicPr>
              <p:cNvPr id="153" name="잉크 152">
                <a:extLst>
                  <a:ext uri="{FF2B5EF4-FFF2-40B4-BE49-F238E27FC236}">
                    <a16:creationId xmlns:a16="http://schemas.microsoft.com/office/drawing/2014/main" id="{29D9944C-013C-4DD5-A3BF-A89E64846A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78003" y="6281452"/>
                <a:ext cx="145080" cy="9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292898A5-0571-4935-9584-DFB49F8912B7}"/>
              </a:ext>
            </a:extLst>
          </p:cNvPr>
          <p:cNvGrpSpPr/>
          <p:nvPr/>
        </p:nvGrpSpPr>
        <p:grpSpPr>
          <a:xfrm>
            <a:off x="2340643" y="6556852"/>
            <a:ext cx="360" cy="12240"/>
            <a:chOff x="2340643" y="6556852"/>
            <a:chExt cx="360" cy="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2F5F4008-6FF6-413D-837E-ECEBDEE961E5}"/>
                    </a:ext>
                  </a:extLst>
                </p14:cNvPr>
                <p14:cNvContentPartPr/>
                <p14:nvPr/>
              </p14:nvContentPartPr>
              <p14:xfrm>
                <a:off x="2340643" y="6568012"/>
                <a:ext cx="360" cy="1080"/>
              </p14:xfrm>
            </p:contentPart>
          </mc:Choice>
          <mc:Fallback xmlns=""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2F5F4008-6FF6-413D-837E-ECEBDEE961E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31643" y="6559012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26771768-DF0E-42CF-B158-999DE551F011}"/>
                    </a:ext>
                  </a:extLst>
                </p14:cNvPr>
                <p14:cNvContentPartPr/>
                <p14:nvPr/>
              </p14:nvContentPartPr>
              <p14:xfrm>
                <a:off x="2340643" y="6564772"/>
                <a:ext cx="360" cy="360"/>
              </p14:xfrm>
            </p:contentPart>
          </mc:Choice>
          <mc:Fallback xmlns=""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26771768-DF0E-42CF-B158-999DE551F0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55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73869D50-4EC6-4E79-89FE-507652829645}"/>
                    </a:ext>
                  </a:extLst>
                </p14:cNvPr>
                <p14:cNvContentPartPr/>
                <p14:nvPr/>
              </p14:nvContentPartPr>
              <p14:xfrm>
                <a:off x="2340643" y="6564772"/>
                <a:ext cx="360" cy="360"/>
              </p14:xfrm>
            </p:contentPart>
          </mc:Choice>
          <mc:Fallback xmlns=""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73869D50-4EC6-4E79-89FE-50765282964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557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FE657DC7-A019-4413-8B68-D92A2B31E820}"/>
                    </a:ext>
                  </a:extLst>
                </p14:cNvPr>
                <p14:cNvContentPartPr/>
                <p14:nvPr/>
              </p14:nvContentPartPr>
              <p14:xfrm>
                <a:off x="2340643" y="6556852"/>
                <a:ext cx="360" cy="360"/>
              </p14:xfrm>
            </p:contentPart>
          </mc:Choice>
          <mc:Fallback xmlns=""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FE657DC7-A019-4413-8B68-D92A2B31E8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482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A12D67FE-323D-4E82-BBC6-921C57B40F7D}"/>
                    </a:ext>
                  </a:extLst>
                </p14:cNvPr>
                <p14:cNvContentPartPr/>
                <p14:nvPr/>
              </p14:nvContentPartPr>
              <p14:xfrm>
                <a:off x="2340643" y="6556852"/>
                <a:ext cx="360" cy="360"/>
              </p14:xfrm>
            </p:contentPart>
          </mc:Choice>
          <mc:Fallback xmlns=""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A12D67FE-323D-4E82-BBC6-921C57B40F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1643" y="654821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3" name="잉크 162">
                <a:extLst>
                  <a:ext uri="{FF2B5EF4-FFF2-40B4-BE49-F238E27FC236}">
                    <a16:creationId xmlns:a16="http://schemas.microsoft.com/office/drawing/2014/main" id="{8D798ED1-8F1B-410F-AA0A-7342C0E40F18}"/>
                  </a:ext>
                </a:extLst>
              </p14:cNvPr>
              <p14:cNvContentPartPr/>
              <p14:nvPr/>
            </p14:nvContentPartPr>
            <p14:xfrm>
              <a:off x="2256403" y="4270206"/>
              <a:ext cx="127440" cy="122040"/>
            </p14:xfrm>
          </p:contentPart>
        </mc:Choice>
        <mc:Fallback xmlns="">
          <p:pic>
            <p:nvPicPr>
              <p:cNvPr id="163" name="잉크 162">
                <a:extLst>
                  <a:ext uri="{FF2B5EF4-FFF2-40B4-BE49-F238E27FC236}">
                    <a16:creationId xmlns:a16="http://schemas.microsoft.com/office/drawing/2014/main" id="{8D798ED1-8F1B-410F-AA0A-7342C0E40F1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47403" y="4261232"/>
                <a:ext cx="145080" cy="13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4" name="잉크 163">
                <a:extLst>
                  <a:ext uri="{FF2B5EF4-FFF2-40B4-BE49-F238E27FC236}">
                    <a16:creationId xmlns:a16="http://schemas.microsoft.com/office/drawing/2014/main" id="{89686BEB-6830-4773-A3A5-0F00AFB522BD}"/>
                  </a:ext>
                </a:extLst>
              </p14:cNvPr>
              <p14:cNvContentPartPr/>
              <p14:nvPr/>
            </p14:nvContentPartPr>
            <p14:xfrm>
              <a:off x="2159902" y="8459837"/>
              <a:ext cx="128160" cy="62640"/>
            </p14:xfrm>
          </p:contentPart>
        </mc:Choice>
        <mc:Fallback xmlns="">
          <p:pic>
            <p:nvPicPr>
              <p:cNvPr id="164" name="잉크 163">
                <a:extLst>
                  <a:ext uri="{FF2B5EF4-FFF2-40B4-BE49-F238E27FC236}">
                    <a16:creationId xmlns:a16="http://schemas.microsoft.com/office/drawing/2014/main" id="{89686BEB-6830-4773-A3A5-0F00AFB522B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50902" y="8450837"/>
                <a:ext cx="1458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5" name="잉크 164">
                <a:extLst>
                  <a:ext uri="{FF2B5EF4-FFF2-40B4-BE49-F238E27FC236}">
                    <a16:creationId xmlns:a16="http://schemas.microsoft.com/office/drawing/2014/main" id="{64492537-C36F-4C3F-A077-D16E48D1F32F}"/>
                  </a:ext>
                </a:extLst>
              </p14:cNvPr>
              <p14:cNvContentPartPr/>
              <p14:nvPr/>
            </p14:nvContentPartPr>
            <p14:xfrm>
              <a:off x="2181862" y="8394677"/>
              <a:ext cx="62280" cy="23760"/>
            </p14:xfrm>
          </p:contentPart>
        </mc:Choice>
        <mc:Fallback xmlns="">
          <p:pic>
            <p:nvPicPr>
              <p:cNvPr id="165" name="잉크 164">
                <a:extLst>
                  <a:ext uri="{FF2B5EF4-FFF2-40B4-BE49-F238E27FC236}">
                    <a16:creationId xmlns:a16="http://schemas.microsoft.com/office/drawing/2014/main" id="{64492537-C36F-4C3F-A077-D16E48D1F32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172862" y="8385677"/>
                <a:ext cx="79920" cy="41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6490" y="657204"/>
            <a:ext cx="15795020" cy="9022622"/>
            <a:chOff x="0" y="0"/>
            <a:chExt cx="5762066" cy="32914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3291477"/>
            </a:xfrm>
            <a:custGeom>
              <a:avLst/>
              <a:gdLst/>
              <a:ahLst/>
              <a:cxnLst/>
              <a:rect l="l" t="t" r="r" b="b"/>
              <a:pathLst>
                <a:path w="5762066" h="3291477">
                  <a:moveTo>
                    <a:pt x="0" y="0"/>
                  </a:moveTo>
                  <a:lnTo>
                    <a:pt x="5762066" y="0"/>
                  </a:lnTo>
                  <a:lnTo>
                    <a:pt x="5762066" y="3291477"/>
                  </a:lnTo>
                  <a:lnTo>
                    <a:pt x="0" y="32914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4297717" y="4609099"/>
            <a:ext cx="729761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003EA8"/>
                </a:solidFill>
                <a:ea typeface="Arita Dotum Bold"/>
              </a:rPr>
              <a:t>감사합니다</a:t>
            </a:r>
          </a:p>
        </p:txBody>
      </p:sp>
      <p:sp>
        <p:nvSpPr>
          <p:cNvPr id="6" name="Freeform 6"/>
          <p:cNvSpPr/>
          <p:nvPr/>
        </p:nvSpPr>
        <p:spPr>
          <a:xfrm>
            <a:off x="10984238" y="4346807"/>
            <a:ext cx="1637441" cy="1643417"/>
          </a:xfrm>
          <a:custGeom>
            <a:avLst/>
            <a:gdLst/>
            <a:ahLst/>
            <a:cxnLst/>
            <a:rect l="l" t="t" r="r" b="b"/>
            <a:pathLst>
              <a:path w="1637441" h="1643417">
                <a:moveTo>
                  <a:pt x="0" y="0"/>
                </a:moveTo>
                <a:lnTo>
                  <a:pt x="1637441" y="0"/>
                </a:lnTo>
                <a:lnTo>
                  <a:pt x="1637441" y="1643417"/>
                </a:lnTo>
                <a:lnTo>
                  <a:pt x="0" y="1643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671</Words>
  <Application>Microsoft Office PowerPoint</Application>
  <PresentationFormat>사용자 지정</PresentationFormat>
  <Paragraphs>167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Arita Dotum Bold</vt:lpstr>
      <vt:lpstr>Calibri</vt:lpstr>
      <vt:lpstr>Arita Dotum Medium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불사조 팀</dc:title>
  <dc:creator>GRS</dc:creator>
  <cp:lastModifiedBy>GRS</cp:lastModifiedBy>
  <cp:revision>35</cp:revision>
  <dcterms:created xsi:type="dcterms:W3CDTF">2006-08-16T00:00:00Z</dcterms:created>
  <dcterms:modified xsi:type="dcterms:W3CDTF">2024-03-27T05:24:56Z</dcterms:modified>
  <dc:identifier>DAGAel_MQkM</dc:identifier>
</cp:coreProperties>
</file>