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8" r:id="rId3"/>
    <p:sldId id="330" r:id="rId4"/>
    <p:sldId id="323" r:id="rId5"/>
    <p:sldId id="325" r:id="rId6"/>
    <p:sldId id="331" r:id="rId7"/>
    <p:sldId id="259" r:id="rId8"/>
    <p:sldId id="332" r:id="rId9"/>
    <p:sldId id="289" r:id="rId10"/>
    <p:sldId id="324" r:id="rId11"/>
    <p:sldId id="327" r:id="rId12"/>
    <p:sldId id="328" r:id="rId13"/>
    <p:sldId id="307" r:id="rId14"/>
    <p:sldId id="334" r:id="rId15"/>
    <p:sldId id="315" r:id="rId16"/>
    <p:sldId id="317" r:id="rId17"/>
    <p:sldId id="329" r:id="rId18"/>
    <p:sldId id="338" r:id="rId19"/>
    <p:sldId id="335" r:id="rId20"/>
    <p:sldId id="314" r:id="rId21"/>
    <p:sldId id="319" r:id="rId22"/>
    <p:sldId id="320" r:id="rId23"/>
    <p:sldId id="336" r:id="rId24"/>
    <p:sldId id="318" r:id="rId25"/>
    <p:sldId id="321" r:id="rId26"/>
    <p:sldId id="339" r:id="rId27"/>
    <p:sldId id="278" r:id="rId28"/>
    <p:sldId id="337" r:id="rId29"/>
    <p:sldId id="279" r:id="rId30"/>
  </p:sldIdLst>
  <p:sldSz cx="18288000" cy="10287000"/>
  <p:notesSz cx="6858000" cy="9144000"/>
  <p:embeddedFontLst>
    <p:embeddedFont>
      <p:font typeface="Arita Dotum Bold" panose="020B0600000101010101" charset="-127"/>
      <p:regular r:id="rId33"/>
    </p:embeddedFont>
    <p:embeddedFont>
      <p:font typeface="Arita Dotum Medium" panose="020B0600000101010101" charset="-127"/>
      <p:regular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HY견고딕" panose="02030600000101010101" pitchFamily="18" charset="-127"/>
      <p:regular r:id="rId39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S" initials="G" lastIdx="3" clrIdx="0">
    <p:extLst>
      <p:ext uri="{19B8F6BF-5375-455C-9EA6-DF929625EA0E}">
        <p15:presenceInfo xmlns:p15="http://schemas.microsoft.com/office/powerpoint/2012/main" userId="GR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BF0C"/>
    <a:srgbClr val="EC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8" autoAdjust="0"/>
    <p:restoredTop sz="87281" autoAdjust="0"/>
  </p:normalViewPr>
  <p:slideViewPr>
    <p:cSldViewPr>
      <p:cViewPr varScale="1">
        <p:scale>
          <a:sx n="65" d="100"/>
          <a:sy n="65" d="100"/>
        </p:scale>
        <p:origin x="28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AC2C89D-5E99-4EC9-8D83-CE588587B1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ko-KR" altLang="en-US"/>
              <a:t>서초구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D043D0-1C38-46CF-A108-62FEFD410B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A57BE-5C73-459C-AFFA-EE23F387EFAC}" type="datetimeFigureOut">
              <a:rPr lang="ko-KR" altLang="en-US" smtClean="0"/>
              <a:pPr/>
              <a:t>2024-05-14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446620-B80C-40CC-A8E9-4EDA0A06D6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471551-80E0-4496-A783-F77282BCC4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D9E20-02EF-4AD2-A88C-F76B1EE02A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461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15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205 206 24575,'0'1'0,"-1"0"0,1 0 0,-1 0 0,0-1 0,1 1 0,-1 0 0,0-1 0,0 1 0,1-1 0,-1 1 0,0-1 0,0 1 0,0-1 0,1 1 0,-1-1 0,0 0 0,0 0 0,0 1 0,0-1 0,0 0 0,0 0 0,0 0 0,-1 0 0,-27 3 0,27-3 0,-9 1 0,0 0 0,0-1 0,0 0 0,0-1 0,-21-4 0,29 4 0,-1-1 0,1 0 0,-1 1 0,1-1 0,0 0 0,-1 0 0,1-1 0,0 1 0,1-1 0,-1 1 0,0-1 0,1 0 0,0 0 0,-1 0 0,1-1 0,0 1 0,1 0 0,-1-1 0,0 1 0,-1-6 0,1 3 0,1 1 0,-1-1 0,1 1 0,0-1 0,0 1 0,0-1 0,1 0 0,0 0 0,0 1 0,0-1 0,1 0 0,0 1 0,0-1 0,3-6 0,-3 8 0,1 1 0,-1-1 0,1 1 0,0 0 0,0 0 0,1 0 0,-1 0 0,1 0 0,-1 0 0,1 1 0,0-1 0,0 1 0,0 0 0,0 0 0,0 0 0,1 0 0,-1 0 0,1 1 0,-1-1 0,1 1 0,6-1 0,18-2 0,0 1 0,0 1 0,1 1 0,43 6 0,-70-5 0,0 0 0,-1 0 0,1 1 0,0-1 0,-1 1 0,1-1 0,-1 1 0,1 0 0,-1 0 0,1 0 0,-1 0 0,0-1 0,1 2 0,-1-1 0,0 0 0,0 0 0,0 0 0,0 1 0,0-1 0,2 3 0,-1 0 0,0 0 0,0 1 0,-1-1 0,1 1 0,-1-1 0,0 1 0,0 6 0,0 8 0,0 0 0,-5 33 0,4-48 0,-1 0-23,0-1 0,0 1 0,0-1 0,0 0 0,0 0 0,-1 0 0,1 1 0,-1-1 0,0-1 0,0 1 0,0 0 0,0 0 0,-1-1-1,1 1 1,-1-1 0,1 0 0,-1 0 0,0 0 0,0 0 0,0 0 0,0-1 0,0 1 0,-6 1 0,-3 3-789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1.7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76 97 24575,'-4'0'0,"0"-1"0,0 0 0,0-1 0,1 1 0,-1 0 0,0-1 0,1 0 0,0 0 0,-1 0 0,1 0 0,0-1 0,0 1 0,0-1 0,0 0 0,0 0 0,1 0 0,-1 0 0,1 0 0,0-1 0,0 1 0,0-1 0,1 1 0,-1-1 0,1 0 0,-2-7 0,3 10 0,0 0 0,-1 0 0,1 0 0,1 1 0,-1-1 0,0 0 0,0 0 0,0 0 0,0 0 0,1 1 0,-1-1 0,0 0 0,1 0 0,-1 0 0,0 1 0,1-1 0,-1 0 0,1 1 0,0-1 0,-1 0 0,1 1 0,-1-1 0,1 0 0,0 1 0,-1-1 0,1 1 0,0 0 0,0-1 0,0 1 0,-1 0 0,1-1 0,0 1 0,0 0 0,0 0 0,0-1 0,-1 1 0,1 0 0,0 0 0,0 0 0,0 0 0,0 0 0,0 1 0,1-1 0,50 0 0,-43 1 0,34-2 0,-32 0 0,-1 0 0,1 0 0,-1 1 0,0 1 0,1 0 0,-1 0 0,0 1 0,0 0 0,0 1 0,17 7 0,-26-9 0,1-1 0,-1 1 0,0 0 0,0 0 0,0-1 0,0 1 0,0 0 0,0 0 0,0 0 0,-1 0 0,1 0 0,0 0 0,-1 0 0,1 1 0,0-1 0,-1 0 0,1 0 0,-1 0 0,0 1 0,1-1 0,-1 0 0,0 1 0,0-1 0,0 0 0,0 0 0,0 1 0,0-1 0,0 0 0,0 1 0,0-1 0,-1 0 0,1 0 0,-1 1 0,1-1 0,-1 0 0,1 0 0,-1 0 0,0 1 0,1-1 0,-1 0 0,0 0 0,0 0 0,0 0 0,0-1 0,-2 3 0,-2 2 0,0-1 0,0 0 0,0 0 0,-1 0 0,0 0 0,1-1 0,-11 4 0,-15 10 0,31-17 0,0 0 0,0 0 0,0 0 0,0 0 0,-1 0 0,1 1 0,0-1 0,0 0 0,0 0 0,0 0 0,0 1 0,0-1 0,0 0 0,0 0 0,0 0 0,0 1 0,0-1 0,0 0 0,0 0 0,0 0 0,0 1 0,0-1 0,0 0 0,0 0 0,0 0 0,0 1 0,0-1 0,0 0 0,0 0 0,0 0 0,0 1 0,0-1 0,0 0 0,1 0 0,-1 0 0,0 0 0,0 1 0,0-1 0,0 0 0,0 0 0,1 0 0,-1 0 0,21 6 0,-12-5-170,-1 0-1,1-1 0,-1 0 1,1-1-1,-1 1 0,0-2 1,12-2-1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2.6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3.8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7.2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09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312 256 24575,'-1'10'0,"1"0"0,-1 0 0,-1 0 0,0 0 0,-5 15 0,6-23 0,1 1 0,-1 0 0,0 0 0,-1-1 0,1 1 0,0-1 0,-1 1 0,1-1 0,-1 0 0,0 1 0,0-1 0,0 0 0,0 0 0,0 0 0,0-1 0,0 1 0,-1 0 0,1-1 0,-1 0 0,1 1 0,-1-1 0,0 0 0,-4 1 0,6-2 0,0 0 0,0 0 0,0 0 0,0 0 0,0 0 0,1 0 0,-1 0 0,0 0 0,0-1 0,0 1 0,0 0 0,0-1 0,0 1 0,0-1 0,0 1 0,1-1 0,-1 1 0,0-1 0,0 1 0,1-1 0,-1 0 0,0 1 0,1-1 0,-1 0 0,0-1 0,-8-29 0,9 24 0,0-1 0,0 1 0,0-1 0,1 0 0,1 1 0,1-9 0,-1 11 0,1-1 0,-1 1 0,1-1 0,0 1 0,1 0 0,-1 0 0,1 0 0,0 1 0,0-1 0,1 1 0,-1 0 0,1 0 0,0 0 0,0 1 0,7-4 0,-11 7 0,1-1 0,0 0 0,0 1 0,-1-1 0,1 1 0,0-1 0,0 1 0,0 0 0,0 0 0,0 0 0,-1 0 0,1 0 0,0 0 0,0 0 0,0 1 0,0-1 0,-1 1 0,1-1 0,0 1 0,2 1 0,-2 0 0,0 0 0,1 0 0,-1 0 0,0 0 0,0 1 0,0-1 0,-1 1 0,1-1 0,0 1 0,-1 0 0,0 0 0,0 0 0,0-1 0,0 1 0,0 0 0,0 5 0,3 19 0,-1-1 0,-2 1 0,0 0 0,-6 46 0,4-68 0,0-1 0,-1 1 0,1-1 0,-1 0 0,0 1 0,0-1 0,-1 0 0,1 0 0,-1 0 0,0-1 0,0 1 0,0-1 0,-1 1 0,1-1 0,-1 0 0,0 0 0,-5 3 0,7-5 0,1 0 0,-1 0 0,0 0 0,0 0 0,1 0 0,-1 0 0,0 0 0,0 0 0,0-1 0,0 1 0,0-1 0,0 0 0,0 1 0,-1-1 0,1 0 0,0 0 0,0 0 0,0-1 0,0 1 0,0 0 0,0-1 0,0 1 0,0-1 0,0 0 0,0 0 0,0 0 0,1 0 0,-1 0 0,0 0 0,0 0 0,1 0 0,-1-1 0,1 1 0,-1-1 0,1 1 0,0-1 0,-1 0 0,1 1 0,0-1 0,-1-2 0,-1-3 0,1 1 0,0 0 0,1-1 0,0 0 0,0 1 0,0-1 0,0 0 0,1 1 0,0-1 0,1 0 0,0 0 0,0 1 0,0-1 0,1 1 0,0-1 0,0 1 0,0 0 0,1-1 0,5-8 0,6-9 0,0 2 0,1-1 0,27-28 0,-38 46 0,1 0 0,0 1 0,1 0 0,-1 0 0,1 0 0,-1 1 0,11-5 0,-15 7 0,0 0 0,1 1 0,-1-1 0,0 1 0,0-1 0,0 1 0,0-1 0,0 1 0,0 0 0,1 0 0,-1-1 0,0 1 0,0 0 0,1 0 0,-1 0 0,0 0 0,0 0 0,0 1 0,1-1 0,-1 0 0,0 1 0,0-1 0,0 0 0,0 1 0,0 0 0,0-1 0,0 1 0,0-1 0,0 1 0,0 0 0,0 0 0,0 0 0,0 0 0,0-1 0,-1 1 0,1 0 0,0 0 0,-1 0 0,1 1 0,-1-1 0,1 0 0,-1 0 0,1 0 0,-1 0 0,0 0 0,1 1 0,-1 1 0,1 18 0,-1-1 0,0 1 0,-2-1 0,-1 1 0,0-1 0,-1 0 0,-1 0 0,-9 22 0,5-26 0,8-13 0,-1-1 0,0 1 0,1 0 0,-1 0 0,1-1 0,0 1 0,0 0 0,0 0 0,0 0 0,0 4 0,32-40 0,-27 28 0,0-1 0,0 1 0,-1 0 0,1-1 0,-1 0 0,0 0 0,-1 0 0,1 0 0,1-10 0,1 0 0,-5 16 0,0-1 0,0 0 0,0 1 0,1-1 0,-1 0 0,0 0 0,0 1 0,0-1 0,1 0 0,-1 1 0,0-1 0,1 0 0,-1 1 0,1-1 0,-1 1 0,0-1 0,1 1 0,0-1 0,-1 1 0,1-1 0,-1 1 0,1-1 0,-1 1 0,1-1 0,0 1 0,-1 0 0,2-1 0,9 16 0,-9-10 0,0 1 0,-1-1 0,0 1 0,0 0 0,0 0 0,0 8 0,-2-12 0,1 1 0,-1-1 0,0 0 0,1 1 0,-1-1 0,-1 0 0,1 0 0,0 0 0,0 0 0,-1 0 0,1 0 0,-1 0 0,0 0 0,1 0 0,-1-1 0,0 1 0,0-1 0,0 1 0,0-1 0,0 0 0,-1 0 0,1 0 0,0 0 0,0 0 0,-1 0 0,-3 0 0,-8 2 0,-1-1 0,1-1 0,-25 0 0,-13 3 0,37 0 0,-1 0 0,-25 13 0,29-12 0,0 0 0,-1 0 0,1-1 0,-24 4 0,33-8 0,1 0 0,0 0 0,0 0 0,0-1 0,0 1 0,0 0 0,0-1 0,0 1 0,0-1 0,0 0 0,0 0 0,0 0 0,0 0 0,0 0 0,1 0 0,-1 0 0,0-1 0,1 1 0,-1 0 0,1-1 0,-1 0 0,1 1 0,0-1 0,0 0 0,-1 0 0,1 1 0,0-1 0,1 0 0,-1 0 0,0 0 0,1 0 0,-1 0 0,1 0 0,-1 0 0,1-4 0,-2-9 0,0-1 0,2 0 0,1-28 0,0 26 0,-2-29 0,0 26 0,1-1 0,4-25 0,-3 41 0,0-1 0,0 1 0,1 0 0,0 0 0,0 0 0,1 0 0,0 0 0,0 0 0,0 1 0,1 0 0,7-9 0,-5 7 0,1 1 0,0 0 0,0 0 0,1 1 0,0 0 0,0 0 0,0 1 0,0 0 0,1 1 0,-1 0 0,1 0 0,0 1 0,0 0 0,0 0 0,0 1 0,0 0 0,0 1 0,1 0 0,-1 0 0,0 1 0,0 0 0,0 1 0,0 0 0,17 6 0,-25-8 0,0 0 0,1 0 0,-1 1 0,0-1 0,0 0 0,1 1 0,-1-1 0,0 1 0,0-1 0,0 1 0,0 0 0,0 0 0,0-1 0,0 1 0,0 0 0,0 0 0,0 0 0,0 0 0,-1 0 0,1 0 0,1 2 0,-3-2 0,1 0 0,-1-1 0,1 1 0,-1 0 0,0 0 0,1-1 0,-1 1 0,0-1 0,1 1 0,-1 0 0,0-1 0,0 0 0,1 1 0,-1-1 0,0 1 0,0-1 0,0 0 0,0 0 0,1 1 0,-1-1 0,-2 0 0,-4 2 0,0-1 0,-1 0 0,1 0 0,0-1 0,-1 0 0,-12-2 0,17 1 0,1 0 0,-1-1 0,0 0 0,1 1 0,0-1 0,-1 0 0,1-1 0,0 1 0,0 0 0,0 0 0,0-1 0,0 1 0,1-1 0,-1 0 0,1 0 0,0 1 0,-1-1 0,0-5 0,1 4 0,-1 0 0,1 1 0,-1-1 0,0 0 0,0 1 0,-1-1 0,1 1 0,-1 0 0,1 0 0,-1 0 0,-5-5 0,0 5 0,0 0 0,0 1 0,0-1 0,-1 1 0,1 1 0,-1 0 0,1 0 0,-1 1 0,1 0 0,-1 0 0,1 1 0,0 0 0,-1 0 0,-9 4 0,15-4 0,1 1 0,0-1 0,0 1 0,0 0 0,0 0 0,0 0 0,0 0 0,0 0 0,1 0 0,-1 0 0,1 1 0,-1-1 0,1 1 0,0-1 0,0 1 0,0-1 0,0 1 0,1 0 0,-1 0 0,1-1 0,-1 1 0,1 4 0,2 74 0,0-49 0,-1 33 0,1-28 0,-6 71 0,-25 8 0,29-116 0,0-1 0,0 1 0,0 0 0,0 0 0,0 0 0,0 0 0,0 0 0,0 0 0,0 0 0,0 0 0,0 0 0,0 0 0,0 0 0,0 0 0,0 0 0,-1-1 0,1 1 0,0 0 0,0 0 0,0 0 0,0 0 0,0 0 0,0 0 0,0 0 0,0 0 0,0 0 0,0 0 0,0 0 0,-1 0 0,1 0 0,0 0 0,0 0 0,0 0 0,0 0 0,0 0 0,0 0 0,0 0 0,0 0 0,0 0 0,0 0 0,-1 0 0,1 0 0,0 0 0,0 0 0,0 1 0,-3-20 0,2-23 0,6-1 0,1 1 0,24-78 0,-23 97 0,2 0 0,0 1 0,2 0 0,0 1 0,2 0 0,24-31 0,-37 51 0,1 0 0,-1 1 0,0-1 0,1 0 0,-1 1 0,1-1 0,-1 0 0,1 1 0,0-1 0,-1 1 0,1-1 0,0 1 0,-1-1 0,1 1 0,0-1 0,-1 1 0,1 0 0,0 0 0,0-1 0,-1 1 0,1 0 0,0 0 0,0 0 0,0 0 0,-1 0 0,1 0 0,0 0 0,1 0 0,-1 1 0,0 0 0,0-1 0,0 1 0,0 0 0,-1 0 0,1 1 0,0-1 0,-1 0 0,1 0 0,-1 0 0,1 0 0,-1 0 0,0 1 0,1-1 0,-1 0 0,0 2 0,3 62 0,-3-58 0,0 27 0,-1 0 0,-9 48 0,6-65 0,0-1 0,-1 1 0,-1-1 0,0 0 0,-1-1 0,-17 27 0,9-18 0,-6 10 0,-46 56 0,66-90 0,1 1 0,-1 0 0,1 0 0,-1-1 0,0 1 0,1 0 0,-1-1 0,0 1 0,0-1 0,1 1 0,-1-1 0,0 1 0,0-1 0,0 1 0,1-1 0,-1 0 0,0 0 0,0 1 0,0-1 0,0 0 0,-1 0 0,2 0 0,-1 0 0,1-1 0,-1 1 0,1 0 0,-1-1 0,1 1 0,-1-1 0,1 1 0,0-1 0,-1 1 0,1-1 0,0 1 0,-1-1 0,1 1 0,0-1 0,0 1 0,-1-1 0,1 1 0,0-1 0,0 1 0,0-1 0,0 0 0,0 0 0,-1-3 0,1 1 0,0 0 0,0-1 0,0 1 0,1-1 0,-1 1 0,1 0 0,0-1 0,0 1 0,2-6 0,0 6 0,0-1 0,0 0 0,0 1 0,0-1 0,1 1 0,-1 0 0,1 0 0,0 0 0,0 1 0,0-1 0,0 1 0,0 0 0,0 0 0,9-2 0,-12 4 0,1-1 0,0 1 0,0-1 0,-1 1 0,1 0 0,0 0 0,0 0 0,0 0 0,0 0 0,-1 0 0,1 0 0,0 0 0,0 1 0,0-1 0,-1 1 0,1 0 0,0-1 0,-1 1 0,1 0 0,0 0 0,-1 0 0,1 0 0,-1 0 0,0 0 0,1 1 0,-1-1 0,0 0 0,0 1 0,1-1 0,-1 1 0,0-1 0,-1 1 0,1 0 0,0-1 0,0 1 0,-1 0 0,1 0 0,-1-1 0,1 3 0,0 0 0,-1 0 0,1 0 0,-1 0 0,0 1 0,0-1 0,0 0 0,0 0 0,-1 0 0,0 0 0,0 0 0,0 0 0,0 0 0,-1 0 0,1 0 0,-1 0 0,0-1 0,0 1 0,-1-1 0,-3 5 0,-1 4 0,4-3 108,10-9-1581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15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374 411 24575,'-47'2'0,"34"-1"0,-1 0 0,0 0 0,0-1 0,1-1 0,-1-1 0,-19-3 0,31 4 0,0-1 0,0 1 0,0 0 0,1-1 0,-1 1 0,0-1 0,1 1 0,-1-1 0,1 0 0,0 0 0,0 1 0,-1-1 0,1 0 0,0 0 0,0 0 0,1-1 0,-1 1 0,0 0 0,1 0 0,-1 0 0,1 0 0,0-1 0,0 1 0,0-2 0,2-66 0,0 47 0,-2 14 0,1 0 0,1 1 0,-1 0 0,1-1 0,1 1 0,0 0 0,0 0 0,0 0 0,1 0 0,0 1 0,1-1 0,0 1 0,0 0 0,0 1 0,1-1 0,0 1 0,0 0 0,8-5 0,-6 4 0,1 1 0,0 1 0,0 0 0,0 0 0,1 0 0,0 1 0,0 1 0,0 0 0,0 0 0,0 1 0,1 0 0,-1 1 0,1 0 0,16 1 0,-23 1 0,0 0 0,-1 0 0,1 1 0,-1-1 0,1 1 0,-1 0 0,1 0 0,-1 0 0,0 0 0,0 0 0,0 1 0,0 0 0,0-1 0,-1 1 0,1 0 0,-1 0 0,0 0 0,0 1 0,0-1 0,0 1 0,0-1 0,-1 1 0,0-1 0,2 7 0,2 7 0,0 0 0,-1 0 0,-1 0 0,1 19 0,-4-35 0,2 18 0,-1 1 0,-1 0 0,-3 23 0,2-38 0,0 1 0,0 0 0,-1-1 0,1 0 0,-1 1 0,-1-1 0,1 0 0,-1 0 0,1 0 0,-1 0 0,-1-1 0,1 1 0,-1-1 0,0 0 0,-7 7 0,-5 1 0,0-1 0,0-1 0,-33 15 0,44-22 0,-1-1 0,1 1 0,-1-1 0,0 0 0,0-1 0,0 0 0,1 0 0,-2 0 0,1 0 0,0-1 0,0 0 0,0-1 0,0 1 0,0-1 0,0 0 0,-8-3 0,11 2 0,0 0 0,-1-1 0,1 1 0,1-1 0,-1 0 0,0 0 0,1 0 0,-1 0 0,1-1 0,0 1 0,0-1 0,0 1 0,0-1 0,1 0 0,0 0 0,0 1 0,0-1 0,0 0 0,0 0 0,1 0 0,-1-6 0,0-13 0,1-1 0,3-32 0,-2 41 0,1 6 0,-1 1 0,2-1 0,-1 1 0,1 0 0,0 0 0,1 0 0,0 0 0,0 1 0,1-1 0,0 1 0,0 0 0,0 0 0,8-6 0,-10 9 0,1 1 0,-1-1 0,1 1 0,0 0 0,0 0 0,0 0 0,0 0 0,0 1 0,1 0 0,-1 0 0,1 0 0,-1 0 0,1 1 0,0 0 0,0 0 0,0 0 0,-1 0 0,1 1 0,0 0 0,0 0 0,0 0 0,0 0 0,0 1 0,6 2 0,-9-2 0,0 0 0,-1 0 0,1 0 0,-1 0 0,1 1 0,-1-1 0,1 1 0,-1-1 0,0 1 0,1 0 0,-1-1 0,0 1 0,0 0 0,0 0 0,-1 0 0,1 0 0,0 0 0,-1 0 0,1 0 0,-1 0 0,0 0 0,1 2 0,0 54 0,-2-45 0,2-3 0,-2 1 0,1 0 0,-1 0 0,-1-1 0,0 1 0,-4 12 0,4-20 0,1 0 0,0-1 0,-1 1 0,1-1 0,-1 1 0,0-1 0,0 0 0,0 0 0,0 0 0,0 0 0,0 0 0,0 0 0,-1-1 0,1 1 0,-1-1 0,1 1 0,-1-1 0,0 0 0,1 0 0,-1 0 0,0-1 0,0 1 0,0 0 0,0-1 0,1 0 0,-1 0 0,-6 0 0,6 0 0,1 0 0,-1 0 0,0 0 0,0 0 0,0 0 0,0 0 0,0-1 0,1 0 0,-1 1 0,0-1 0,0 0 0,1-1 0,-1 1 0,1 0 0,-1-1 0,1 1 0,-1-1 0,1 0 0,0 0 0,0 0 0,-3-3 0,3 1 0,0-1 0,1 1 0,-1 0 0,1-1 0,0 1 0,1-1 0,-1 0 0,1 1 0,0-1 0,0 0 0,0 1 0,0-1 0,2-4 0,2-9 0,1 31 0,0 31 0,-3-16 0,-1-9 0,0 0 0,-1 0 0,-5 33 0,5-52 0,-1 0 0,1 0 0,0 0 0,0 0 0,0 0 0,0 0 0,0 0 0,0 0 0,0 0 0,0 0 0,0-1 0,0 1 0,0 0 0,0 0 0,-1 0 0,1 0 0,0 0 0,0 0 0,0 0 0,0 0 0,0 0 0,0 0 0,0 0 0,0 0 0,0 0 0,-1 0 0,1 0 0,0 0 0,0 0 0,0 1 0,0-1 0,0 0 0,0 0 0,0 0 0,0 0 0,0 0 0,0 0 0,0 0 0,0 0 0,-1 0 0,1 0 0,0 0 0,0 0 0,0 0 0,-3-18 0,-2-24 0,5 21 0,-1-35 0,1 53 0,0 0 0,0-1 0,1 1 0,-1 0 0,1 0 0,0 0 0,0 0 0,0 0 0,0 0 0,1 0 0,-1 0 0,1 1 0,2-4 0,-4 6 0,1 1 0,0-1 0,-1 0 0,1 1 0,-1-1 0,1 0 0,-1 1 0,1-1 0,-1 1 0,1-1 0,-1 1 0,1-1 0,-1 1 0,0-1 0,1 1 0,-1-1 0,0 1 0,1 0 0,-1-1 0,0 1 0,0-1 0,0 1 0,1 0 0,-1-1 0,0 1 0,0 0 0,0-1 0,0 1 0,0 0 0,0-1 0,0 1 0,-1 1 0,5 27 0,-3-17 0,0-5 0,0 0 0,-1 0 0,0 1 0,0-1 0,-1 0 0,0 0 0,0 1 0,-4 11 0,5-18 0,0-1 0,0 0 0,0 0 0,0 0 0,0 0 0,0 0 0,0 0 0,0 1 0,0-1 0,-1 0 0,1 0 0,0 0 0,0 0 0,0 0 0,0 0 0,0 0 0,0 0 0,0 0 0,0 1 0,-1-1 0,1 0 0,0 0 0,0 0 0,0 0 0,0 0 0,0 0 0,0 0 0,0 0 0,-1 0 0,1 0 0,0 0 0,0 0 0,0 0 0,0 0 0,0 0 0,-1 0 0,1 0 0,0 0 0,0 0 0,0 0 0,0 0 0,0 0 0,0 0 0,-1 0 0,1-1 0,0 1 0,0 0 0,0 0 0,0 0 0,0 0 0,0 0 0,0 0 0,0 0 0,0 0 0,-1 0 0,1-1 0,0 1 0,0 0 0,0 0 0,0 0 0,-6-14 0,0-15 0,5 16 0,0 0 0,1 0 0,1 0 0,0 0 0,4-16 0,-4 23 0,1 0 0,-1 0 0,1 1 0,0-1 0,1 1 0,-1-1 0,1 1 0,0 0 0,0 0 0,1 0 0,-1 0 0,1 1 0,8-8 0,-12 11 0,1 1 0,0-1 0,0 0 0,-1 1 0,1-1 0,0 1 0,0-1 0,0 1 0,0-1 0,0 1 0,0-1 0,0 1 0,0 0 0,0 0 0,0-1 0,0 1 0,0 0 0,0 0 0,0 0 0,0 0 0,0 0 0,0 0 0,0 1 0,0-1 0,0 0 0,0 0 0,0 1 0,0-1 0,0 1 0,0-1 0,1 2 0,0 0 0,0 0 0,0 0 0,-1 1 0,1-1 0,-1 1 0,0-1 0,1 1 0,-1-1 0,-1 1 0,1 0 0,1 4 0,1 9 0,-1 0 0,-1 32 0,0-44 0,-1-1 0,0 1 0,0 0 0,0 0 0,0-1 0,0 1 0,-1 0 0,0 0 0,0-1 0,0 1 0,0-1 0,-1 1 0,1-1 0,-1 1 0,0-1 0,0 0 0,0 0 0,0 0 0,-1 0 0,1 0 0,-1 0 0,0-1 0,0 1 0,0-1 0,0 0 0,0 0 0,0 0 0,-7 2 0,2 1 0,0 1 0,1-1 0,-1 1 0,1 0 0,0 1 0,-7 8 0,13-15 0,1 1 0,-1 0 0,0 0 0,1 0 0,-1 0 0,0 0 0,1 0 0,-1 0 0,1 0 0,0 0 0,-1 0 0,1 0 0,0 1 0,0-1 0,-1 0 0,1 0 0,0 0 0,0 0 0,0 0 0,1 1 0,-1-1 0,1 2 0,0-2 0,0 1 0,0-1 0,1 0 0,-1 0 0,1 0 0,-1 0 0,1 0 0,0 0 0,-1 0 0,1 0 0,0-1 0,-1 1 0,1-1 0,0 1 0,0-1 0,0 0 0,-1 1 0,1-1 0,4-1 0,7 2 0,1 0 0,-1-2 0,0 1 0,1-2 0,-1 0 0,21-6 0,-42 12 0,1-1 0,-1 1 0,1 1 0,-12 9 0,-15 9 0,25-18 0,-1 0 0,1 0 0,-1-1 0,0-1 0,-1 0 0,1 0 0,-15 2 0,23-5 0,0 0 0,-1 0 0,1 0 0,0 0 0,0 0 0,0-1 0,-1 1 0,1-1 0,0 1 0,0-1 0,0 0 0,0 0 0,0 0 0,0 0 0,0 0 0,0 0 0,0-1 0,0 1 0,1 0 0,-1-1 0,0 0 0,1 1 0,-1-1 0,1 0 0,0 0 0,0 0 0,0 0 0,0 0 0,0 0 0,0 0 0,0 0 0,1 0 0,-1 0 0,1-1 0,-1 1 0,1 0 0,0 0 0,0-1 0,0 1 0,0 0 0,1-3 0,1-71 0,-2 77 0,0 1 0,0-1 0,-1 0 0,1 1 0,-1-1 0,1 1 0,-1-1 0,0 0 0,1 0 0,-1 1 0,0-1 0,0 0 0,0 0 0,0 0 0,0 0 0,0 0 0,0 0 0,0 0 0,0 0 0,-1 0 0,1-1 0,-3 2 0,0 0 0,-1 0 0,0 0 0,0-1 0,0 0 0,0 0 0,0 0 0,-6 0 0,6-1 0,0 1 0,1-1 0,-1 0 0,0 0 0,0-1 0,1 0 0,-1 1 0,0-2 0,1 1 0,-1 0 0,1-1 0,-1 0 0,1 0 0,0 0 0,0-1 0,-7-5 0,5 0 0,1-1 0,1 0 0,0 0 0,0 0 0,1 0 0,0-1 0,1 1 0,0-1 0,0 0 0,0-12 0,1 6 0,0 0 0,2 0 0,0 1 0,0-1 0,7-26 0,-6 36 0,0 1 0,0-1 0,1 1 0,0 0 0,0 0 0,1 0 0,-1 0 0,1 0 0,0 1 0,0 0 0,9-8 0,61-37 0,-32 23 0,-23 14 0,1 2 0,1 0 0,0 1 0,0 1 0,0 1 0,1 1 0,0 1 0,0 1 0,1 1 0,31 0 0,-43 1-1365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84 24575,'9'-1'0,"-1"-1"0,1 0 0,-1 0 0,0-1 0,0 0 0,0 0 0,11-6 0,28-11 0,-29 16 0,0 1 0,0 1 0,0 1 0,0 0 0,0 2 0,0 0 0,0 1 0,0 0 0,-1 2 0,1 0 0,31 12 0,-48-15 0,1 0 0,-1 0 0,1-1 0,-1 1 0,0 1 0,1-1 0,-1 0 0,0 0 0,0 0 0,0 0 0,0 1 0,0-1 0,0 1 0,0-1 0,0 1 0,-1-1 0,1 1 0,-1-1 0,1 1 0,-1-1 0,1 1 0,-1 0 0,0-1 0,0 1 0,0 0 0,0-1 0,0 1 0,0 0 0,0-1 0,0 1 0,-1 0 0,1-1 0,-1 1 0,1-1 0,-1 1 0,0 0 0,1-1 0,-3 3 0,1 0 0,0-1 0,1 0 0,-1 0 0,-1 0 0,1 0 0,0 0 0,-1 0 0,0-1 0,1 1 0,-1-1 0,0 0 0,0 0 0,-1 0 0,1 0 0,0 0 0,-1-1 0,-3 2 0,-35 4 0,0-2 0,-1-2 0,1-1 0,-43-5 0,75 1 0,-1 0 0,1-1 0,0 0 0,0 0 0,0-1 0,0 0 0,1-1 0,0 0 0,-1-1 0,2 0 0,-1 0 0,1-1 0,-11-10 0,16 13 0,-1 0 0,1 0 0,0-1 0,1 1 0,-1-1 0,1 1 0,0-1 0,0 0 0,0 0 0,-1-7 0,2 11 0,1 0 0,0-1 0,0 1 0,-1-1 0,1 1 0,0 0 0,0-1 0,1 1 0,-1-1 0,0 1 0,0 0 0,1-1 0,-1 1 0,0 0 0,1-1 0,0 1 0,-1 0 0,1-1 0,0 1 0,-1 0 0,1 0 0,0 0 0,0 0 0,0 0 0,0 0 0,0 0 0,0 0 0,0 0 0,1 0 0,-1 1 0,0-1 0,0 1 0,1-1 0,-1 0 0,0 1 0,1 0 0,-1-1 0,0 1 0,1 0 0,2 0 0,39-3 0,0 1 0,66 8 0,-49 5 0,-76-9 0,1 0 0,-1 1 0,-17 5 0,13-3 0,6-3 0,1 0 0,-1-1 0,-16-1 0,-31 4 0,59-4 0,1 0 0,0 0 0,0 0 0,0 1 0,0-1 0,0 0 0,0 1 0,0-1 0,0 1 0,0-1 0,0 1 0,0-1 0,0 1 0,0 0 0,1 0 0,-1-1 0,0 1 0,0 0 0,1 0 0,-1 0 0,0 0 0,1 0 0,-1 0 0,1 0 0,-1 0 0,1 0 0,0 0 0,-1 0 0,1 0 0,0 0 0,0 0 0,0 0 0,-1 0 0,1 0 0,0 1 0,1-1 0,-1 0 0,0 0 0,0 0 0,0 0 0,1 0 0,-1 0 0,0 0 0,1 0 0,-1 0 0,1 0 0,0 0 0,0 1 0,0 1 0,1-1 0,-1 1 0,1-1 0,0 1 0,0-1 0,0 0 0,0 1 0,0-1 0,0 0 0,0-1 0,1 1 0,-1 0 0,1-1 0,-1 1 0,1-1 0,0 0 0,0 0 0,3 2 0,42 0 0,0-3 0,53-5 0,53-8 0,-355 13 0,452 0 0,-550-13 0,279 7 0,20 6 0,0-1 0,0 1 0,0 0 0,0 0 0,-1-1 0,1 1 0,0 0 0,0-1 0,0 1 0,0 0 0,0 0 0,0-1 0,0 1 0,0 0 0,0-1 0,0 1 0,0 0 0,0 0 0,0-1 0,1 1 0,-1 0 0,0 0 0,0-1 0,0 1 0,0 0 0,0 0 0,1-1 0,-1 1 0,0 0 0,0 0 0,0 0 0,0-1 0,1 1 0,-1 0 0,0 0 0,1-1 0,2-1 0,1 0 0,-1 0 0,1 0 0,0 0 0,-1 0 0,1 1 0,6-2 0,39-6 0,-1 2 0,2 2 0,-1 2 0,69 6 0,-80 6 0,-37-9 0,-1 0 0,1 1 0,-1-1 0,0 0 0,1 0 0,-1 0 0,0 1 0,1-1 0,-1 0 0,0 0 0,0 1 0,1-1 0,-1 0 0,0 0 0,0 1 0,1-1 0,-1 0 0,0 1 0,0-1 0,0 0 0,0 1 0,0-1 0,1 1 0,-1-1 0,0 0 0,0 1 0,0-1 0,0 0 0,0 1 0,0 0 0,-18 11 0,-127 34 0,250-42 0,-103-4 0,0-1 0,-1 1 0,1 0 0,0 0 0,0 0 0,0 0 0,0 1 0,-1-1 0,1 0 0,0 1 0,0-1 0,-1 1 0,1 0 0,0-1 0,-1 1 0,1 0 0,0 0 0,-1 0 0,1 0 0,-1 1 0,0-1 0,1 0 0,-1 0 0,0 1 0,0-1 0,0 1 0,1 1 0,-2-1 0,0 0 0,-1 0 0,1 0 0,-1-1 0,1 1 0,-1 0 0,0 0 0,0-1 0,0 1 0,0 0 0,0-1 0,0 1 0,0-1 0,0 1 0,-1-1 0,1 0 0,0 1 0,-1-1 0,1 0 0,-1 0 0,0 0 0,1 0 0,-1 0 0,0 0 0,-3 0 0,-14 8 0,-1-2 0,0 0 0,-23 4 0,-14 5 0,34-12 0,0 0 0,0-1 0,0-1 0,-1-2 0,1 0 0,-34-5 0,51 4 0,-1-1 0,1 0 0,0 0 0,0 0 0,0-1 0,-6-3 0,10 5 0,1 1 0,0 0 0,0-1 0,0 1 0,0-1 0,0 0 0,-1 1 0,1-1 0,0 0 0,0 1 0,1-1 0,-1 0 0,0 0 0,0 0 0,0 0 0,0 0 0,1 0 0,-1 0 0,1 0 0,-1 0 0,1 0 0,-1-1 0,1 1 0,-1 0 0,1 0 0,0 0 0,0-1 0,0 1 0,-1 0 0,1 0 0,0-1 0,1 1 0,-1 0 0,0 0 0,0-1 0,0 1 0,2-2 0,-1 1 0,1 1 0,-1 0 0,1 0 0,0 0 0,-1 0 0,1 0 0,0 0 0,0 0 0,0 0 0,0 1 0,0-1 0,0 0 0,0 1 0,0 0 0,0 0 0,0 0 0,0-1 0,0 2 0,0-1 0,2 0 0,48 9 0,-39-6 0,79 3 0,-129-6 0,11 1 0,-46-5 0,72 4 0,0 0 0,-1 0 0,1 0 0,0 1 0,-1-1 0,1 0 0,0 0 0,-1 0 0,1 0 0,0 0 0,-1 0 0,1-1 0,0 1 0,-1 0 0,1 0 0,0 0 0,-1 0 0,1 0 0,0 0 0,-1-1 0,1 1 0,0 0 0,-1 0 0,1 0 0,0-1 0,0 1 0,-1 0 0,1 0 0,0-1 0,0 1 0,0 0 0,0-1 0,-1 1 0,1 0 0,0-1 0,0 1 0,0 0 0,0-1 0,0 1 0,0 0 0,0-1 0,0 1 0,0 0 0,0-1 0,0 1 0,15-14 0,33-10 0,-45 23 0,47-23-109,-33 15-16,0 0-1,1 2 1,0 0-1,0 0 0,1 2 1,-1 0-1,1 1 0,0 1 1,22 0-1,-30 3-6700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 24575,'-16'1'0,"0"0"0,0 2 0,0 0 0,0 0 0,0 2 0,0 0 0,1 1 0,0 0 0,0 2 0,-14 8 0,29-16 0,0 0 0,0 0 0,0 0 0,0 0 0,1 0 0,-1 0 0,0 0 0,0 0 0,0 0 0,0 0 0,0 0 0,0 0 0,0 0 0,0 0 0,1 0 0,-1 0 0,0 0 0,0 0 0,0 1 0,0-1 0,0 0 0,0 0 0,0 0 0,0 0 0,0 0 0,0 0 0,1 0 0,-1 0 0,0 0 0,0 0 0,0 0 0,0 0 0,0 1 0,0-1 0,0 0 0,0 0 0,0 0 0,0 0 0,0 0 0,0 0 0,0 0 0,0 0 0,0 1 0,0-1 0,0 0 0,0 0 0,0 0 0,0 0 0,0 0 0,0 0 0,0 0 0,0 0 0,0 1 0,0-1 0,0 0 0,0 0 0,0 0 0,-1 0 0,1 0 0,0 0 0,0 0 0,0 0 0,0 0 0,0 0 0,0 0 0,0 0 0,0 1 0,-1-1 0,17 2 0,17 0 0,22-3 0,106-14 0,-143 9 0,-20 2 0,-37-2 0,5 1 0,30 3 0,1 1 0,-1 0 0,1-1 0,0 0 0,-1 0 0,1 0 0,0 0 0,0 0 0,-4-5 0,7 7 0,0 0 0,-1-1 0,1 1 0,0 0 0,0 0 0,0-1 0,0 1 0,-1 0 0,1-1 0,0 1 0,0 0 0,0-1 0,0 1 0,0 0 0,0-1 0,0 1 0,0 0 0,0-1 0,0 1 0,0-1 0,0 1 0,0 0 0,0-1 0,0 1 0,0 0 0,0-1 0,1 1 0,-1 0 0,0 0 0,0-1 0,0 1 0,1 0 0,-1-1 0,0 1 0,25-8 0,-5 5 0,1 1 0,-1 1 0,1 1 0,0 1 0,37 7 0,-30 7-1365,-16-7-5461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252 188 24575,'-1'1'0,"1"0"0,-1 0 0,0 0 0,1 0 0,-1-1 0,0 1 0,1 0 0,-1 0 0,0 0 0,0-1 0,0 1 0,1 0 0,-1-1 0,0 1 0,0-1 0,0 1 0,0-1 0,0 0 0,0 1 0,0-1 0,0 0 0,-1 1 0,1-1 0,0 0 0,0 0 0,0 0 0,0 0 0,0 0 0,0 0 0,-2-1 0,0 1 0,0 0 0,0 0 0,0 0 0,0-1 0,0 1 0,0-1 0,1 1 0,-1-1 0,0 0 0,-4-3 0,8 6 0,1-1 0,-1 0 0,1 0 0,0 0 0,0 0 0,0-1 0,0 1 0,-1 0 0,1-1 0,0 0 0,0 1 0,0-1 0,0 0 0,0 0 0,0 0 0,0 0 0,0 0 0,0 0 0,0-1 0,0 1 0,0-1 0,0 1 0,0-1 0,0 0 0,-1 0 0,1 1 0,0-1 0,-1-1 0,1 1 0,0 0 0,-1 0 0,1-1 0,-1 1 0,0 0 0,1-1 0,-1 0 0,0 1 0,0-1 0,0 0 0,0 1 0,0-1 0,0 0 0,-1 0 0,1 0 0,-1 0 0,1 0 0,-1 0 0,0 0 0,0 0 0,1 0 0,-1 0 0,-1 0 0,1 0 0,0 0 0,0 1 0,-1-1 0,1 0 0,-1 0 0,0 0 0,1 0 0,-1 0 0,0 1 0,0-1 0,0 0 0,0 1 0,-1-1 0,1 0 0,0 1 0,-3-2 0,9 7 0,0 1 0,0 0 0,-1 0 0,0 0 0,0 1 0,0 0 0,-1 0 0,1 0 0,-1 0 0,-1 0 0,1 0 0,-1 1 0,0-1 0,-1 1 0,0 0 0,1 7 0,0 10 0,0-1 0,-2 1 0,-3 31 0,3-54 0,-1 1 0,1-1 0,0 1 0,-1-1 0,1 0 0,-1 1 0,1-1 0,-1 1 0,0-1 0,0 0 0,1 0 0,-1 1 0,0-1 0,0 0 0,0 0 0,0 0 0,0 0 0,-1 0 0,1 0 0,0 0 0,0 0 0,-3 0 0,0 1 0,0 0 0,-1-1 0,1 0 0,0 0 0,-1 0 0,1-1 0,-9 1 0,-1-2 0,0 0 0,0 0 0,0-1 0,-15-5 0,23 6 0,0-1 0,0 0 0,0 0 0,0-1 0,0 0 0,0 0 0,1 0 0,-1-1 0,1 1 0,0-1 0,0-1 0,1 1 0,-1-1 0,1 1 0,0-1 0,-5-8 0,5 5 0,1 0 0,0-1 0,0 1 0,0-1 0,1 0 0,1 0 0,-1 1 0,1-1 0,1 0 0,1-18 0,-1 23 0,0 0 0,0 0 0,1 0 0,0 1 0,-1-1 0,1 0 0,1 0 0,-1 1 0,0-1 0,1 0 0,0 1 0,0-1 0,0 1 0,0 0 0,1 0 0,-1 0 0,1 0 0,0 0 0,0 0 0,4-3 0,1 2 0,0 0 0,0 0 0,0 1 0,0 0 0,0 0 0,1 1 0,0 0 0,10 0 0,18-3 0,47-1 0,-74 6 0,-1 0 0,1 1 0,-1-1 0,0 2 0,1-1 0,-1 1 0,0 1 0,0 0 0,0 0 0,13 7 0,-19-6 0,1-1 0,-1 1 0,0 0 0,0-1 0,0 2 0,-1-1 0,1 0 0,-1 0 0,0 1 0,-1-1 0,1 1 0,-1 0 0,1-1 0,-1 1 0,-1 0 0,1 0 0,-1 0 0,0 6 0,1 5 0,-2-1 0,0 0 0,0 0 0,-7 26 0,7-38 0,0-1 0,0 1 0,-1 0 0,1 0 0,-1-1 0,0 1 0,1-1 0,-1 1 0,0-1 0,0 0 0,-1 0 0,1 0 0,0 0 0,-1 0 0,1 0 0,-1-1 0,0 1 0,1-1 0,-1 0 0,0 0 0,0 0 0,-3 1 0,-10 2 0,1-1 0,0-1 0,-21 0 0,-3 2 0,35-3 0,0-1 0,0 1 0,0-1 0,0 1 0,0-1 0,0 0 0,1-1 0,-1 1 0,0-1 0,0 0 0,0 0 0,1 0 0,-1 0 0,0 0 0,1-1 0,-1 0 0,1 0 0,-1 0 0,1 0 0,0 0 0,0-1 0,0 1 0,-4-6 0,3 2 0,0-1 0,1 1 0,0-1 0,0 0 0,0 0 0,1 0 0,0 0 0,1 0 0,0 0 0,0-1 0,0-12 0,0 8 0,0 0 0,1 0 0,1 0 0,0 0 0,1 0 0,4-16 0,-5 24 0,1 1 0,-1-1 0,1 1 0,0-1 0,0 1 0,0 0 0,1 0 0,-1 0 0,1 0 0,0 0 0,0 1 0,0-1 0,0 1 0,0-1 0,0 1 0,1 0 0,-1 1 0,1-1 0,-1 1 0,1-1 0,0 1 0,-1 0 0,7-1 0,4 0 0,0-1 0,-1 2 0,1 0 0,0 0 0,23 3 0,-33-1 0,0-1 0,0 1 0,0 0 0,0 0 0,0 0 0,0 0 0,0 1 0,-1 0 0,1-1 0,0 1 0,-1 1 0,0-1 0,1 0 0,-1 1 0,0 0 0,0 0 0,0 0 0,-1 0 0,1 0 0,-1 0 0,0 1 0,1-1 0,0 5 0,3 5 0,-1 0 0,-1 1 0,0-1 0,-1 1 0,-1 0 0,2 25 0,-4-36 0,0 0 0,0 0 0,-1 0 0,1 1 0,-1-1 0,1 0 0,-1 0 0,0 0 0,0 0 0,0 0 0,-1-1 0,1 1 0,-1 0 0,0 0 0,1-1 0,-1 1 0,0-1 0,0 0 0,-1 1 0,1-1 0,0 0 0,-1 0 0,0-1 0,1 1 0,-1 0 0,0-1 0,0 0 0,0 0 0,0 0 0,0 0 0,0 0 0,0 0 0,0-1 0,0 1 0,-5-1 0,-4 2 0,0-1 0,0-1 0,0 0 0,-1-1 0,1 0 0,-15-3 0,23 3 0,1 0 0,0 0 0,0 0 0,0 0 0,0-1 0,0 0 0,0 1 0,0-1 0,1 0 0,-1 0 0,0 0 0,1-1 0,0 1 0,0-1 0,-1 1 0,1-1 0,1 0 0,-1 1 0,0-1 0,1 0 0,-1 0 0,1-1 0,0 1 0,0 0 0,0 0 0,1 0 0,-1-5 0,0 5 0,0-1 0,1 0 0,-1 0 0,1 1 0,0-1 0,0 0 0,0 0 0,1 1 0,-1-1 0,1 0 0,0 0 0,0 1 0,0-1 0,1 1 0,-1-1 0,1 1 0,0 0 0,3-5 0,-1 5 0,-1 0 0,1 1 0,0-1 0,0 1 0,1 0 0,-1 0 0,0 0 0,1 0 0,0 1 0,-1 0 0,1 0 0,-1 0 0,1 1 0,6-1 0,2 0 0,-4-1 0,0 1 0,1 1 0,-1 0 0,1 0 0,11 2 0,-19-2 0,0 1 0,0-1 0,0 1 0,0 0 0,-1-1 0,1 1 0,0 0 0,0 0 0,-1 0 0,1 1 0,0-1 0,-1 0 0,1 0 0,-1 1 0,0-1 0,1 1 0,-1-1 0,0 1 0,0 0 0,0 0 0,0-1 0,0 1 0,0 0 0,-1 0 0,1 0 0,0 0 0,-1 0 0,0 0 0,1 4 0,0 2 0,0 0 0,-1 1 0,0-1 0,0 1 0,-1-1 0,0 0 0,0 1 0,-1-1 0,0 0 0,0 0 0,-1 0 0,-4 9 0,4-13 0,0 1 0,-1-1 0,1 0 0,-1 0 0,0 0 0,0-1 0,0 1 0,0-1 0,-1 0 0,1 0 0,-1 0 0,0-1 0,0 0 0,0 0 0,0 0 0,0 0 0,-1-1 0,1 0 0,0 0 0,-6 0 0,1 1 0,-1-1 0,1-1 0,-1 0 0,1 0 0,-1-1 0,1 0 0,-1-1 0,1 0 0,0-1 0,-15-5 0,23 6 0,-1 1 0,0-1 0,0 1 0,1-1 0,-1 0 0,1 0 0,-1 0 0,1-1 0,0 1 0,0 0 0,0-1 0,0 0 0,0 1 0,1-1 0,-3-5 0,3 4 0,0 0 0,0 0 0,1 0 0,-1 0 0,1 0 0,0 0 0,0-1 0,0 1 0,1 0 0,0 0 0,0 0 0,0 0 0,0 0 0,0 0 0,3-4 0,-2 4 0,0 0 0,1 1 0,0-1 0,0 1 0,0-1 0,0 1 0,1 0 0,-1 0 0,1 1 0,-1-1 0,1 1 0,0-1 0,0 1 0,0 0 0,1 1 0,-1-1 0,0 1 0,9-2 0,7-1 0,0 0 0,35-1 0,-52 5 0,0 0 0,0 0 0,-1 0 0,1 0 0,0 0 0,-1 1 0,1-1 0,0 1 0,-1 0 0,1 0 0,-1 0 0,1 0 0,-1 0 0,1 0 0,-1 1 0,0-1 0,0 1 0,0 0 0,4 3 0,-5-3 0,-1-1 0,1 1 0,0-1 0,-1 0 0,0 1 0,1-1 0,-1 1 0,0-1 0,0 1 0,0 0 0,0-1 0,0 1 0,0-1 0,0 1 0,0-1 0,0 1 0,-1-1 0,1 1 0,-1-1 0,1 1 0,-1-1 0,0 0 0,1 1 0,-1-1 0,0 0 0,0 1 0,0-1 0,0 0 0,0 0 0,0 0 0,-1 0 0,1 0 0,0 0 0,0 0 0,-1-1 0,-1 2 0,-6 3 0,-1 0 0,0-1 0,0-1 0,0 1 0,-1-1 0,1-1 0,-1 0 0,1-1 0,-1 0 0,0 0 0,0-1 0,1 0 0,-1-1 0,0-1 0,-12-2 0,21 3 0,0 1 0,0 0 0,0-1 0,0 1 0,1-1 0,-1 0 0,0 1 0,1-1 0,-1 0 0,0 0 0,1 0 0,-1-1 0,1 1 0,-1 0 0,1 0 0,0-1 0,-1 1 0,1-1 0,0 1 0,0-1 0,0 1 0,0-1 0,1 0 0,-1 0 0,0 1 0,1-1 0,-1 0 0,1 0 0,-1 0 0,1 1 0,0-1 0,0 0 0,0 0 0,0 0 0,0 0 0,0 0 0,1 0 0,-1 0 0,0 1 0,2-4 0,-1 1 0,1 1 0,0-1 0,-1 0 0,1 1 0,1-1 0,-1 1 0,0 0 0,1 0 0,0 0 0,-1 0 0,1 0 0,1 1 0,-1-1 0,0 1 0,0 0 0,1 0 0,-1 0 0,5-2 0,4 1 0,-1 1 0,0 0 0,1 1 0,19-1 0,-28 2 0,-1 1 0,1-1 0,0 0 0,-1 1 0,1-1 0,-1 1 0,0-1 0,1 1 0,-1 0 0,1 0 0,-1 0 0,3 3 0,-4-4 0,-1 1 0,1 0 0,0 0 0,-1 0 0,1 0 0,-1 0 0,1 0 0,-1 0 0,1 0 0,-1 0 0,0 0 0,1 0 0,-1 0 0,0 0 0,0 0 0,0 0 0,0 0 0,0 0 0,0 1 0,0-1 0,0 0 0,0 0 0,-1 0 0,1 0 0,0 0 0,-1 0 0,1 0 0,-1 0 0,0 1 0,-2 2 0,0 0 0,0 0 0,0 0 0,0-1 0,-1 1 0,0-1 0,0 0 0,0 0 0,0 0 0,0-1 0,0 1 0,-1-1 0,1 0 0,-1 0 0,0-1 0,0 1 0,1-1 0,-8 1 0,1 0 0,1 0 0,-1-1 0,0 0 0,0-1 0,0 0 0,0 0 0,-15-4 0,23 4 0,0-1 0,1-1 0,-1 1 0,1 0 0,-1-1 0,1 1 0,0-1 0,0 0 0,-1 0 0,1 1 0,0-2 0,0 1 0,1 0 0,-1 0 0,0 0 0,1-1 0,0 1 0,-1-1 0,1 1 0,0-1 0,0 0 0,0 0 0,1 1 0,-1-1 0,1 0 0,-1 0 0,1 1 0,0-1 0,0 0 0,0 0 0,1 0 0,-1 0 0,1 1 0,-1-1 0,1 0 0,0 0 0,0 1 0,0-1 0,0 1 0,1-1 0,-1 1 0,1-1 0,-1 1 0,1 0 0,0 0 0,0 0 0,0 0 0,0 0 0,0 0 0,1 0 0,-1 1 0,0-1 0,4 0 0,143-63 0,-111 55 0,-33 9 0,0 0 0,0 0 0,-1 0 0,1 0 0,0-1 0,7-3 0,-13 4 0,1 1 0,0-1 0,0 1 0,0 0 0,-1-1 0,1 1 0,0 0 0,0-1 0,-1 1 0,1-1 0,0 1 0,-1 0 0,1 0 0,-1-1 0,1 1 0,0 0 0,-1 0 0,1-1 0,-1 1 0,1 0 0,0 0 0,-1 0 0,1 0 0,-1 0 0,1 0 0,-1-1 0,1 1 0,-1 0 0,1 0 0,-1 0 0,1 1 0,-1-1 0,1 0 0,0 0 0,-1 0 0,0 0 0,-25-2 0,-4 4 0,0 1 0,0 2 0,-45 13 0,49-11 0,-29 11 0,64-29 0,11-4 0,-3 6 0,-1 1 0,1 0 0,1 1 0,-1 1 0,1 1 0,1 0 0,-1 2 0,0 0 0,37-1 0,-20 4 0,-23-1 0,1 1 0,0 0 0,-1 1 0,1 1 0,-1 0 0,16 4 0,-24-4 0,0 0 0,0 0 0,-1 0 0,1 0 0,-1 1 0,0-1 0,0 1 0,0 0 0,0-1 0,0 2 0,0-1 0,-1 0 0,1 0 0,-1 1 0,0 0 0,0-1 0,-1 1 0,1 0 0,-1 0 0,0 0 0,0 0 0,0 0 0,1 7 0,0 0 0,0-1 0,0 1 0,-1 0 0,-1-1 0,0 1 0,0 0 0,-1-1 0,0 1 0,-1-1 0,-1 1 0,1-1 0,-1 1 0,-1-1 0,0 0 0,-1-1 0,1 1 0,-2-1 0,1 0 0,-9 10 0,13-18 0,-10 12 0,-2 0 0,1-1 0,-24 18 0,30-26 0,-1-1 0,1 1 0,-1-1 0,0 0 0,0-1 0,0 0 0,0 0 0,0-1 0,-1 1 0,1-2 0,-12 1 0,4 0 0,0-2 0,1 0 0,-1 0 0,0-2 0,1 0 0,-22-7 0,29 8 0,0-1 0,1 0 0,-1 0 0,1-1 0,0 0 0,0 0 0,0-1 0,0 1 0,1-1 0,0 0 0,0-1 0,0 1 0,1-1 0,0 0 0,-5-8 0,4 3 0,0 1 0,0-1 0,1-1 0,1 1 0,0 0 0,0-1 0,1 0 0,1 1 0,0-1 0,0 0 0,1 0 0,1 0 0,0 0 0,5-21 0,-6 34 0,0-1 0,0 0 0,0 0 0,0 0 0,0 0 0,0 0 0,0 0 0,0 0 0,0 0 0,1 0 0,-1 0 0,0 1 0,0-1 0,0 0 0,0 0 0,0 0 0,0 0 0,0 0 0,1 0 0,-1 0 0,0 0 0,0 0 0,0 0 0,0 0 0,0 0 0,0 0 0,1 0 0,-1 0 0,0 0 0,0 0 0,0 0 0,0 0 0,0-1 0,0 1 0,1 0 0,-1 0 0,0 0 0,0 0 0,0 0 0,0 0 0,0 0 0,0 0 0,0 0 0,0 0 0,0-1 0,0 1 0,1 0 0,-1 0 0,0 0 0,0 0 0,0 0 0,0 0 0,0 0 0,0-1 0,0 1 0,0 0 0,0 0 0,0 0 0,0 0 0,0 0 0,0 0 0,0-1 0,0 1 0,0 0 0,0 0 0,0 0 0,0 0 0,4 15 0,0 20 0,-12 33 0,5-57 0,1 0 0,0 0 0,1 0 0,1 0 0,0 17 0,1-25 0,0 0 0,0 0 0,0 0 0,0 0 0,0 0 0,1 0 0,-1-1 0,1 1 0,0 0 0,0-1 0,0 1 0,0-1 0,0 0 0,0 0 0,1 0 0,-1 0 0,1 0 0,-1 0 0,1-1 0,0 1 0,-1-1 0,1 0 0,0 0 0,0 0 0,0 0 0,0 0 0,6 0 0,9 2 0,1-2 0,-1 0 0,30-2 0,-27 0 0,26 1 0,-22 1 0,0-2 0,33-4 0,-50 3 0,0 0 0,1 0 0,-1 0 0,0-1 0,0-1 0,0 1 0,-1-1 0,0-1 0,1 1 0,10-10 0,-17 12 0,0 1 0,0 0 0,0 0 0,0 0 0,0 0 0,0 0 0,0 1 0,1-1 0,-1 0 0,0 0 0,1 1 0,-1-1 0,0 1 0,1-1 0,-1 1 0,1 0 0,-1-1 0,0 1 0,3 0 0,-3 0 0,-1 1 0,1 0 0,-1-1 0,1 1 0,-1 0 0,0-1 0,1 1 0,-1 0 0,0 0 0,0-1 0,1 1 0,-1 0 0,0 0 0,0-1 0,0 1 0,0 0 0,0 0 0,0 0 0,0-1 0,0 1 0,0 0 0,-1 0 0,1-1 0,-1 2 0,-1 6 0,0 0 0,0 0 0,-1 0 0,-1-1 0,-7 14 0,8-16 0,0-1 0,0 1 0,-1-1 0,0 1 0,1-1 0,-2 0 0,1-1 0,0 1 0,-1-1 0,1 0 0,-1 0 0,0 0 0,0-1 0,-1 1 0,1-1 0,0 0 0,-1-1 0,1 1 0,-1-1 0,1-1 0,-1 1 0,1-1 0,-1 1 0,0-2 0,-6 0 0,-57 3 0,43 0 0,-1-2 0,1 0 0,-49-9 0,71 8 0,1 0 0,-1 0 0,0-1 0,1 0 0,-1 0 0,1 0 0,-1 0 0,1 0 0,0-1 0,0 1 0,0-1 0,-4-5 0,6 7 0,1 1 0,-1-1 0,1 1 0,0-1 0,-1 0 0,1 1 0,0-1 0,0 1 0,-1-1 0,1 0 0,0 1 0,0-1 0,0 0 0,0 1 0,0-1 0,0 0 0,0 1 0,0-1 0,0 0 0,0 0 0,0 1 0,0-1 0,0 1 0,0-1 0,1 0 0,-1 1 0,1-2 0,0 1 0,0 0 0,1 0 0,-1 0 0,0 0 0,1 1 0,0-1 0,-1 0 0,1 1 0,-1-1 0,1 1 0,0-1 0,-1 1 0,1 0 0,0-1 0,-1 1 0,4 0 0,110 2 0,-73 0 0,52-4 0,-90 1 0,-1 0 0,1-1 0,-1 1 0,0-1 0,0 1 0,1-1 0,-1 0 0,-1 0 0,1 0 0,0 0 0,0-1 0,-1 1 0,1-1 0,-1 0 0,0 0 0,0 0 0,0 0 0,0 0 0,0 0 0,-1 0 0,1 0 0,-1-1 0,0 1 0,0-1 0,0 1 0,-1-1 0,1-4 0,0 6 0,-1-1 0,1 0 0,-1 1 0,1-1 0,-1 0 0,0 0 0,0 1 0,-1-1 0,1 0 0,0 1 0,-1-1 0,0 0 0,1 1 0,-1-1 0,0 0 0,0 1 0,-1 0 0,1-1 0,-1 1 0,1 0 0,-1-1 0,1 1 0,-1 0 0,0 0 0,0 0 0,0 1 0,0-1 0,-1 0 0,1 1 0,0-1 0,-1 1 0,1 0 0,-1 0 0,1 0 0,-6-1 0,1 1 0,0 0 0,-1 1 0,1 0 0,-1 0 0,1 1 0,-1 0 0,1 0 0,0 0 0,-12 5 0,17-5 0,0 0 0,-1 0 0,1 0 0,0 0 0,0 0 0,0 0 0,0 1 0,0-1 0,0 1 0,0 0 0,1-1 0,-1 1 0,1 0 0,-1 0 0,1 0 0,-1 0 0,1 0 0,0 0 0,0 1 0,0-1 0,0 0 0,1 0 0,-1 1 0,1-1 0,-1 1 0,1-1 0,0 0 0,0 1 0,0-1 0,0 1 0,0-1 0,1 5 0,1-4 0,-1-1 0,0 1 0,1-1 0,0 0 0,-1 0 0,1 0 0,0 1 0,0-2 0,0 1 0,1 0 0,-1 0 0,0-1 0,1 1 0,-1-1 0,1 0 0,-1 0 0,1 0 0,-1 0 0,1 0 0,0 0 0,0-1 0,-1 1 0,1-1 0,0 0 0,3 0 0,2 1 0,1 0 0,0-1 0,-1 0 0,1 0 0,-1-1 0,1 0 0,9-3 0,-17 4 0,0 0 0,0-1 0,0 1 0,0 0 0,0-1 0,0 1 0,0 0 0,0-1 0,0 1 0,-1-1 0,1 1 0,0-1 0,0 0 0,0 1 0,-1-1 0,1 0 0,0 0 0,-1 1 0,1-1 0,-1 0 0,1 0 0,-1 0 0,1 0 0,-1 0 0,0 0 0,1 0 0,-1 1 0,0-1 0,0 0 0,0 0 0,0 0 0,0 0 0,0-2 0,0 2 0,-1 0 0,1 1 0,-1-1 0,0 0 0,1 0 0,-1 0 0,0 0 0,1 1 0,-1-1 0,0 0 0,0 1 0,0-1 0,0 1 0,0-1 0,0 1 0,0-1 0,0 1 0,0 0 0,0-1 0,0 1 0,0 0 0,0 0 0,0 0 0,0 0 0,0-1 0,0 2 0,0-1 0,0 0 0,0 0 0,-2 1 0,2-1 0,0-1 0,0 2 0,0-1 0,0 0 0,0 0 0,0 0 0,0 0 0,0 1 0,0-1 0,1 0 0,-1 1 0,0-1 0,0 1 0,0-1 0,0 1 0,1-1 0,-1 1 0,0-1 0,0 1 0,1 0 0,-1 0 0,0-1 0,1 1 0,-1 0 0,1 0 0,-1 0 0,1-1 0,-1 1 0,1 2 0,5 27 0,1 2 0,-6-31 0,-1 1 0,1-1 0,-1 0 0,1 0 0,-1 0 0,1 0 0,-1 0 0,0 0 0,0 0 0,1 0 0,-1 0 0,0 0 0,0 0 0,0-1 0,0 1 0,0 0 0,0-1 0,0 1 0,0 0 0,0-1 0,0 1 0,-1-1 0,1 0 0,0 1 0,0-1 0,0 0 0,-3 0 0,-6 2 0,-1-1 0,1 0 0,0-1 0,-1 0 0,1 0 0,0-1 0,-1-1 0,1 0 0,0 0 0,-11-5 0,15 5 0,0 0 0,0-1 0,0 1 0,0-2 0,1 1 0,-1 0 0,1-1 0,0 0 0,0 0 0,1-1 0,-1 1 0,1-1 0,0 0 0,0 0 0,0 0 0,1-1 0,-4-7 0,0-4-114,3 8 25,0 0 0,0 1-1,1-1 1,0 0-1,1-1 1,0 1 0,0 0-1,1-1 1,0 1-1,0-1 1,2 0 0,-1 1-1,2-11 1,2 6-6737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3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24575,'-3'3'0,"-4"4"0,-4 4 0,-3 3 0,1 2 0,3 2 0,3 1 0,2-1 0,3-2-8191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210 201 24575,'-6'4'0,"-1"1"0,0-2 0,0 1 0,-1-1 0,1 0 0,-1 0 0,0-1 0,1 0 0,-1 0 0,0-1 0,0 0 0,0 0 0,0-1 0,0 0 0,-8-1 0,15 1 0,-1-1 0,1 1 0,0 0 0,0 0 0,0-1 0,0 1 0,0-1 0,0 1 0,0-1 0,0 0 0,0 1 0,0-1 0,0 0 0,0 1 0,0-1 0,0 0 0,1 0 0,-1 0 0,0 0 0,1 0 0,-1 0 0,0 0 0,1 0 0,-1 0 0,0-2 0,1-1 0,-1 1 0,1 0 0,-1-1 0,1 1 0,0 0 0,1-1 0,-1 1 0,0 0 0,2-5 0,-1 3 0,0 0 0,1 0 0,0 0 0,0 0 0,0 0 0,0 1 0,1-1 0,-1 1 0,1 0 0,0 0 0,1 0 0,5-6 0,-4 7 0,0 0 0,0 0 0,0 1 0,0-1 0,0 1 0,1 1 0,-1-1 0,1 1 0,-1 0 0,1 0 0,0 0 0,-1 1 0,1 0 0,0 0 0,-1 1 0,1-1 0,-1 1 0,1 1 0,-1-1 0,9 4 0,-6-1 0,-1 0 0,0 0 0,0 1 0,0 0 0,-1 0 0,1 0 0,-1 1 0,-1 0 0,1 0 0,-1 1 0,0 0 0,0 0 0,4 9 0,-8-14 0,1 0 0,-1 0 0,0 1 0,1-1 0,-1 0 0,0 1 0,-1-1 0,1 1 0,0 0 0,-1-1 0,1 1 0,-1-1 0,0 1 0,0 0 0,0-1 0,0 1 0,0 0 0,-1-1 0,1 1 0,-1-1 0,-2 6 0,2-6 0,-1 0 0,0 1 0,0-1 0,-1 0 0,1 0 0,0 0 0,-1-1 0,1 1 0,-1-1 0,1 1 0,-1-1 0,0 0 0,0 0 0,0 0 0,1 0 0,-5 0 0,-14 3 0,0-2 0,-1-1 0,1 0 0,-28-4 0,36 2 0,10 2 0,0-1 0,0 0 0,0-1 0,0 1 0,0 0 0,0-1 0,0 0 0,0 1 0,1-1 0,-1-1 0,0 1 0,0 0 0,1 0 0,-1-1 0,0 0 0,1 0 0,0 1 0,-3-4 0,3 2 0,0-1 0,1 0 0,-1 1 0,1-1 0,0 0 0,0 0 0,1 0 0,-1 0 0,1 0 0,0 1 0,0-1 0,0 0 0,1-6 0,-1 3 0,1 1 0,-1-1 0,1 1 0,1 0 0,-1-1 0,1 1 0,0 0 0,1 0 0,0 0 0,5-9 0,-6 12 0,1 0 0,-1 0 0,1 1 0,0-1 0,0 0 0,0 1 0,0 0 0,0 0 0,1 0 0,-1 0 0,1 0 0,-1 1 0,1-1 0,0 1 0,-1 0 0,1 0 0,0 0 0,0 1 0,4-1 0,-7 1 0,0 0 0,1 0 0,-1 0 0,1 0 0,-1 0 0,0 0 0,1 0 0,-1 0 0,1 1 0,-1-1 0,0 1 0,0-1 0,1 1 0,-1-1 0,0 1 0,0-1 0,1 1 0,-1 0 0,0 0 0,0 0 0,0 0 0,0 0 0,0 0 0,0 0 0,0 0 0,-1 0 0,1 0 0,0 0 0,-1 1 0,1-1 0,0 0 0,-1 0 0,0 1 0,1-1 0,-1 1 0,0-1 0,0 0 0,1 3 0,-1 0 0,0 1 0,0-1 0,-1 0 0,1 0 0,-1 1 0,0-1 0,0 0 0,0 0 0,-1 0 0,-3 8 0,-11-19 0,-11 5 0,-1-2 0,29-5 0,16-8 0,-17 16 0,0 1 0,0-1 0,1 1 0,-1-1 0,0 1 0,1 0 0,-1-1 0,0 1 0,1 0 0,-1-1 0,1 1 0,-1 0 0,0 0 0,1-1 0,-1 1 0,1 0 0,-1 0 0,1 0 0,-1-1 0,1 1 0,-1 0 0,1 0 0,-1 0 0,1 0 0,-1 0 0,1 0 0,-1 0 0,1 0 0,-1 0 0,1 0 0,-1 1 0,1-1 0,-1 0 0,1 0 0,-1 0 0,1 1 0,-1-1 0,0 0 0,1 0 0,-1 1 0,1-1 0,-1 0 0,0 1 0,1-1 0,-1 0 0,0 1 0,1-1 0,-1 1 0,0-1 0,0 1 0,1-1 0,-1 0 0,0 1 0,0-1 0,0 1 0,0-1 0,0 1 0,0-1 0,1 1 0,-1-1 0,0 1 0,0-1 0,-1 1 0,1-1 0,0 1 0,0-1 0,0 1 0,0-1 0,-1 2 0,1 1 0,0 1 0,0-1 0,0 1 0,-1 0 0,0-1 0,0 1 0,0-1 0,0 0 0,-3 6 0,4-9 0,-1 1 0,1-1 0,-1 1 0,1-1 0,-1 1 0,1-1 0,-1 1 0,1-1 0,0 1 0,-1 0 0,1-1 0,0 1 0,-1-1 0,1 1 0,0 0 0,0-1 0,-1 1 0,1 0 0,0 0 0,0-1 0,0 1 0,0 0 0,0-1 0,0 1 0,0 0 0,1-1 0,-1 1 0,0 0 0,0 0 0,0-1 0,1 1 0,-1-1 0,0 1 0,1 0 0,-1-1 0,0 1 0,1 0 0,2 0 0,-1 0 0,0 0 0,0-1 0,0 1 0,0-1 0,1 1 0,-1-1 0,0 0 0,0 0 0,1 0 0,3-1 0,65-13 0,-56 12 0,-14 11 0,-16 20 0,9-19 0,6-9 0,1-1 0,-1 0 0,1 1 0,-1-1 0,0 0 0,1 0 0,-1 1 0,1-1 0,-1 0 0,1 0 0,-1 0 0,1 0 0,-1 1 0,1-1 0,-1 0 0,1 0 0,-1 0 0,1 0 0,-1 0 0,1 0 0,-1 0 0,1-1 0,-1 1 0,1 0 0,-1 0 0,0 0 0,1 0 0,-1-1 0,1 1 0,-1 0 0,1 0 0,-1-1 0,1 1 0,21-7 0,-17 5 0,0 0 0,0 0 0,1 1 0,-1-1 0,0 1 0,1 1 0,0-1 0,-1 1 0,1 0 0,-1 0 0,11 2 0,-15-2 0,1 1 0,-1-1 0,1 0 0,-1 1 0,0 0 0,0-1 0,1 1 0,-1 0 0,0-1 0,0 1 0,0 0 0,0 0 0,0 0 0,0 0 0,0 0 0,0 0 0,0 0 0,0 1 0,-1-1 0,2 1 0,-2 1 0,1-1 0,-1 0 0,0 1 0,0-1 0,0 0 0,0 0 0,0 1 0,0-1 0,-1 0 0,1 1 0,-1-1 0,1 0 0,-1 0 0,0 0 0,0 0 0,-2 4 0,1-2 0,-1 0 0,0 0 0,0 0 0,0 0 0,0-1 0,-1 1 0,1-1 0,-1 0 0,0 0 0,0 0 0,0-1 0,-1 1 0,1-1 0,-1 0 0,1 0 0,-1 0 0,1-1 0,-1 0 0,0 0 0,-8 1 0,-11 1 0,-1-2 0,-48-3 0,29 1 0,41 1 0,0 0 0,0 0 0,0 0 0,0 0 0,0 0 0,0-1 0,0 1 0,0-1 0,0 0 0,0 0 0,1 0 0,-1 0 0,0 0 0,1-1 0,-1 1 0,1-1 0,-1 0 0,1 1 0,0-1 0,0 0 0,0 0 0,-3-4 0,3 1 0,0 0 0,0 0 0,0-1 0,1 1 0,-1-1 0,1 1 0,1-1 0,-1 0 0,1 1 0,0-1 0,1-5 0,-2 1 0,0 0 0,0 0 0,-1 0 0,-4-13 0,3 16 0,1-1 0,1 0 0,-1 0 0,1 0 0,0 0 0,1-11 0,1 15 0,-1 1 0,1 0 0,0 0 0,0 0 0,0 0 0,0 1 0,1-1 0,-1 0 0,1 0 0,0 1 0,0-1 0,0 1 0,0 0 0,0-1 0,0 1 0,0 0 0,1 0 0,0 0 0,-1 1 0,1-1 0,3-1 0,68-29 0,-41 19 0,-35 13 0,-2 1 0,-1 0 0,0 0 0,1 0 0,-1 1 0,1-1 0,0 1 0,0 0 0,-1 0 0,-5 5 0,0 1 0,1 0 0,1 0 0,0 0 0,0 1 0,1 1 0,0-1 0,0 1 0,-9 20 0,-4 12 0,20-42 0,0 0 0,0 0 0,0 0 0,0 0 0,0 0 0,-1 0 0,1 0 0,0 0 0,0 0 0,0 0 0,0 0 0,11-26 0,-8 18 0,1-1 0,0 1 0,0-1 0,1 1 0,0 1 0,1-1 0,-1 1 0,2 0 0,-1 0 0,1 0 0,0 1 0,0 0 0,1 1 0,-1 0 0,1 0 0,0 0 0,1 1 0,-1 0 0,1 1 0,0 0 0,11-3 0,-15 5 0,8-2 0,-1 0 0,1 1 0,0 0 0,0 1 0,25 1 0,-36 0 0,1 0 0,0 1 0,-1 0 0,1-1 0,0 1 0,-1 0 0,1 0 0,-1 0 0,1 1 0,-1-1 0,0 1 0,1-1 0,-1 1 0,0 0 0,0 0 0,0 0 0,0 0 0,-1 0 0,1 0 0,0 1 0,-1-1 0,0 0 0,1 1 0,-1-1 0,0 1 0,0 0 0,-1-1 0,1 1 0,0 0 0,-1-1 0,0 1 0,0 0 0,1 0 0,-2 3 0,2 7-105,-2 54 343,1-62-363,-1 0 1,0 0-1,0-1 0,0 1 0,-1-1 0,1 1 0,-1-1 0,0 0 1,0 0-1,-1 1 0,-4 5 0,-1-1-6701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24575,'1'0'0,"-1"-1"0,1 0 0,0 0 0,-1 1 0,1-1 0,0 0 0,0 1 0,-1-1 0,1 1 0,0-1 0,0 1 0,0-1 0,0 1 0,0-1 0,0 1 0,0 0 0,0 0 0,0 0 0,0-1 0,-1 1 0,1 0 0,0 0 0,0 0 0,0 0 0,0 1 0,0-1 0,0 0 0,1 0 0,-1 1 0,-1-1 0,0 1 0,0-1 0,1 1 0,-1-1 0,0 1 0,0-1 0,0 0 0,0 1 0,1-1 0,-1 1 0,0-1 0,0 1 0,0-1 0,0 1 0,0-1 0,0 1 0,0-1 0,0 1 0,-1-1 0,1 1 0,0-1 0,0 1 0,0-1 0,0 1 0,-1-1 0,1 1 0,0-1 0,0 1 0,-1-1 0,1 0 0,0 1 0,-1-1 0,1 0 0,-1 1 0,1-1 0,0 0 0,-1 1 0,1-1 0,-1 0 0,1 0 0,-1 1 0,1-1 0,-1 0 0,1 0 0,-1 0 0,0 0 0,1 1 0,0-1 0,-1 0 0,1 0 0,0 0 0,-1 0 0,1 0 0,-1 1 0,1-1 0,0 0 0,-1 0 0,1 0 0,-1 0 0,1 0 0,0 0 0,-1 0 0,1 0 0,0 0 0,-1-1 0,1 1 0,-1 0 0,1 0 0,0 0 0,-1 0 0,1-1 0,0 1 0,-1 0 0,1 0 0,0 0 0,-1-1 0,1 1 0,0 0 0,0-1 0,-1 1 0,1-1 0,-9-19 0,1-20 0,14 19 0,-6 20 0,0 1 0,1 0 0,-1-1 0,0 1 0,1 0 0,-1-1 0,1 1 0,-1 0 0,1 0 0,-1 0 0,0-1 0,1 1 0,-1 0 0,1 0 0,-1 0 0,1 0 0,-1 0 0,1 0 0,-1 0 0,1 0 0,-1 0 0,1 0 0,-1 0 0,1 0 0,-1 0 0,1 1 0,1-1 0,0 1 0,-1 0 0,1 0 0,-1 1 0,1-1 0,-1 0 0,0 0 0,1 1 0,-1-1 0,0 1 0,0-1 0,0 1 0,0-1 0,0 1 0,0 0 0,-1-1 0,1 1 0,0 0 0,0 3 0,-1-3 0,1 0 0,-1 0 0,1 0 0,-1 0 0,0 0 0,0 0 0,0 0 0,0 0 0,0 0 0,-1 0 0,1 0 0,-1 0 0,1 0 0,-1 0 0,0-1 0,1 1 0,-1 0 0,0 0 0,0 0 0,0-1 0,-1 1 0,1 0 0,0-1 0,-1 1 0,1-1 0,-4 3 0,3-3 0,-1 1 0,0-1 0,0 0 0,0 0 0,0 0 0,0 0 0,0-1 0,0 1 0,0-1 0,0 0 0,0 0 0,0 0 0,0 0 0,0 0 0,0-1 0,0 1 0,-5-3 0,7 3 0,0 0 0,1 0 0,-1 0 0,1 0 0,-1 0 0,1 0 0,-1 0 0,0 0 0,1 0 0,-1 0 0,1 0 0,-1-1 0,1 1 0,-1 0 0,1 0 0,-1-1 0,1 1 0,-1 0 0,1-1 0,-1 1 0,1 0 0,-1-1 0,1 1 0,0-1 0,-1 1 0,1-1 0,0 1 0,-1-1 0,1 1 0,0-1 0,0 1 0,-1-1 0,1 1 0,0-1 0,0 0 0,0 1 0,0-1 0,0 1 0,0-1 0,0 1 0,0-1 0,0 0 0,0 1 0,0-1 0,0 1 0,0-1 0,1 1 0,-1-1 0,0 0 0,0 1 0,1-1 0,-1 1 0,0-1 0,1 1 0,-1 0 0,0-1 0,1 1 0,-1-1 0,1 1 0,-1-1 0,1 1 0,-1 0 0,1 0 0,-1-1 0,1 1 0,0-1 0,3-1 0,-1-1 0,1 1 0,0 0 0,0 0 0,0 1 0,0-1 0,8-1 0,-11 2-38,0 1 0,0-1 0,1 1 1,-1-1-1,0 1 0,1 0 0,-1 0 0,0 0 0,1 0 0,-1 0 0,1 0 0,-1 0 0,0 0 0,1 0 0,-1 1 0,0-1 1,1 0-1,-1 1 0,0-1 0,0 1 0,1 0 0,-1-1 0,0 1 0,0 0 0,0 0 0,0 0 0,0 0 0,0-1 0,0 2 1,0-1-1,0 0 0,-1 0 0,1 0 0,0 0 0,0 2 0,0 6-6788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65 24575,'-1'0'0,"-42"-2"0,27-5 0,16 7 0,-1-1 0,1 1 0,0-1 0,0 1 0,0-1 0,0 1 0,0 0 0,0-1 0,0 1 0,0-1 0,0 1 0,0 0 0,0-1 0,0 1 0,0-1 0,0 1 0,1 0 0,-1-1 0,0 1 0,0-1 0,0 1 0,1 0 0,-1-1 0,0 1 0,0 0 0,1-1 0,-1 1 0,0 0 0,1 0 0,-1-1 0,0 1 0,1 0 0,-1 0 0,1-1 0,-1 1 0,0 0 0,1 0 0,0-1 0,-1 0 0,1 1 0,0-1 0,0 0 0,-1 1 0,1-1 0,0 1 0,0-1 0,0 1 0,0 0 0,0-1 0,0 1 0,0 0 0,0-1 0,0 1 0,0 0 0,0 0 0,0 0 0,0 0 0,0 0 0,-1 0 0,1 0 0,0 0 0,0 0 0,0 1 0,0-1 0,0 0 0,0 1 0,0-1 0,0 1 0,0-1 0,0 1 0,-1-1 0,1 1 0,0-1 0,0 1 0,-1 0 0,1-1 0,0 1 0,-1 0 0,1 0 0,0 0 0,-1-1 0,1 1 0,-1 0 0,0 0 0,1 0 0,-1 0 0,0 0 0,1 0 0,-1 0 0,0 0 0,0 2 0,0-2 0,1 1 0,-1 0 0,0 0 0,0 0 0,0 0 0,0 0 0,0 0 0,-1 0 0,1 0 0,-1-1 0,1 1 0,-1 0 0,1 0 0,-1 0 0,0-1 0,0 1 0,0 0 0,0-1 0,0 1 0,0-1 0,-1 1 0,1-1 0,0 0 0,-1 1 0,1-1 0,-1 0 0,1 0 0,-1 0 0,0 0 0,-2 1 0,2-2 0,1 1 0,-1-1 0,0 1 0,1-1 0,-1 0 0,0 0 0,1 0 0,-1 0 0,0 0 0,1 0 0,-1 0 0,0-1 0,1 1 0,-1 0 0,1-1 0,-1 1 0,1-1 0,-1 0 0,1 0 0,-1 1 0,1-1 0,-1 0 0,1 0 0,0 0 0,0-1 0,0 1 0,-1 0 0,1 0 0,0-1 0,0 1 0,1 0 0,-1-1 0,0 1 0,0-1 0,1 1 0,-1-1 0,1 0 0,-1 1 0,1-1 0,0 1 0,0-1 0,-1 0 0,1 1 0,0-1 0,0 0 0,1 1 0,-1-3 0,0 1 0,0 1 0,0-1 0,0 1 0,0-1 0,1 0 0,-1 1 0,1-1 0,0 1 0,-1-1 0,1 1 0,0 0 0,0-1 0,1 1 0,-1 0 0,0 0 0,1 0 0,-1 0 0,1 0 0,0 0 0,0 0 0,0 0 0,0 0 0,0 1 0,0-1 0,0 1 0,0 0 0,1 0 0,-1 0 0,0 0 0,1 0 0,3-1 0,-6 2-38,1 0 0,0 0 0,0 0 1,-1 0-1,1 0 0,0 0 0,-1 0 0,1 1 0,0-1 0,0 0 0,-1 0 0,1 1 0,0-1 0,-1 0 0,1 1 0,-1-1 1,1 1-1,0-1 0,-1 0 0,1 1 0,-1-1 0,1 1 0,-1 0 0,1-1 0,-1 1 0,0-1 0,1 1 0,-1 0 0,0-1 1,1 1-1,-1 0 0,0-1 0,0 1 0,0 0 0,1 1 0,-1 7-6788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203 111 24575,'-3'2'0,"0"0"0,-1 0 0,1-1 0,-1 1 0,0-1 0,1 0 0,-1 0 0,0 0 0,0 0 0,0-1 0,0 0 0,0 1 0,-4-2 0,-54-2 0,60 3 0,2 0 0,-1 0 0,1 0 0,-1 0 0,1 0 0,-1 0 0,0 0 0,1 0 0,-1 0 0,1 0 0,-1 0 0,0 0 0,1 0 0,-1 0 0,1 0 0,-1 0 0,1-1 0,-1 1 0,1 0 0,-1 0 0,0-1 0,1 1 0,0 0 0,-1-1 0,1 1 0,-1-1 0,1 1 0,-1 0 0,1-1 0,0 1 0,-1-1 0,1 1 0,0-1 0,0 0 0,-1 1 0,1-1 0,0 1 0,0-1 0,0 1 0,-1-1 0,1 0 0,0 1 0,0-1 0,0 1 0,0-1 0,0 1 0,0-1 0,1 0 0,-1 1 0,0-1 0,0 1 0,0-1 0,0 0 0,1 1 0,-1-1 0,0 1 0,1-1 0,-1 1 0,0-1 0,1 1 0,-1 0 0,0-1 0,1 1 0,-1-1 0,1 1 0,-1 0 0,1-1 0,-1 1 0,1 0 0,0-1 0,3-2 0,0-1 0,-1 1 0,1 1 0,0-1 0,1 0 0,-1 1 0,7-3 0,77-11 0,-82 15 0,0 1 0,1 0 0,-1-1 0,0 2 0,1-1 0,-1 1 0,0 0 0,0 0 0,0 1 0,0 0 0,11 4 0,-15-4 0,0-1 0,0 1 0,0 0 0,-1-1 0,1 1 0,0 0 0,-1 0 0,0 0 0,1 0 0,-1 0 0,0 0 0,0 1 0,0-1 0,0 0 0,0 1 0,-1-1 0,1 0 0,-1 1 0,1 4 0,-1-6 0,0 1 0,0-1 0,0 0 0,-1 1 0,1-1 0,0 0 0,0 0 0,-1 1 0,1-1 0,-1 0 0,1 0 0,-1 1 0,0-1 0,1 0 0,-1 0 0,0 0 0,0 0 0,0 0 0,0 0 0,0 0 0,0 0 0,0 0 0,0-1 0,0 1 0,0 0 0,0-1 0,0 1 0,-1-1 0,1 1 0,0-1 0,0 1 0,-1-1 0,1 0 0,0 0 0,-1 0 0,-1 0 0,-38 2 0,-49-6 0,89 4 0,0 0 0,-1 0 0,1 0 0,0-1 0,0 1 0,0 0 0,0-1 0,0 1 0,0-1 0,0 1 0,0-1 0,0 0 0,0 1 0,0-1 0,0 0 0,0 0 0,0 1 0,0-1 0,1 0 0,-1 0 0,0 0 0,1 0 0,-1 0 0,0 0 0,1 0 0,0-1 0,-1 1 0,1 0 0,0 0 0,-1 0 0,1 0 0,0 0 0,0-1 0,0 1 0,0 0 0,0 0 0,0 0 0,0-1 0,1 1 0,-1 0 0,0 0 0,1 0 0,-1 0 0,1-2 0,0 0 0,0-1 0,1 1 0,-1 0 0,1-1 0,-1 1 0,1 0 0,0 0 0,0 0 0,1 0 0,-1 0 0,0 1 0,1-1 0,5-3 0,4 2 0,1 0 0,-1 1 0,1 1 0,0 0 0,0 1 0,0 0 0,0 1 0,0 1 0,22 3 0,-23-3 0,-11-1 0,0 0 0,0 0 0,0 0 0,0 0 0,0 0 0,0 0 0,0 0 0,0 0 0,0 1 0,0-1 0,0 0 0,0 1 0,0-1 0,0 1 0,0-1 0,0 1 0,0-1 0,0 1 0,-1 0 0,1 0 0,0-1 0,0 1 0,-1 0 0,1 0 0,-1 0 0,1-1 0,-1 1 0,1 0 0,-1 0 0,1 0 0,-1 0 0,0 0 0,1 0 0,-1 0 0,0 0 0,0 0 0,0 0 0,0 0 0,0 0 0,0 0 0,0 0 0,0 0 0,0 0 0,0 0 0,-1 0 0,1 0 0,0 0 0,-2 2 0,1 1 0,-1-1 0,1 1 0,-1-1 0,0 0 0,-1 0 0,1 0 0,0 0 0,-1 0 0,1 0 0,-1-1 0,0 1 0,-5 3 0,-66 24 0,68-27 0,0-1 0,-1-1 0,0 1 0,1-1 0,-1 0 0,0 0 0,1-1 0,-1 0 0,-10-1 0,16 1 0,1 0 0,0 0 0,-1 0 0,1 0 0,-1 0 0,1 0 0,0-1 0,-1 1 0,1 0 0,0 0 0,-1 0 0,1 0 0,0 0 0,-1-1 0,1 1 0,0 0 0,-1 0 0,1 0 0,0-1 0,-1 1 0,1 0 0,0-1 0,0 1 0,-1 0 0,1-1 0,0 1 0,0 0 0,0-1 0,0 1 0,-1 0 0,1-1 0,0 1 0,0 0 0,0-1 0,0 1 0,0-1 0,0 1 0,0 0 0,0-1 0,0 1 0,0-1 0,15-14 0,24-5 0,-13 12 0,1 2 0,53-7 0,-79 13 0,-1 0 0,0 0 0,0 0 0,1 0 0,-1 0 0,0 0 0,1 0 0,-1 0 0,0 0 0,0 0 0,1 0 0,-1 0 0,0 0 0,1 0 0,-1 0 0,0 0 0,0 0 0,1 0 0,-1 1 0,0-1 0,0 0 0,1 0 0,-1 0 0,0 0 0,0 0 0,1 1 0,-1-1 0,0 0 0,0 0 0,0 1 0,1-1 0,-1 0 0,0 0 0,0 1 0,0-1 0,0 0 0,0 0 0,0 1 0,1-1 0,-1 0 0,0 1 0,0-1 0,0 1 0,-8 15 0,-23 22 0,26-32 0,2-3 0,0 0 0,0 0 0,0 0 0,-1-1 0,1 0 0,-1 1 0,1-1 0,-1 0 0,0-1 0,0 1 0,0-1 0,0 0 0,0 0 0,0 0 0,-8 1 0,-4-2 0,-1 1 0,-27-5 0,33 3 0,5 0 0,1-1 0,-1 0 0,1 0 0,0 0 0,0-1 0,-1 0 0,2 0 0,-1 0 0,0-1 0,-4-4 0,-43-44 0,47 46 0,1 1 0,0-1 0,0 0 0,1 0 0,-1 0 0,1 0 0,-3-13 0,5 18 0,1 0 0,0-1 0,0 1 0,-1 0 0,1-1 0,0 1 0,0 0 0,0-1 0,1 1 0,-1-1 0,0 1 0,0 0 0,1-1 0,-1 1 0,1 0 0,-1 0 0,1-1 0,0 1 0,-1 0 0,1 0 0,0 0 0,0 0 0,0 0 0,0 0 0,0 0 0,0 0 0,0 0 0,0 0 0,0 0 0,0 1 0,1-1 0,-1 0 0,0 1 0,0-1 0,1 1 0,-1 0 0,0-1 0,1 1 0,-1 0 0,0 0 0,1-1 0,-1 1 0,1 1 0,-1-1 0,2 0 0,75-1 0,-47 3 0,-31-2 0,0 0 0,0 0 0,-1 0 0,1 0 0,0 0 0,0 1 0,0-1 0,0 0 0,0 0 0,0 0 0,0 0 0,0 0 0,0 0 0,0 0 0,0 1 0,0-1 0,0 0 0,0 0 0,0 0 0,1 0 0,-1 0 0,-17 3 0,5-2 0,1 1 0,0 0 0,-1 0 0,1 2 0,-17 6 0,25-9 0,1 1 0,-1 0 0,0 0 0,1 0 0,-1 0 0,1 0 0,0 0 0,0 0 0,0 1 0,0-1 0,0 1 0,0 0 0,1 0 0,-1-1 0,1 1 0,0 0 0,0 0 0,0 0 0,0 0 0,0 0 0,1 1 0,-1-1 0,1 0 0,0 0 0,0 4 0,0-4 0,0 1 0,0 0 0,0-1 0,0 1 0,1 0 0,-1-1 0,1 1 0,0 0 0,0-1 0,0 1 0,1-1 0,-1 0 0,1 1 0,0-1 0,0 0 0,0 0 0,0 0 0,1 0 0,2 2 0,-1-2 0,1-1 0,-1 1 0,1-1 0,-1 0 0,1-1 0,-1 1 0,1-1 0,0 0 0,0 0 0,0 0 0,0-1 0,0 0 0,9 0 0,48 2 0,-40-1 0,0 0 0,-1-1 0,1-2 0,23-3 0,-42 4 0,1 0 0,-1 0 0,0 0 0,1-1 0,-1 1 0,0-1 0,0 0 0,0 0 0,0 0 0,-1 0 0,1 0 0,0-1 0,-1 1 0,1-1 0,-1 0 0,0 1 0,2-5 0,-14 10 0,-11 9 0,11-6 0,-5 0 0,1-1 0,-1 0 0,0-1 0,0 0 0,0-2 0,-1 1 0,-24-1 0,32-1 0,0 0-1365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24575,'0'-2'0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4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33 24575,'-9'0'0,"-1"0"0,1 0 0,0 1 0,0 1 0,0-1 0,-9 4 0,15-4 0,1 0 0,0 0 0,0 0 0,0 0 0,0 0 0,0 1 0,0-1 0,0 1 0,0-1 0,1 1 0,-1 0 0,0 0 0,1-1 0,0 1 0,-1 0 0,1 1 0,0-1 0,0 0 0,0 0 0,0 0 0,0 1 0,1-1 0,-1 0 0,1 1 0,-1-1 0,1 0 0,0 1 0,0 2 0,-1 6 0,0-1 0,-1 0 0,0 1 0,-6 15 0,5-19 0,0 1 0,1 0 0,0-1 0,1 1 0,-1 0 0,2 0 0,-1 0 0,2 14 0,-1-20 0,0 0 0,1 0 0,0-1 0,-1 1 0,1 0 0,0 0 0,0-1 0,0 1 0,0-1 0,0 1 0,1-1 0,-1 1 0,0-1 0,1 0 0,-1 1 0,1-1 0,-1 0 0,1 0 0,2 1 0,1 0 0,0 0 0,0 0 0,0 0 0,1-1 0,-1 0 0,11 1 0,-2-1 0,1-1 0,-1 0 0,1-1 0,20-5 0,-30 5 0,0-1 0,1 0 0,-1-1 0,0 1 0,0-1 0,0 0 0,0-1 0,-1 1 0,1-1 0,-1 1 0,0-1 0,0-1 0,0 1 0,-1-1 0,0 1 0,1-1 0,-1 0 0,-1 0 0,1 0 0,-1 0 0,0-1 0,1-6 0,-2 9 0,0 0 0,0-1 0,0 1 0,-1-1 0,0 1 0,0-1 0,0 1 0,0-1 0,0 1 0,-1 0 0,1-1 0,-1 1 0,0-1 0,0 1 0,0 0 0,-1 0 0,1-1 0,-1 1 0,0 0 0,0 0 0,0 1 0,0-1 0,0 0 0,0 1 0,-1-1 0,0 1 0,1 0 0,-1 0 0,0 0 0,0 0 0,0 0 0,0 1 0,0-1 0,0 1 0,-1 0 0,1 0 0,-5-1 0,5 1 0,0 0 0,1 1 0,-1-1 0,0 1 0,0-1 0,0 1 0,0 0 0,0 0 0,0 0 0,0 1 0,0-1 0,1 1 0,-1-1 0,0 1 0,0 0 0,0 0 0,1 0 0,-1 1 0,1-1 0,-1 1 0,1-1 0,-1 1 0,1 0 0,0 0 0,0 0 0,0 0 0,0 0 0,0 0 0,0 1 0,-2 4 0,1-1 0,0 1 0,0 0 0,1 0 0,0 0 0,0 0 0,1 0 0,0 0 0,0 1 0,1-1 0,0 0 0,1 12 0,-1-17 0,1-1 0,0 1 0,0 0 0,-1-1 0,1 1 0,0-1 0,0 0 0,0 1 0,1-1 0,-1 0 0,0 0 0,0 1 0,1-1 0,-1 0 0,0 0 0,1-1 0,-1 1 0,1 0 0,0 0 0,-1-1 0,1 1 0,-1-1 0,1 1 0,0-1 0,-1 0 0,1 1 0,0-1 0,0 0 0,-1 0 0,1 0 0,0-1 0,-1 1 0,3-1 0,-2 1 0,0 0 0,0 0 0,0 0 0,0 0 0,0 0 0,0-1 0,-1 1 0,1-1 0,0 1 0,0-1 0,0 0 0,-1 0 0,1 1 0,0-1 0,-1-1 0,1 1 0,0 0 0,-1 0 0,0-1 0,1 1 0,-1 0 0,0-1 0,0 1 0,0-1 0,0 0 0,0 1 0,0-1 0,0 0 0,0-2 0,0 4 0,-1-1 0,0 1 0,0-1 0,0 1 0,0-1 0,0 0 0,0 1 0,0-1 0,0 1 0,0-1 0,0 1 0,-1-1 0,1 1 0,0-1 0,0 1 0,0-1 0,-1 1 0,1-1 0,0 1 0,0-1 0,-1 1 0,1 0 0,0-1 0,-1 1 0,1 0 0,-1-1 0,1 1 0,-1 0 0,1-1 0,0 1 0,-1 0 0,1 0 0,-2-1 0,-17 6 0,-16 21 0,33-22 0,-1-1 0,1 0 0,-1 0 0,0 0 0,0-1 0,0 1 0,0-1 0,0 1 0,-1-1 0,1 0 0,-1 0 0,1 0 0,-7 1 0,8-3 0,0 1 0,1-1 0,-1 0 0,0 0 0,1-1 0,-1 1 0,0 0 0,1 0 0,-1-1 0,0 1 0,1-1 0,-1 0 0,0 1 0,1-1 0,-1 0 0,1 0 0,0 0 0,-1 0 0,1 0 0,0 0 0,-1 0 0,1-1 0,0 1 0,0 0 0,0-1 0,0 1 0,0-1 0,0 1 0,1-1 0,-1 1 0,0-1 0,1 0 0,-1 1 0,1-1 0,-1-3 0,1-2 0,-1 0 0,1 0 0,0-1 0,1 1 0,0 0 0,0 0 0,0 0 0,1 0 0,0 0 0,5-12 0,2-10 0,-6 18 0,6-23 0,-9 33 0,0 0 0,1 0 0,-1 0 0,1 1 0,-1-1 0,1 0 0,-1 0 0,1 0 0,0 1 0,-1-1 0,1 0 0,0 0 0,0 1 0,-1-1 0,1 1 0,0-1 0,0 1 0,0-1 0,0 1 0,0-1 0,0 1 0,0 0 0,0 0 0,0-1 0,0 1 0,0 0 0,0 0 0,1 0 0,-47 23 0,41-21 0,0-1 0,0 1 0,0 1 0,1-1 0,-1 0 0,1 1 0,0 0 0,0 0 0,0 0 0,0 0 0,0 0 0,1 1 0,-1-1 0,1 1 0,0-1 0,0 1 0,0 0 0,1 0 0,-1 0 0,0 5 0,1-3 0,-1 1 0,1-1 0,1 1 0,-1 0 0,1 0 0,0-1 0,1 1 0,0 0 0,0-1 0,0 1 0,1 0 0,3 8 0,-3-11 0,0-1 0,1 1 0,0-1 0,-1 1 0,1-1 0,1 0 0,-1 0 0,0 0 0,1 0 0,0-1 0,-1 1 0,1-1 0,0 0 0,0 0 0,0 0 0,1-1 0,-1 0 0,0 1 0,0-1 0,1-1 0,4 1 0,-1 1 0,0 0 0,1 1 0,-2-1 0,13 7 0,-19-9 0,-1 1 0,1-1 0,-1 0 0,0 0 0,1 0 0,-1 1 0,0-1 0,1 0 0,-1 0 0,0 1 0,0-1 0,1 0 0,-1 1 0,0-1 0,0 0 0,1 1 0,-1-1 0,0 0 0,0 1 0,0-1 0,0 0 0,1 1 0,-1-1 0,0 1 0,0-1 0,0 0 0,0 1 0,0-1 0,0 1 0,0-1 0,0 0 0,0 1 0,0-1 0,0 1 0,-1-1 0,1 0 0,0 1 0,0-1 0,0 1 0,0-1 0,-1 0 0,1 1 0,0-1 0,0 0 0,-1 0 0,1 1 0,0-1 0,0 0 0,-1 1 0,1-1 0,0 0 0,-1 1 0,-3 5 0,17-1 0,-5-3 0,1-1 0,0-1 0,-1 1 0,1-2 0,0 1 0,-1-1 0,1 0 0,-1-1 0,1 0 0,-1 0 0,15-7 0,-18 6 0,0 0 0,0 0 0,0 0 0,0-1 0,0 1 0,-1-1 0,1 0 0,-1-1 0,0 1 0,-1-1 0,1 0 0,-1 0 0,0 0 0,0 0 0,0-1 0,-1 1 0,3-11 0,-4 15 0,-1 1 0,0 0 0,0-1 0,0 1 0,0-1 0,0 1 0,0-1 0,0 1 0,0 0 0,0-1 0,0 1 0,0-1 0,0 1 0,0-1 0,-1 1 0,1 0 0,0-1 0,0 1 0,0-1 0,0 1 0,-1 0 0,1-1 0,0 1 0,-1 0 0,1-1 0,0 1 0,0 0 0,-1-1 0,1 1 0,0 0 0,-1 0 0,1-1 0,-1 1 0,-19-4 0,-20 9 0,38-5 0,-1 1 0,1 0 0,-1 0 0,1 0 0,-1 0 0,1 0 0,0 0 0,0 1 0,-1-1 0,1 1 0,0 0 0,1-1 0,-1 1 0,0 0 0,0 0 0,1 0 0,-3 5 0,3-6 0,1-1 0,0 1 0,0-1 0,0 1 0,0-1 0,0 1 0,0-1 0,0 1 0,0-1 0,0 1 0,0 0 0,0-1 0,0 1 0,0-1 0,0 1 0,1-1 0,-1 1 0,0-1 0,0 1 0,1-1 0,-1 1 0,0-1 0,1 1 0,-1-1 0,0 1 0,1-1 0,-1 0 0,1 1 0,1 0 0,0 0 0,0 0 0,0 0 0,0 0 0,0-1 0,0 1 0,0-1 0,0 1 0,1-1 0,-1 0 0,4 0 0,-4 0 0,0 0 0,0 0 0,0 0 0,0 0 0,-1 0 0,1-1 0,0 1 0,0-1 0,0 1 0,0-1 0,-1 0 0,1 0 0,0 1 0,-1-1 0,1-1 0,-1 1 0,1 0 0,-1 0 0,1 0 0,-1-1 0,2-2 0,-1 1 0,-1 0 0,1 0 0,-1 0 0,0 0 0,0-1 0,0 1 0,0 0 0,0-1 0,-1 1 0,0-1 0,1-3 0,-2-12 0,-1 0 0,-1 1 0,-8-31 0,8 35 0,2 10 0,0-1 0,1 1 0,-2-1 0,1 1 0,-1 0 0,1 0 0,-1 0 0,0 0 0,-1 0 0,1 0 0,-1 0 0,1 0 0,-1 1 0,0 0 0,0-1 0,-1 1 0,1 0 0,-1 1 0,0-1 0,1 1 0,-1-1 0,0 1 0,0 0 0,-1 1 0,1-1 0,0 1 0,-1-1 0,1 1 0,0 1 0,-1-1 0,-8 0 0,75 3 0,-58-2 0,0 0 0,0 1 0,1-1 0,-1 1 0,0 0 0,0 1 0,0-1 0,0 0 0,0 1 0,0 0 0,0 0 0,-1 0 0,1 1 0,-1-1 0,1 1 0,-1 0 0,0 0 0,0 0 0,0 0 0,-1 0 0,1 1 0,3 6 0,-5-6 0,0 1 0,0-1 0,-1 1 0,1-1 0,-1 1 0,0 0 0,0-1 0,-1 1 0,1 0 0,-1-1 0,0 1 0,0-1 0,-1 0 0,1 1 0,-1-1 0,0 0 0,0 0 0,-1 0 0,1 0 0,-1 0 0,0-1 0,-5 6 0,4-4 0,-1-1 0,1 0 0,-1 0 0,0 0 0,0-1 0,-1 1 0,1-1 0,-1 0 0,0-1 0,0 0 0,0 1 0,0-2 0,0 1 0,0-1 0,0 0 0,-8 0 0,11-1 0,0-1 0,0 0 0,0 0 0,0 0 0,1 0 0,-1-1 0,0 1 0,1-1 0,-1 0 0,1 1 0,-1-1 0,1 0 0,0 0 0,0-1 0,0 1 0,0 0 0,0-1 0,1 1 0,-3-5 0,2 5 0,1 0 0,-1-1 0,1 1 0,0 0 0,0-1 0,0 1 0,0 0 0,0-1 0,1 0 0,-1 1 0,1-1 0,0 1 0,-1-1 0,1 0 0,0 1 0,1-1 0,-1 1 0,0-1 0,1 0 0,-1 1 0,1-1 0,2-4 0,-3 7 0,0 0 0,0-1 0,0 1 0,0 0 0,0-1 0,0 1 0,1-1 0,-1 1 0,0 0 0,0-1 0,0 1 0,1 0 0,-1 0 0,0-1 0,0 1 0,1 0 0,-1-1 0,0 1 0,1 0 0,-1 0 0,0 0 0,1-1 0,-1 1 0,0 0 0,1 0 0,-1 0 0,0 0 0,1 0 0,-1 0 0,1 0 0,-1 0 0,0 0 0,1 0 0,-1 0 0,1 0 0,-1 0 0,0 0 0,1 0 0,-1 0 0,0 0 0,1 0 0,-1 0 0,0 1 0,1-1 0,-1 0 0,0 0 0,1 0 0,-1 1 0,0-1 0,1 0 0,-1 0 0,0 1 0,0-1 0,1 0 0,-1 1 0,0-1 0,0 0 0,0 1 0,1-1 0,-1 0 0,0 1 0,0-1 0,0 0 0,0 1 0,1 1 0,-1-1 0,0 1 0,1-1 0,-1 1 0,0-1 0,0 1 0,0-1 0,0 1 0,0 0 0,-1-1 0,1 1 0,0-1 0,-1 1 0,1-1 0,-1 1 0,1-1 0,-2 3 0,-2 0 0,0 0 0,0 1 0,0-1 0,-1-1 0,0 1 0,1-1 0,-1 1 0,0-1 0,-1-1 0,-9 5 0,-24 13 0,38-19 2,0 0-1,0 0 1,-1-1 0,1 2-1,0-1 1,0 0-1,0 0 1,0 0 0,1 0-1,-1 1 1,0-1-1,0 0 1,1 1 0,-1-1-1,0 0 1,1 1-1,0-1 1,-1 1 0,1-1-1,0 1 1,0-1-1,0 1 1,0 1 0,10 35-189,-3-17-1030,-5-9-5609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5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309 123 24575,'-62'2'0,"37"0"0,0-1 0,0-1 0,-43-7 0,62 5 0,-1-1 0,1 1 0,-1-1 0,1-1 0,0 1 0,1-1 0,-1 0 0,1-1 0,-6-4 0,7 6 0,1 0 0,0-1 0,-1 1 0,2 0 0,-1-1 0,0 0 0,1 0 0,-1 0 0,1 0 0,0 0 0,1 0 0,-1 0 0,1 0 0,-2-9 0,3 12 0,0 0 0,1 0 0,-1 0 0,1 0 0,-1 0 0,1 1 0,-1-1 0,1 0 0,0 0 0,-1 0 0,1 1 0,0-1 0,-1 0 0,1 1 0,0-1 0,0 1 0,0-1 0,0 1 0,0-1 0,-1 1 0,1 0 0,0-1 0,0 1 0,0 0 0,0 0 0,0 0 0,0 0 0,0 0 0,0 0 0,0 0 0,2 0 0,41 1 0,-34 0 0,85-2 0,39 3 0,-132-2 0,0 0 0,0 1 0,0-1 0,0 0 0,0 1 0,0 0 0,0-1 0,0 1 0,0 0 0,0 0 0,0 0 0,-1 0 0,1 1 0,0-1 0,-1 0 0,1 1 0,-1-1 0,0 1 0,1-1 0,-1 1 0,0 0 0,0-1 0,0 1 0,0 0 0,0 0 0,0 0 0,-1 0 0,1 0 0,-1 0 0,1 0 0,-1 0 0,0 0 0,0 0 0,1 0 0,-2 3 0,1-2 0,0 1 0,0-1 0,-1 0 0,0 1 0,1-1 0,-1 0 0,0 0 0,-1 1 0,1-1 0,0 0 0,-1 0 0,0 0 0,0 0 0,0-1 0,0 1 0,0 0 0,0-1 0,-1 0 0,1 1 0,-1-1 0,-3 2 0,-10 4 0,-1-1 0,0-1 0,0 0 0,-1-1 0,1-1 0,-1-1 0,0 0 0,0-1 0,-33-1 0,46-3 0,0 1 0,0-1 0,0 0 0,0 0 0,1 0 0,-1-1 0,1 0 0,-1 0 0,1 0 0,0 0 0,-6-7 0,8 8 0,0 0 0,1 1 0,-1-1 0,1 0 0,0 0 0,-1 0 0,1 0 0,0 0 0,0 0 0,1-1 0,-1 1 0,-1-4 0,2 4 0,0 1 0,0 0 0,1 0 0,-1-1 0,0 1 0,0 0 0,1 0 0,-1 0 0,1-1 0,-1 1 0,1 0 0,-1 0 0,1 0 0,0 0 0,-1 0 0,1 0 0,0 0 0,0 0 0,0 0 0,0 0 0,0 1 0,0-1 0,0 0 0,0 0 0,1 0 0,7-1 0,-1-1 0,0 1 0,1 1 0,-1 0 0,1 0 0,0 1 0,-1-1 0,1 2 0,-1 0 0,11 1 0,19 1 0,9-5 0,-30 1 0,-1 0 0,1 1 0,0 1 0,25 4 0,-45-2 0,-15 3 0,-20 2 0,-6 5 0,43-12 0,1-1 0,-1 0 0,0 1 0,1-1 0,-1 0 0,0 1 0,1-1 0,-1 1 0,1-1 0,-1 1 0,1-1 0,-1 1 0,1 0 0,-1-1 0,1 1 0,-1 0 0,1-1 0,0 1 0,-1 0 0,1-1 0,0 2 0,0-1 0,0 0 0,1 0 0,-1-1 0,1 1 0,-1 0 0,1 0 0,-1 0 0,1-1 0,-1 1 0,1 0 0,0-1 0,-1 1 0,1 0 0,0-1 0,0 1 0,0-1 0,-1 1 0,1-1 0,0 0 0,0 1 0,0-1 0,2 1 0,-1 0 0,1-1 0,0 1 0,0 0 0,-1-1 0,1 0 0,0 1 0,0-1 0,0 0 0,-1-1 0,1 1 0,0 0 0,0-1 0,-1 0 0,1 1 0,0-1 0,-1 0 0,4-2 0,18-4 0,-61 17 0,-58 25 0,75-28 0,20-7 0,1 0 0,-1 1 0,0-1 0,0 0 0,0 0 0,0 0 0,0 0 0,0 0 0,0 0 0,0 0 0,0 0 0,0 0 0,0 0 0,0 0 0,0 0 0,0 0 0,0 0 0,0 0 0,0 1 0,0-1 0,0 0 0,0 0 0,0 0 0,0 0 0,0 0 0,0 0 0,0 0 0,0 0 0,0 0 0,0 0 0,0 0 0,0 0 0,0 1 0,0-1 0,0 0 0,0 0 0,0 0 0,0 0 0,0 0 0,0 0 0,0 0 0,0 0 0,0 0 0,0 0 0,-1 0 0,1 0 0,15 1 0,21-6 0,-29 3 0,0 0 0,0 0 0,0-1 0,-1 0 0,1-1 0,-1 0 0,0 0 0,0 0 0,0 0 0,0-1 0,-1 0 0,1 0 0,-1-1 0,-1 1 0,6-9 0,11-14-1365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6:0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24575,'-3'3'0,"0"0"0,0-1 0,0 1 0,-1-1 0,1 0 0,-1 0 0,0 0 0,1 0 0,-1 0 0,-6 1 0,1 1 0,-50 13 119,48-15-490,1 0 0,0 1 0,-19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ko-KR" altLang="en-US"/>
              <a:t>서초구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9773D-0B00-42C4-9283-EC7ED65880FF}" type="datetimeFigureOut">
              <a:rPr lang="ko-KR" altLang="en-US" smtClean="0"/>
              <a:pPr/>
              <a:t>2024-05-14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A23D8-3BF0-4934-B638-A14C439F768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5674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2C42A191-D442-45AA-A6E3-643D16EF272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1907013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2F2CD37A-E842-4797-A091-99B069F0D8A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71168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23046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가스레인지 부분 애니메이션으로 바꾸기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516226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오염물질 부분 </a:t>
            </a:r>
            <a:r>
              <a:rPr lang="ko-KR" altLang="en-US" dirty="0" err="1"/>
              <a:t>애내메이션</a:t>
            </a:r>
            <a:r>
              <a:rPr lang="ko-KR" altLang="en-US" dirty="0"/>
              <a:t> 처리하면서 간단히 이야기하고 넘어가기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43873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  <a:endParaRPr lang="en-US" altLang="ko-KR" dirty="0"/>
          </a:p>
          <a:p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유지 기준   </a:t>
            </a:r>
            <a:r>
              <a:rPr lang="en-US" altLang="ko-KR" dirty="0"/>
              <a:t>: </a:t>
            </a:r>
            <a:r>
              <a:rPr lang="ko-KR" altLang="en-US" dirty="0"/>
              <a:t>다중이용시설의 관리자가 꼭 지켜야 하는 기준 </a:t>
            </a:r>
            <a:r>
              <a:rPr lang="en-US" altLang="ko-KR" dirty="0"/>
              <a:t>(</a:t>
            </a:r>
            <a:r>
              <a:rPr lang="ko-KR" altLang="en-US" dirty="0" err="1"/>
              <a:t>발견시</a:t>
            </a:r>
            <a:r>
              <a:rPr lang="ko-KR" altLang="en-US" dirty="0"/>
              <a:t> 과태료</a:t>
            </a:r>
            <a:r>
              <a:rPr lang="en-US" altLang="ko-KR" dirty="0"/>
              <a:t>) Pm10, </a:t>
            </a:r>
            <a:r>
              <a:rPr lang="ko-KR" altLang="en-US" dirty="0"/>
              <a:t>이산화탄소</a:t>
            </a:r>
            <a:r>
              <a:rPr lang="en-US" altLang="ko-KR" dirty="0"/>
              <a:t>, </a:t>
            </a:r>
            <a:r>
              <a:rPr lang="ko-KR" altLang="en-US" dirty="0" err="1"/>
              <a:t>폼알데하이드</a:t>
            </a:r>
            <a:r>
              <a:rPr lang="en-US" altLang="ko-KR" dirty="0"/>
              <a:t>, </a:t>
            </a:r>
            <a:r>
              <a:rPr lang="ko-KR" altLang="en-US" dirty="0" err="1"/>
              <a:t>총부유세균</a:t>
            </a:r>
            <a:r>
              <a:rPr lang="en-US" altLang="ko-KR" dirty="0"/>
              <a:t>, </a:t>
            </a:r>
            <a:r>
              <a:rPr lang="ko-KR" altLang="en-US" dirty="0"/>
              <a:t>일산화탄소</a:t>
            </a:r>
          </a:p>
          <a:p>
            <a:pPr latinLnBrk="1"/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권고기준  </a:t>
            </a:r>
            <a:r>
              <a:rPr lang="en-US" altLang="ko-KR" dirty="0"/>
              <a:t>: </a:t>
            </a:r>
            <a:r>
              <a:rPr lang="ko-KR" altLang="en-US" dirty="0"/>
              <a:t>쾌적한 실내공기질의 관리를 위해 오염물질의 농도를 일정 수준 이하로 유지하도록 권고</a:t>
            </a:r>
            <a:r>
              <a:rPr lang="en-US" altLang="ko-KR" dirty="0"/>
              <a:t>, </a:t>
            </a:r>
            <a:r>
              <a:rPr lang="ko-KR" altLang="en-US" dirty="0"/>
              <a:t>행정처분대상 아님 </a:t>
            </a:r>
            <a:r>
              <a:rPr lang="en-US" altLang="ko-KR" dirty="0"/>
              <a:t>, </a:t>
            </a:r>
            <a:r>
              <a:rPr lang="ko-KR" altLang="en-US" dirty="0"/>
              <a:t> 이산화질소</a:t>
            </a:r>
            <a:r>
              <a:rPr lang="en-US" altLang="ko-KR" dirty="0"/>
              <a:t>, </a:t>
            </a:r>
            <a:r>
              <a:rPr lang="ko-KR" altLang="en-US" dirty="0" err="1"/>
              <a:t>라돈</a:t>
            </a:r>
            <a:r>
              <a:rPr lang="en-US" altLang="ko-KR" dirty="0"/>
              <a:t>, </a:t>
            </a:r>
            <a:r>
              <a:rPr lang="ko-KR" altLang="en-US" dirty="0"/>
              <a:t>휘발성유기화합물</a:t>
            </a:r>
            <a:r>
              <a:rPr lang="en-US" altLang="ko-KR" dirty="0"/>
              <a:t>, pm2.5, </a:t>
            </a:r>
            <a:r>
              <a:rPr lang="ko-KR" altLang="en-US" dirty="0"/>
              <a:t>곰팡이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544061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자세히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ECF8BCDC-2744-4DC4-8801-1997F83CE38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1757308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  <a:endParaRPr lang="en-US" altLang="ko-KR" dirty="0"/>
          </a:p>
          <a:p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유지 기준   </a:t>
            </a:r>
            <a:r>
              <a:rPr lang="en-US" altLang="ko-KR" dirty="0"/>
              <a:t>: </a:t>
            </a:r>
            <a:r>
              <a:rPr lang="ko-KR" altLang="en-US" dirty="0"/>
              <a:t>다중이용시설의 관리자가 꼭 지켜야 하는 기준 </a:t>
            </a:r>
            <a:r>
              <a:rPr lang="en-US" altLang="ko-KR" dirty="0"/>
              <a:t>(</a:t>
            </a:r>
            <a:r>
              <a:rPr lang="ko-KR" altLang="en-US" dirty="0" err="1"/>
              <a:t>발견시</a:t>
            </a:r>
            <a:r>
              <a:rPr lang="ko-KR" altLang="en-US" dirty="0"/>
              <a:t> 과태료</a:t>
            </a:r>
            <a:r>
              <a:rPr lang="en-US" altLang="ko-KR" dirty="0"/>
              <a:t>) Pm10, </a:t>
            </a:r>
            <a:r>
              <a:rPr lang="ko-KR" altLang="en-US" dirty="0"/>
              <a:t>이산화탄소</a:t>
            </a:r>
            <a:r>
              <a:rPr lang="en-US" altLang="ko-KR" dirty="0"/>
              <a:t>, </a:t>
            </a:r>
            <a:r>
              <a:rPr lang="ko-KR" altLang="en-US" dirty="0" err="1"/>
              <a:t>폼알데하이드</a:t>
            </a:r>
            <a:r>
              <a:rPr lang="en-US" altLang="ko-KR" dirty="0"/>
              <a:t>, </a:t>
            </a:r>
            <a:r>
              <a:rPr lang="ko-KR" altLang="en-US" dirty="0" err="1"/>
              <a:t>총부유세균</a:t>
            </a:r>
            <a:r>
              <a:rPr lang="en-US" altLang="ko-KR" dirty="0"/>
              <a:t>, </a:t>
            </a:r>
            <a:r>
              <a:rPr lang="ko-KR" altLang="en-US" dirty="0"/>
              <a:t>일산화탄소</a:t>
            </a:r>
          </a:p>
          <a:p>
            <a:pPr latinLnBrk="1"/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권고기준  </a:t>
            </a:r>
            <a:r>
              <a:rPr lang="en-US" altLang="ko-KR" dirty="0"/>
              <a:t>: </a:t>
            </a:r>
            <a:r>
              <a:rPr lang="ko-KR" altLang="en-US" dirty="0"/>
              <a:t>쾌적한 실내공기질의 관리를 위해 오염물질의 농도를 일정 수준 이하로 유지하도록 권고</a:t>
            </a:r>
            <a:r>
              <a:rPr lang="en-US" altLang="ko-KR" dirty="0"/>
              <a:t>, </a:t>
            </a:r>
            <a:r>
              <a:rPr lang="ko-KR" altLang="en-US" dirty="0"/>
              <a:t>행정처분대상 아님 </a:t>
            </a:r>
            <a:r>
              <a:rPr lang="en-US" altLang="ko-KR" dirty="0"/>
              <a:t>, </a:t>
            </a:r>
            <a:r>
              <a:rPr lang="ko-KR" altLang="en-US" dirty="0"/>
              <a:t> 이산화질소</a:t>
            </a:r>
            <a:r>
              <a:rPr lang="en-US" altLang="ko-KR" dirty="0"/>
              <a:t>, </a:t>
            </a:r>
            <a:r>
              <a:rPr lang="ko-KR" altLang="en-US" dirty="0" err="1"/>
              <a:t>라돈</a:t>
            </a:r>
            <a:r>
              <a:rPr lang="en-US" altLang="ko-KR" dirty="0"/>
              <a:t>, </a:t>
            </a:r>
            <a:r>
              <a:rPr lang="ko-KR" altLang="en-US" dirty="0"/>
              <a:t>휘발성유기화합물</a:t>
            </a:r>
            <a:r>
              <a:rPr lang="en-US" altLang="ko-KR" dirty="0"/>
              <a:t>, pm2.5, </a:t>
            </a:r>
            <a:r>
              <a:rPr lang="ko-KR" altLang="en-US" dirty="0"/>
              <a:t>곰팡이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183036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089080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이산화탄소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유기화합물 내용 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857487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156423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12680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028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  <a:endParaRPr lang="en-US" altLang="ko-KR" dirty="0"/>
          </a:p>
          <a:p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유지 기준   </a:t>
            </a:r>
            <a:r>
              <a:rPr lang="en-US" altLang="ko-KR" dirty="0"/>
              <a:t>: </a:t>
            </a:r>
            <a:r>
              <a:rPr lang="ko-KR" altLang="en-US" dirty="0"/>
              <a:t>다중이용시설의 관리자가 꼭 지켜야 하는 기준 </a:t>
            </a:r>
            <a:r>
              <a:rPr lang="en-US" altLang="ko-KR" dirty="0"/>
              <a:t>(</a:t>
            </a:r>
            <a:r>
              <a:rPr lang="ko-KR" altLang="en-US" dirty="0" err="1"/>
              <a:t>발견시</a:t>
            </a:r>
            <a:r>
              <a:rPr lang="ko-KR" altLang="en-US" dirty="0"/>
              <a:t> 과태료</a:t>
            </a:r>
            <a:r>
              <a:rPr lang="en-US" altLang="ko-KR" dirty="0"/>
              <a:t>) Pm10, </a:t>
            </a:r>
            <a:r>
              <a:rPr lang="ko-KR" altLang="en-US" dirty="0"/>
              <a:t>이산화탄소</a:t>
            </a:r>
            <a:r>
              <a:rPr lang="en-US" altLang="ko-KR" dirty="0"/>
              <a:t>, </a:t>
            </a:r>
            <a:r>
              <a:rPr lang="ko-KR" altLang="en-US" dirty="0" err="1"/>
              <a:t>폼알데하이드</a:t>
            </a:r>
            <a:r>
              <a:rPr lang="en-US" altLang="ko-KR" dirty="0"/>
              <a:t>, </a:t>
            </a:r>
            <a:r>
              <a:rPr lang="ko-KR" altLang="en-US" dirty="0" err="1"/>
              <a:t>총부유세균</a:t>
            </a:r>
            <a:r>
              <a:rPr lang="en-US" altLang="ko-KR" dirty="0"/>
              <a:t>, </a:t>
            </a:r>
            <a:r>
              <a:rPr lang="ko-KR" altLang="en-US" dirty="0"/>
              <a:t>일산화탄소</a:t>
            </a:r>
          </a:p>
          <a:p>
            <a:pPr latinLnBrk="1"/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권고기준  </a:t>
            </a:r>
            <a:r>
              <a:rPr lang="en-US" altLang="ko-KR" dirty="0"/>
              <a:t>: </a:t>
            </a:r>
            <a:r>
              <a:rPr lang="ko-KR" altLang="en-US" dirty="0"/>
              <a:t>쾌적한 실내공기질의 관리를 위해 오염물질의 농도를 일정 수준 이하로 유지하도록 권고</a:t>
            </a:r>
            <a:r>
              <a:rPr lang="en-US" altLang="ko-KR" dirty="0"/>
              <a:t>, </a:t>
            </a:r>
            <a:r>
              <a:rPr lang="ko-KR" altLang="en-US" dirty="0"/>
              <a:t>행정처분대상 아님 </a:t>
            </a:r>
            <a:r>
              <a:rPr lang="en-US" altLang="ko-KR" dirty="0"/>
              <a:t>, </a:t>
            </a:r>
            <a:r>
              <a:rPr lang="ko-KR" altLang="en-US" dirty="0"/>
              <a:t> 이산화질소</a:t>
            </a:r>
            <a:r>
              <a:rPr lang="en-US" altLang="ko-KR" dirty="0"/>
              <a:t>, </a:t>
            </a:r>
            <a:r>
              <a:rPr lang="ko-KR" altLang="en-US" dirty="0" err="1"/>
              <a:t>라돈</a:t>
            </a:r>
            <a:r>
              <a:rPr lang="en-US" altLang="ko-KR" dirty="0"/>
              <a:t>, </a:t>
            </a:r>
            <a:r>
              <a:rPr lang="ko-KR" altLang="en-US" dirty="0"/>
              <a:t>휘발성유기화합물</a:t>
            </a:r>
            <a:r>
              <a:rPr lang="en-US" altLang="ko-KR" dirty="0"/>
              <a:t>, pm2.5, </a:t>
            </a:r>
            <a:r>
              <a:rPr lang="ko-KR" altLang="en-US" dirty="0"/>
              <a:t>곰팡이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7686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  <a:endParaRPr lang="en-US" altLang="ko-KR" dirty="0"/>
          </a:p>
          <a:p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유지 기준   </a:t>
            </a:r>
            <a:r>
              <a:rPr lang="en-US" altLang="ko-KR" dirty="0"/>
              <a:t>: </a:t>
            </a:r>
            <a:r>
              <a:rPr lang="ko-KR" altLang="en-US" dirty="0"/>
              <a:t>다중이용시설의 관리자가 꼭 지켜야 하는 기준 </a:t>
            </a:r>
            <a:r>
              <a:rPr lang="en-US" altLang="ko-KR" dirty="0"/>
              <a:t>(</a:t>
            </a:r>
            <a:r>
              <a:rPr lang="ko-KR" altLang="en-US" dirty="0" err="1"/>
              <a:t>발견시</a:t>
            </a:r>
            <a:r>
              <a:rPr lang="ko-KR" altLang="en-US" dirty="0"/>
              <a:t> 과태료</a:t>
            </a:r>
            <a:r>
              <a:rPr lang="en-US" altLang="ko-KR" dirty="0"/>
              <a:t>) Pm10, </a:t>
            </a:r>
            <a:r>
              <a:rPr lang="ko-KR" altLang="en-US" dirty="0"/>
              <a:t>이산화탄소</a:t>
            </a:r>
            <a:r>
              <a:rPr lang="en-US" altLang="ko-KR" dirty="0"/>
              <a:t>, </a:t>
            </a:r>
            <a:r>
              <a:rPr lang="ko-KR" altLang="en-US" dirty="0" err="1"/>
              <a:t>폼알데하이드</a:t>
            </a:r>
            <a:r>
              <a:rPr lang="en-US" altLang="ko-KR" dirty="0"/>
              <a:t>, </a:t>
            </a:r>
            <a:r>
              <a:rPr lang="ko-KR" altLang="en-US" dirty="0" err="1"/>
              <a:t>총부유세균</a:t>
            </a:r>
            <a:r>
              <a:rPr lang="en-US" altLang="ko-KR" dirty="0"/>
              <a:t>, </a:t>
            </a:r>
            <a:r>
              <a:rPr lang="ko-KR" altLang="en-US" dirty="0"/>
              <a:t>일산화탄소</a:t>
            </a:r>
          </a:p>
          <a:p>
            <a:pPr latinLnBrk="1"/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권고기준  </a:t>
            </a:r>
            <a:r>
              <a:rPr lang="en-US" altLang="ko-KR" dirty="0"/>
              <a:t>: </a:t>
            </a:r>
            <a:r>
              <a:rPr lang="ko-KR" altLang="en-US" dirty="0"/>
              <a:t>쾌적한 실내공기질의 관리를 위해 오염물질의 농도를 일정 수준 이하로 유지하도록 권고</a:t>
            </a:r>
            <a:r>
              <a:rPr lang="en-US" altLang="ko-KR" dirty="0"/>
              <a:t>, </a:t>
            </a:r>
            <a:r>
              <a:rPr lang="ko-KR" altLang="en-US" dirty="0"/>
              <a:t>행정처분대상 아님 </a:t>
            </a:r>
            <a:r>
              <a:rPr lang="en-US" altLang="ko-KR" dirty="0"/>
              <a:t>, </a:t>
            </a:r>
            <a:r>
              <a:rPr lang="ko-KR" altLang="en-US" dirty="0"/>
              <a:t> 이산화질소</a:t>
            </a:r>
            <a:r>
              <a:rPr lang="en-US" altLang="ko-KR" dirty="0"/>
              <a:t>, </a:t>
            </a:r>
            <a:r>
              <a:rPr lang="ko-KR" altLang="en-US" dirty="0" err="1"/>
              <a:t>라돈</a:t>
            </a:r>
            <a:r>
              <a:rPr lang="en-US" altLang="ko-KR" dirty="0"/>
              <a:t>, </a:t>
            </a:r>
            <a:r>
              <a:rPr lang="ko-KR" altLang="en-US" dirty="0"/>
              <a:t>휘발성유기화합물</a:t>
            </a:r>
            <a:r>
              <a:rPr lang="en-US" altLang="ko-KR" dirty="0"/>
              <a:t>, pm2.5, </a:t>
            </a:r>
            <a:r>
              <a:rPr lang="ko-KR" altLang="en-US" dirty="0"/>
              <a:t>곰팡이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591051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262053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애니메이션으로 표시</a:t>
            </a:r>
            <a:r>
              <a:rPr lang="en-US" altLang="ko-KR" dirty="0"/>
              <a:t>-</a:t>
            </a:r>
            <a:r>
              <a:rPr lang="ko-KR" altLang="en-US" dirty="0"/>
              <a:t>동시에 나타나게 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410851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817739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475397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프로젝트를 시작한 이유</a:t>
            </a:r>
            <a:endParaRPr lang="en-US" altLang="ko-KR" dirty="0"/>
          </a:p>
          <a:p>
            <a:r>
              <a:rPr lang="en-US" altLang="ko-KR" dirty="0"/>
              <a:t>-- </a:t>
            </a:r>
            <a:r>
              <a:rPr lang="ko-KR" altLang="en-US" dirty="0"/>
              <a:t>사람들은 하루의 </a:t>
            </a:r>
            <a:r>
              <a:rPr lang="en-US" altLang="ko-KR" dirty="0"/>
              <a:t>80~90%</a:t>
            </a:r>
            <a:r>
              <a:rPr lang="ko-KR" altLang="en-US" dirty="0"/>
              <a:t>를 실내에서 생활하고 있다</a:t>
            </a:r>
            <a:r>
              <a:rPr lang="en-US" altLang="ko-KR" dirty="0"/>
              <a:t>. </a:t>
            </a:r>
            <a:r>
              <a:rPr lang="ko-KR" altLang="en-US" dirty="0"/>
              <a:t>실외 대기지수는 찾아보지만 실내에 대한 이해도는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높지 않다</a:t>
            </a:r>
            <a:r>
              <a:rPr lang="en-US" altLang="ko-KR" dirty="0"/>
              <a:t>. </a:t>
            </a:r>
            <a:r>
              <a:rPr lang="ko-KR" altLang="en-US" dirty="0"/>
              <a:t> 서울에서는 실내데이터를 실시간 측정하여 공개하는 곳이 많지만 그 외의 지역은 사업자에게 의존하는 경우가 많다</a:t>
            </a:r>
            <a:r>
              <a:rPr lang="en-US" altLang="ko-KR" dirty="0"/>
              <a:t>. 5</a:t>
            </a:r>
            <a:r>
              <a:rPr lang="ko-KR" altLang="en-US" dirty="0"/>
              <a:t>페이지로 이동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223145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871510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3304125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61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5" name="머리글 개체 틀 4">
            <a:extLst>
              <a:ext uri="{FF2B5EF4-FFF2-40B4-BE49-F238E27FC236}">
                <a16:creationId xmlns:a16="http://schemas.microsoft.com/office/drawing/2014/main" id="{B292371F-6534-43F4-B069-9CAFC3BD3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ko-KR" altLang="en-US"/>
              <a:t>서초구</a:t>
            </a:r>
          </a:p>
        </p:txBody>
      </p:sp>
    </p:spTree>
    <p:extLst>
      <p:ext uri="{BB962C8B-B14F-4D97-AF65-F5344CB8AC3E}">
        <p14:creationId xmlns:p14="http://schemas.microsoft.com/office/powerpoint/2010/main" val="86343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E3C2-1775-4C30-A324-B20DF7A78D92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DEBB-1DC0-45C0-A1B6-55F4C4DFD992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1444-DFDC-4FA9-B034-9FE4A7B7CADB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E5FA-9F76-460F-B354-511939FC5E49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B7F17-DD22-44AE-B221-D89F99163E33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7C27D-F399-42CA-9A0F-C52843EFCF34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58B7-0B1E-4681-9692-FFEE7671BE63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5839D-B824-4924-92E1-69AAC7382C14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DF0F3-0A9C-4760-AD73-4878EF05B944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B6C-CAB6-40B7-9B18-82C37B87BDD2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138B-B298-4125-9AE7-663753F082EA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CEF4B-6198-49C6-A403-165CBE3BFDBA}" type="datetime1">
              <a:rPr lang="en-US" altLang="ko-KR" smtClean="0"/>
              <a:pPr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svg"/><Relationship Id="rId5" Type="http://schemas.openxmlformats.org/officeDocument/2006/relationships/image" Target="../media/image3.sv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5.xml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150.png"/><Relationship Id="rId7" Type="http://schemas.openxmlformats.org/officeDocument/2006/relationships/image" Target="../media/image12.png"/><Relationship Id="rId12" Type="http://schemas.openxmlformats.org/officeDocument/2006/relationships/customXml" Target="../ink/ink4.xml"/><Relationship Id="rId25" Type="http://schemas.openxmlformats.org/officeDocument/2006/relationships/customXml" Target="../ink/ink8.xml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140.png"/><Relationship Id="rId24" Type="http://schemas.openxmlformats.org/officeDocument/2006/relationships/image" Target="../media/image16.png"/><Relationship Id="rId32" Type="http://schemas.openxmlformats.org/officeDocument/2006/relationships/image" Target="../media/image3.svg"/><Relationship Id="rId5" Type="http://schemas.openxmlformats.org/officeDocument/2006/relationships/image" Target="../media/image5.svg"/><Relationship Id="rId28" Type="http://schemas.openxmlformats.org/officeDocument/2006/relationships/image" Target="../media/image18.png"/><Relationship Id="rId10" Type="http://schemas.openxmlformats.org/officeDocument/2006/relationships/customXml" Target="../ink/ink3.xml"/><Relationship Id="rId31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30.png"/><Relationship Id="rId14" Type="http://schemas.openxmlformats.org/officeDocument/2006/relationships/customXml" Target="../ink/ink6.xml"/><Relationship Id="rId22" Type="http://schemas.openxmlformats.org/officeDocument/2006/relationships/customXml" Target="../ink/ink7.xml"/><Relationship Id="rId27" Type="http://schemas.openxmlformats.org/officeDocument/2006/relationships/customXml" Target="../ink/ink9.xml"/><Relationship Id="rId30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3.svg"/><Relationship Id="rId1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50.png"/><Relationship Id="rId18" Type="http://schemas.openxmlformats.org/officeDocument/2006/relationships/customXml" Target="../ink/ink17.xml"/><Relationship Id="rId26" Type="http://schemas.openxmlformats.org/officeDocument/2006/relationships/image" Target="../media/image55.png"/><Relationship Id="rId3" Type="http://schemas.openxmlformats.org/officeDocument/2006/relationships/image" Target="../media/image1.png"/><Relationship Id="rId21" Type="http://schemas.openxmlformats.org/officeDocument/2006/relationships/customXml" Target="../ink/ink19.xml"/><Relationship Id="rId7" Type="http://schemas.openxmlformats.org/officeDocument/2006/relationships/image" Target="../media/image470.png"/><Relationship Id="rId12" Type="http://schemas.openxmlformats.org/officeDocument/2006/relationships/customXml" Target="../ink/ink14.xml"/><Relationship Id="rId17" Type="http://schemas.openxmlformats.org/officeDocument/2006/relationships/image" Target="../media/image52.png"/><Relationship Id="rId25" Type="http://schemas.openxmlformats.org/officeDocument/2006/relationships/customXml" Target="../ink/ink22.xml"/><Relationship Id="rId2" Type="http://schemas.openxmlformats.org/officeDocument/2006/relationships/notesSlide" Target="../notesSlides/notesSlide23.xml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11" Type="http://schemas.openxmlformats.org/officeDocument/2006/relationships/image" Target="../media/image49.png"/><Relationship Id="rId24" Type="http://schemas.openxmlformats.org/officeDocument/2006/relationships/image" Target="../media/image54.png"/><Relationship Id="rId5" Type="http://schemas.openxmlformats.org/officeDocument/2006/relationships/image" Target="../media/image5.svg"/><Relationship Id="rId15" Type="http://schemas.openxmlformats.org/officeDocument/2006/relationships/image" Target="../media/image51.png"/><Relationship Id="rId23" Type="http://schemas.openxmlformats.org/officeDocument/2006/relationships/customXml" Target="../ink/ink21.xml"/><Relationship Id="rId28" Type="http://schemas.openxmlformats.org/officeDocument/2006/relationships/image" Target="../media/image56.png"/><Relationship Id="rId10" Type="http://schemas.openxmlformats.org/officeDocument/2006/relationships/customXml" Target="../ink/ink13.xml"/><Relationship Id="rId19" Type="http://schemas.openxmlformats.org/officeDocument/2006/relationships/image" Target="../media/image53.png"/><Relationship Id="rId4" Type="http://schemas.openxmlformats.org/officeDocument/2006/relationships/image" Target="../media/image4.png"/><Relationship Id="rId9" Type="http://schemas.openxmlformats.org/officeDocument/2006/relationships/image" Target="../media/image48.png"/><Relationship Id="rId14" Type="http://schemas.openxmlformats.org/officeDocument/2006/relationships/customXml" Target="../ink/ink15.xml"/><Relationship Id="rId22" Type="http://schemas.openxmlformats.org/officeDocument/2006/relationships/customXml" Target="../ink/ink20.xml"/><Relationship Id="rId27" Type="http://schemas.openxmlformats.org/officeDocument/2006/relationships/customXml" Target="../ink/ink23.xml"/><Relationship Id="rId30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91852A8D-6F7B-47A7-A828-E4F6776B468C}"/>
              </a:ext>
            </a:extLst>
          </p:cNvPr>
          <p:cNvSpPr/>
          <p:nvPr/>
        </p:nvSpPr>
        <p:spPr>
          <a:xfrm>
            <a:off x="11460" y="-16649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Freeform 10"/>
          <p:cNvSpPr/>
          <p:nvPr/>
        </p:nvSpPr>
        <p:spPr>
          <a:xfrm>
            <a:off x="16100246" y="300172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Freeform 11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CF5908A-6B84-4CEB-A6A7-55E9D9F7FF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84" y="3714852"/>
            <a:ext cx="6379235" cy="5652419"/>
          </a:xfrm>
          <a:prstGeom prst="rect">
            <a:avLst/>
          </a:prstGeom>
        </p:spPr>
      </p:pic>
      <p:grpSp>
        <p:nvGrpSpPr>
          <p:cNvPr id="9" name="Group 3">
            <a:extLst>
              <a:ext uri="{FF2B5EF4-FFF2-40B4-BE49-F238E27FC236}">
                <a16:creationId xmlns:a16="http://schemas.microsoft.com/office/drawing/2014/main" id="{5C13E7F8-B6B9-42E7-83EE-48DB2653F262}"/>
              </a:ext>
            </a:extLst>
          </p:cNvPr>
          <p:cNvGrpSpPr/>
          <p:nvPr/>
        </p:nvGrpSpPr>
        <p:grpSpPr>
          <a:xfrm>
            <a:off x="685800" y="1170467"/>
            <a:ext cx="16230600" cy="1909230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44515BE3-62CD-425F-92DA-5B8EC0BA1337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3" name="TextBox 23">
            <a:extLst>
              <a:ext uri="{FF2B5EF4-FFF2-40B4-BE49-F238E27FC236}">
                <a16:creationId xmlns:a16="http://schemas.microsoft.com/office/drawing/2014/main" id="{84234020-4178-448A-A40F-92FD79581981}"/>
              </a:ext>
            </a:extLst>
          </p:cNvPr>
          <p:cNvSpPr txBox="1"/>
          <p:nvPr/>
        </p:nvSpPr>
        <p:spPr>
          <a:xfrm>
            <a:off x="1226265" y="1327530"/>
            <a:ext cx="15315597" cy="1169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자바 기반 산업현장 안전 통합 시스템 구축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72F50C04-4366-4B1C-BE18-A11911C8D20A}"/>
              </a:ext>
            </a:extLst>
          </p:cNvPr>
          <p:cNvGrpSpPr/>
          <p:nvPr/>
        </p:nvGrpSpPr>
        <p:grpSpPr>
          <a:xfrm>
            <a:off x="1288888" y="3773615"/>
            <a:ext cx="9754480" cy="1226976"/>
            <a:chOff x="0" y="0"/>
            <a:chExt cx="5920967" cy="696492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C18F07C8-C5A7-4926-9569-6A03208AF07B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8F67AE74-CCC9-4F2A-9214-42DBA50999E0}"/>
              </a:ext>
            </a:extLst>
          </p:cNvPr>
          <p:cNvSpPr txBox="1"/>
          <p:nvPr/>
        </p:nvSpPr>
        <p:spPr>
          <a:xfrm>
            <a:off x="1481333" y="4092150"/>
            <a:ext cx="9562035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4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서초구 실내 공기 모니터링 및 이용 </a:t>
            </a:r>
            <a:endParaRPr lang="en-US" sz="4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39F8A736-BBDE-419B-979C-B28CB3FE7AD1}"/>
              </a:ext>
            </a:extLst>
          </p:cNvPr>
          <p:cNvGrpSpPr/>
          <p:nvPr/>
        </p:nvGrpSpPr>
        <p:grpSpPr>
          <a:xfrm>
            <a:off x="2006229" y="7103189"/>
            <a:ext cx="7565454" cy="680104"/>
            <a:chOff x="0" y="0"/>
            <a:chExt cx="5920967" cy="696492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6F4200F1-38A9-48E7-B1CF-32729EE4C0C9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47221E3-66AC-4C1D-961C-19F1BFCC2E65}"/>
              </a:ext>
            </a:extLst>
          </p:cNvPr>
          <p:cNvSpPr txBox="1"/>
          <p:nvPr/>
        </p:nvSpPr>
        <p:spPr>
          <a:xfrm>
            <a:off x="2231184" y="7103189"/>
            <a:ext cx="73152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4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조      팀원 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지선영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,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김주희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,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윤상혁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,</a:t>
            </a:r>
            <a:r>
              <a:rPr lang="ko-KR" alt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장무옥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48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3786150" y="437749"/>
            <a:ext cx="9858444" cy="1909230"/>
            <a:chOff x="0" y="0"/>
            <a:chExt cx="5920967" cy="696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Freeform 6"/>
          <p:cNvSpPr/>
          <p:nvPr/>
        </p:nvSpPr>
        <p:spPr>
          <a:xfrm>
            <a:off x="13672560" y="92583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Freeform 7"/>
          <p:cNvSpPr/>
          <p:nvPr/>
        </p:nvSpPr>
        <p:spPr>
          <a:xfrm>
            <a:off x="3030010" y="-3849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7" y="0"/>
                </a:lnTo>
                <a:lnTo>
                  <a:pt x="573797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Freeform 8"/>
          <p:cNvSpPr/>
          <p:nvPr/>
        </p:nvSpPr>
        <p:spPr>
          <a:xfrm>
            <a:off x="-794909" y="0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>
                <a:moveTo>
                  <a:pt x="0" y="0"/>
                </a:moveTo>
                <a:lnTo>
                  <a:pt x="3927179" y="0"/>
                </a:lnTo>
                <a:lnTo>
                  <a:pt x="3927179" y="1392364"/>
                </a:lnTo>
                <a:lnTo>
                  <a:pt x="0" y="1392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Box 23"/>
          <p:cNvSpPr txBox="1"/>
          <p:nvPr/>
        </p:nvSpPr>
        <p:spPr>
          <a:xfrm>
            <a:off x="2373999" y="686657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en-US" sz="9000" dirty="0">
                <a:solidFill>
                  <a:srgbClr val="003EA8"/>
                </a:solidFill>
                <a:ea typeface="Arita Dotum Bold"/>
              </a:rPr>
              <a:t>         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순서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5040000" y="7143764"/>
            <a:ext cx="6480000" cy="720000"/>
            <a:chOff x="994708" y="7408663"/>
            <a:chExt cx="3770345" cy="1147670"/>
          </a:xfrm>
        </p:grpSpPr>
        <p:grpSp>
          <p:nvGrpSpPr>
            <p:cNvPr id="42" name="Group 12">
              <a:extLst>
                <a:ext uri="{FF2B5EF4-FFF2-40B4-BE49-F238E27FC236}">
                  <a16:creationId xmlns:a16="http://schemas.microsoft.com/office/drawing/2014/main" id="{57161350-0D73-4755-9B1D-189CD2E39274}"/>
                </a:ext>
              </a:extLst>
            </p:cNvPr>
            <p:cNvGrpSpPr/>
            <p:nvPr/>
          </p:nvGrpSpPr>
          <p:grpSpPr>
            <a:xfrm>
              <a:off x="994708" y="7408663"/>
              <a:ext cx="3770345" cy="1147670"/>
              <a:chOff x="0" y="-30105"/>
              <a:chExt cx="993013" cy="30226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3" name="Freeform 13">
                <a:extLst>
                  <a:ext uri="{FF2B5EF4-FFF2-40B4-BE49-F238E27FC236}">
                    <a16:creationId xmlns:a16="http://schemas.microsoft.com/office/drawing/2014/main" id="{02DD1ABB-39EE-4468-B291-B04B066E33C9}"/>
                  </a:ext>
                </a:extLst>
              </p:cNvPr>
              <p:cNvSpPr/>
              <p:nvPr/>
            </p:nvSpPr>
            <p:spPr>
              <a:xfrm>
                <a:off x="0" y="-30105"/>
                <a:ext cx="993013" cy="302267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14">
                <a:extLst>
                  <a:ext uri="{FF2B5EF4-FFF2-40B4-BE49-F238E27FC236}">
                    <a16:creationId xmlns:a16="http://schemas.microsoft.com/office/drawing/2014/main" id="{3EBED86E-7FB3-44D6-BE35-511E9280510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8DF39F-DED2-440B-92D6-EC7EC800CD9D}"/>
                </a:ext>
              </a:extLst>
            </p:cNvPr>
            <p:cNvSpPr txBox="1"/>
            <p:nvPr/>
          </p:nvSpPr>
          <p:spPr>
            <a:xfrm>
              <a:off x="1795331" y="7430547"/>
              <a:ext cx="2124760" cy="7886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프로젝트  결과물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5040000" y="2500294"/>
            <a:ext cx="6480000" cy="720000"/>
            <a:chOff x="1080394" y="2317292"/>
            <a:chExt cx="3770345" cy="1082005"/>
          </a:xfrm>
        </p:grpSpPr>
        <p:grpSp>
          <p:nvGrpSpPr>
            <p:cNvPr id="9" name="Group 9"/>
            <p:cNvGrpSpPr/>
            <p:nvPr/>
          </p:nvGrpSpPr>
          <p:grpSpPr>
            <a:xfrm>
              <a:off x="1080394" y="2317292"/>
              <a:ext cx="3770345" cy="1082005"/>
              <a:chOff x="0" y="-28575"/>
              <a:chExt cx="993013" cy="33465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93013" cy="306076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DF0A5980-DDD5-4997-A46B-7D4BD0019534}"/>
                </a:ext>
              </a:extLst>
            </p:cNvPr>
            <p:cNvSpPr txBox="1"/>
            <p:nvPr/>
          </p:nvSpPr>
          <p:spPr>
            <a:xfrm>
              <a:off x="1940513" y="2402885"/>
              <a:ext cx="1661350" cy="756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프로젝트  주제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5001899" y="4731235"/>
            <a:ext cx="6480000" cy="720001"/>
            <a:chOff x="1080396" y="3429650"/>
            <a:chExt cx="3770345" cy="1141861"/>
          </a:xfrm>
        </p:grpSpPr>
        <p:grpSp>
          <p:nvGrpSpPr>
            <p:cNvPr id="38" name="Group 9">
              <a:extLst>
                <a:ext uri="{FF2B5EF4-FFF2-40B4-BE49-F238E27FC236}">
                  <a16:creationId xmlns:a16="http://schemas.microsoft.com/office/drawing/2014/main" id="{2C303167-E48F-439F-9E42-1D0860570D5A}"/>
                </a:ext>
              </a:extLst>
            </p:cNvPr>
            <p:cNvGrpSpPr/>
            <p:nvPr/>
          </p:nvGrpSpPr>
          <p:grpSpPr>
            <a:xfrm>
              <a:off x="1080396" y="3429650"/>
              <a:ext cx="3770345" cy="1141861"/>
              <a:chOff x="0" y="-28575"/>
              <a:chExt cx="993013" cy="30073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Freeform 10">
                <a:extLst>
                  <a:ext uri="{FF2B5EF4-FFF2-40B4-BE49-F238E27FC236}">
                    <a16:creationId xmlns:a16="http://schemas.microsoft.com/office/drawing/2014/main" id="{A6393277-BA6A-4E63-8F4E-C1D5DD56CD18}"/>
                  </a:ext>
                </a:extLst>
              </p:cNvPr>
              <p:cNvSpPr/>
              <p:nvPr/>
            </p:nvSpPr>
            <p:spPr>
              <a:xfrm>
                <a:off x="0" y="0"/>
                <a:ext cx="993013" cy="272162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0" name="TextBox 11">
                <a:extLst>
                  <a:ext uri="{FF2B5EF4-FFF2-40B4-BE49-F238E27FC236}">
                    <a16:creationId xmlns:a16="http://schemas.microsoft.com/office/drawing/2014/main" id="{24B933F0-83A2-4086-B20C-3D01EC29B0D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1C849FB8-92CD-4D86-9B07-2911074A7521}"/>
                </a:ext>
              </a:extLst>
            </p:cNvPr>
            <p:cNvSpPr txBox="1"/>
            <p:nvPr/>
          </p:nvSpPr>
          <p:spPr>
            <a:xfrm>
              <a:off x="1385732" y="3483982"/>
              <a:ext cx="2940860" cy="7846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프로젝트  결과물 설계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5039999" y="3530998"/>
            <a:ext cx="6480000" cy="795595"/>
            <a:chOff x="1126966" y="4717912"/>
            <a:chExt cx="3770345" cy="1141861"/>
          </a:xfrm>
        </p:grpSpPr>
        <p:grpSp>
          <p:nvGrpSpPr>
            <p:cNvPr id="61" name="Group 12">
              <a:extLst>
                <a:ext uri="{FF2B5EF4-FFF2-40B4-BE49-F238E27FC236}">
                  <a16:creationId xmlns:a16="http://schemas.microsoft.com/office/drawing/2014/main" id="{8A7AA142-F15E-4CAA-9358-CE0BD7CE72FA}"/>
                </a:ext>
              </a:extLst>
            </p:cNvPr>
            <p:cNvGrpSpPr/>
            <p:nvPr/>
          </p:nvGrpSpPr>
          <p:grpSpPr>
            <a:xfrm>
              <a:off x="1126966" y="4717912"/>
              <a:ext cx="3770345" cy="1141861"/>
              <a:chOff x="0" y="-28575"/>
              <a:chExt cx="993013" cy="30073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Freeform 13">
                <a:extLst>
                  <a:ext uri="{FF2B5EF4-FFF2-40B4-BE49-F238E27FC236}">
                    <a16:creationId xmlns:a16="http://schemas.microsoft.com/office/drawing/2014/main" id="{78A69154-AC67-4789-9E91-B97C01990E72}"/>
                  </a:ext>
                </a:extLst>
              </p:cNvPr>
              <p:cNvSpPr/>
              <p:nvPr/>
            </p:nvSpPr>
            <p:spPr>
              <a:xfrm>
                <a:off x="0" y="0"/>
                <a:ext cx="993013" cy="272162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14">
                <a:extLst>
                  <a:ext uri="{FF2B5EF4-FFF2-40B4-BE49-F238E27FC236}">
                    <a16:creationId xmlns:a16="http://schemas.microsoft.com/office/drawing/2014/main" id="{788ABC02-D021-4E07-87A8-BCF35268831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68" name="TextBox 12">
              <a:extLst>
                <a:ext uri="{FF2B5EF4-FFF2-40B4-BE49-F238E27FC236}">
                  <a16:creationId xmlns:a16="http://schemas.microsoft.com/office/drawing/2014/main" id="{50362A43-2DBD-468B-AC24-1DEA17B91E68}"/>
                </a:ext>
              </a:extLst>
            </p:cNvPr>
            <p:cNvSpPr txBox="1"/>
            <p:nvPr/>
          </p:nvSpPr>
          <p:spPr>
            <a:xfrm>
              <a:off x="1370793" y="4890378"/>
              <a:ext cx="3282689" cy="710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              팀 구성 및 역할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5040000" y="6000756"/>
            <a:ext cx="6480000" cy="720000"/>
            <a:chOff x="1028697" y="6138054"/>
            <a:chExt cx="3770345" cy="1033365"/>
          </a:xfrm>
        </p:grpSpPr>
        <p:grpSp>
          <p:nvGrpSpPr>
            <p:cNvPr id="12" name="Group 12"/>
            <p:cNvGrpSpPr/>
            <p:nvPr/>
          </p:nvGrpSpPr>
          <p:grpSpPr>
            <a:xfrm>
              <a:off x="1028697" y="6138054"/>
              <a:ext cx="3770345" cy="1033365"/>
              <a:chOff x="0" y="0"/>
              <a:chExt cx="993013" cy="27216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93013" cy="272162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69" name="TextBox 12">
              <a:extLst>
                <a:ext uri="{FF2B5EF4-FFF2-40B4-BE49-F238E27FC236}">
                  <a16:creationId xmlns:a16="http://schemas.microsoft.com/office/drawing/2014/main" id="{C6178D33-791A-4103-9572-1A8EDE4DEB34}"/>
                </a:ext>
              </a:extLst>
            </p:cNvPr>
            <p:cNvSpPr txBox="1"/>
            <p:nvPr/>
          </p:nvSpPr>
          <p:spPr>
            <a:xfrm>
              <a:off x="1272524" y="6157467"/>
              <a:ext cx="3282689" cy="7225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테이블 설계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5040000" y="8477171"/>
            <a:ext cx="6480000" cy="743917"/>
            <a:chOff x="1028696" y="8638051"/>
            <a:chExt cx="3770345" cy="1185793"/>
          </a:xfrm>
        </p:grpSpPr>
        <p:grpSp>
          <p:nvGrpSpPr>
            <p:cNvPr id="80" name="Group 12">
              <a:extLst>
                <a:ext uri="{FF2B5EF4-FFF2-40B4-BE49-F238E27FC236}">
                  <a16:creationId xmlns:a16="http://schemas.microsoft.com/office/drawing/2014/main" id="{426AED5D-A64E-467E-8B68-B6935C053667}"/>
                </a:ext>
              </a:extLst>
            </p:cNvPr>
            <p:cNvGrpSpPr/>
            <p:nvPr/>
          </p:nvGrpSpPr>
          <p:grpSpPr>
            <a:xfrm>
              <a:off x="1028696" y="8676174"/>
              <a:ext cx="3770345" cy="1147670"/>
              <a:chOff x="0" y="-30105"/>
              <a:chExt cx="993013" cy="30226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Freeform 13">
                <a:extLst>
                  <a:ext uri="{FF2B5EF4-FFF2-40B4-BE49-F238E27FC236}">
                    <a16:creationId xmlns:a16="http://schemas.microsoft.com/office/drawing/2014/main" id="{8ACB2630-234E-4F42-B7AA-003F91562315}"/>
                  </a:ext>
                </a:extLst>
              </p:cNvPr>
              <p:cNvSpPr/>
              <p:nvPr/>
            </p:nvSpPr>
            <p:spPr>
              <a:xfrm>
                <a:off x="0" y="-30105"/>
                <a:ext cx="993013" cy="272162"/>
              </a:xfrm>
              <a:custGeom>
                <a:avLst/>
                <a:gdLst/>
                <a:ahLst/>
                <a:cxnLst/>
                <a:rect l="l" t="t" r="r" b="b"/>
                <a:pathLst>
                  <a:path w="993013" h="272162">
                    <a:moveTo>
                      <a:pt x="0" y="0"/>
                    </a:moveTo>
                    <a:lnTo>
                      <a:pt x="993013" y="0"/>
                    </a:lnTo>
                    <a:lnTo>
                      <a:pt x="993013" y="272162"/>
                    </a:lnTo>
                    <a:lnTo>
                      <a:pt x="0" y="2721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2" name="TextBox 14">
                <a:extLst>
                  <a:ext uri="{FF2B5EF4-FFF2-40B4-BE49-F238E27FC236}">
                    <a16:creationId xmlns:a16="http://schemas.microsoft.com/office/drawing/2014/main" id="{4B496DD4-F5D1-4C56-B651-5C6EEF74F29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93013" cy="3007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83" name="TextBox 12">
              <a:extLst>
                <a:ext uri="{FF2B5EF4-FFF2-40B4-BE49-F238E27FC236}">
                  <a16:creationId xmlns:a16="http://schemas.microsoft.com/office/drawing/2014/main" id="{73040D3C-0DEC-471D-AF32-E49C2E3A2FC6}"/>
                </a:ext>
              </a:extLst>
            </p:cNvPr>
            <p:cNvSpPr txBox="1"/>
            <p:nvPr/>
          </p:nvSpPr>
          <p:spPr>
            <a:xfrm>
              <a:off x="1851488" y="8638051"/>
              <a:ext cx="2124760" cy="7886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ko-KR" altLang="en-US" sz="2400" dirty="0">
                  <a:solidFill>
                    <a:srgbClr val="003EA8"/>
                  </a:solidFill>
                  <a:latin typeface="HY견고딕" pitchFamily="18" charset="-127"/>
                  <a:ea typeface="HY견고딕" pitchFamily="18" charset="-127"/>
                </a:rPr>
                <a:t>프로젝트 시연 및 질문</a:t>
              </a:r>
              <a:endParaRPr 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9" name="Group 9"/>
          <p:cNvGrpSpPr/>
          <p:nvPr/>
        </p:nvGrpSpPr>
        <p:grpSpPr>
          <a:xfrm>
            <a:off x="13001652" y="4929186"/>
            <a:ext cx="4791997" cy="4775719"/>
            <a:chOff x="0" y="0"/>
            <a:chExt cx="6389330" cy="6367625"/>
          </a:xfrm>
        </p:grpSpPr>
        <p:sp>
          <p:nvSpPr>
            <p:cNvPr id="50" name="Freeform 10"/>
            <p:cNvSpPr/>
            <p:nvPr/>
          </p:nvSpPr>
          <p:spPr>
            <a:xfrm>
              <a:off x="0" y="338421"/>
              <a:ext cx="6389330" cy="6029204"/>
            </a:xfrm>
            <a:custGeom>
              <a:avLst/>
              <a:gdLst/>
              <a:ahLst/>
              <a:cxnLst/>
              <a:rect l="l" t="t" r="r" b="b"/>
              <a:pathLst>
                <a:path w="6389330" h="6029204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Freeform 11"/>
            <p:cNvSpPr/>
            <p:nvPr/>
          </p:nvSpPr>
          <p:spPr>
            <a:xfrm rot="-203414">
              <a:off x="1228888" y="24588"/>
              <a:ext cx="868401" cy="1245020"/>
            </a:xfrm>
            <a:custGeom>
              <a:avLst/>
              <a:gdLst/>
              <a:ahLst/>
              <a:cxnLst/>
              <a:rect l="l" t="t" r="r" b="b"/>
              <a:pathLst>
                <a:path w="868401" h="1245020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 cstate="print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480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 dirty="0"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프로젝트 주제 선정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9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93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주제선정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07097" y="1385888"/>
            <a:ext cx="6450978" cy="13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179708-22F7-4B5A-BF9A-B24C81F3F58C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818" y="2357418"/>
            <a:ext cx="7200000" cy="60984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AC36C07-F6CE-4A89-BAE5-AF055C952BFF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863" y="2329854"/>
            <a:ext cx="7200000" cy="6098447"/>
          </a:xfrm>
          <a:prstGeom prst="rect">
            <a:avLst/>
          </a:prstGeom>
        </p:spPr>
      </p:pic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F678105F-34B3-4F7B-B9F5-B1DE20423B7F}"/>
              </a:ext>
            </a:extLst>
          </p:cNvPr>
          <p:cNvGrpSpPr/>
          <p:nvPr/>
        </p:nvGrpSpPr>
        <p:grpSpPr>
          <a:xfrm>
            <a:off x="1151112" y="1542147"/>
            <a:ext cx="6306963" cy="680104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18829E78-72FB-4D7B-946A-2FD6B9730489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664555" y="1672108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1.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실내에서의 오염원 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073E797-7F21-497A-B010-47C3D73365B0}"/>
              </a:ext>
            </a:extLst>
          </p:cNvPr>
          <p:cNvSpPr/>
          <p:nvPr/>
        </p:nvSpPr>
        <p:spPr>
          <a:xfrm>
            <a:off x="7271793" y="2767236"/>
            <a:ext cx="1499844" cy="413349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D2CFA8B-7E11-4883-A7AC-3EA7E9016716}"/>
              </a:ext>
            </a:extLst>
          </p:cNvPr>
          <p:cNvSpPr/>
          <p:nvPr/>
        </p:nvSpPr>
        <p:spPr>
          <a:xfrm>
            <a:off x="3383360" y="3055503"/>
            <a:ext cx="504056" cy="38715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936E465-B4AA-41D7-BA41-2D31F75750DA}"/>
              </a:ext>
            </a:extLst>
          </p:cNvPr>
          <p:cNvCxnSpPr/>
          <p:nvPr/>
        </p:nvCxnSpPr>
        <p:spPr>
          <a:xfrm>
            <a:off x="3527376" y="4711452"/>
            <a:ext cx="50405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E45C12E-0CBF-459F-9919-BC7BC2476C22}"/>
              </a:ext>
            </a:extLst>
          </p:cNvPr>
          <p:cNvSpPr/>
          <p:nvPr/>
        </p:nvSpPr>
        <p:spPr>
          <a:xfrm>
            <a:off x="15594599" y="3919364"/>
            <a:ext cx="1080120" cy="1224136"/>
          </a:xfrm>
          <a:prstGeom prst="round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5144792" y="5500690"/>
            <a:ext cx="1785950" cy="100013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80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0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93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주제선정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194619" y="1370693"/>
            <a:ext cx="6624736" cy="304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525417C-F019-4152-BC28-2CC2975E0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349397"/>
              </p:ext>
            </p:extLst>
          </p:nvPr>
        </p:nvGraphicFramePr>
        <p:xfrm>
          <a:off x="1971651" y="2460218"/>
          <a:ext cx="14344697" cy="625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673982204"/>
                    </a:ext>
                  </a:extLst>
                </a:gridCol>
                <a:gridCol w="11906296">
                  <a:extLst>
                    <a:ext uri="{9D8B030D-6E8A-4147-A177-3AD203B41FA5}">
                      <a16:colId xmlns:a16="http://schemas.microsoft.com/office/drawing/2014/main" val="3970508225"/>
                    </a:ext>
                  </a:extLst>
                </a:gridCol>
              </a:tblGrid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오 염 물 질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6" algn="l" latinLnBrk="1"/>
                      <a:r>
                        <a:rPr lang="ko-KR" altLang="en-US" sz="2400" dirty="0"/>
                        <a:t>주  요  건  강  영  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628425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미세먼지</a:t>
                      </a: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(PM10)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폐의 기능 약화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면역력 약화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219997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초미세먼지</a:t>
                      </a: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(PM2.5)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심각한 호흡곤란</a:t>
                      </a:r>
                      <a:r>
                        <a:rPr lang="en-US" altLang="ko-KR" dirty="0"/>
                        <a:t>,</a:t>
                      </a:r>
                      <a:r>
                        <a:rPr lang="en-US" altLang="ko-KR" baseline="0" dirty="0"/>
                        <a:t>  </a:t>
                      </a:r>
                      <a:r>
                        <a:rPr lang="ko-KR" altLang="en-US" baseline="0" dirty="0"/>
                        <a:t>오래 노출 시  심혈관 질환</a:t>
                      </a:r>
                      <a:r>
                        <a:rPr lang="en-US" altLang="ko-KR" baseline="0" dirty="0"/>
                        <a:t>, </a:t>
                      </a:r>
                      <a:r>
                        <a:rPr lang="ko-KR" altLang="en-US" baseline="0" dirty="0"/>
                        <a:t>호흡기 질환</a:t>
                      </a:r>
                      <a:r>
                        <a:rPr lang="en-US" altLang="ko-KR" baseline="0" dirty="0"/>
                        <a:t>, </a:t>
                      </a:r>
                      <a:r>
                        <a:rPr lang="ko-KR" altLang="en-US" baseline="0" dirty="0"/>
                        <a:t> 폐암증가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48728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휘발성유기화합물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호흡 피부로 통해 흡수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급성일 경우 호흡곤란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무기력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두통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구토 등을 초래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만성중독시 혈액장애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빈혈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468856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이산화탄소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호흡에 의해 생성 </a:t>
                      </a:r>
                      <a:endParaRPr lang="en-US" altLang="ko-KR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증가하면 산소량 부족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졸음 두통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현기증 등 발생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591810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온  </a:t>
                      </a: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·  </a:t>
                      </a:r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습도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60% </a:t>
                      </a:r>
                      <a:r>
                        <a:rPr lang="ko-KR" altLang="en-US" dirty="0"/>
                        <a:t>이상 시 땀 배출 이상</a:t>
                      </a:r>
                      <a:r>
                        <a:rPr lang="en-US" altLang="ko-KR" dirty="0"/>
                        <a:t>, 40%</a:t>
                      </a:r>
                      <a:r>
                        <a:rPr lang="ko-KR" altLang="en-US" dirty="0"/>
                        <a:t>이하 시 호흡기 질환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905358"/>
                  </a:ext>
                </a:extLst>
              </a:tr>
              <a:tr h="894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bg1"/>
                          </a:solidFill>
                        </a:rPr>
                        <a:t>소음</a:t>
                      </a:r>
                      <a:endParaRPr lang="en-US" altLang="ko-KR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소음으로 인해 피곤해지거나 긴장도가 높아지면 다른 사람들을 도와 주고 이해해주는 행동이 감소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불안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스트레스 두통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불안정 등 일반적인 정신과적 질환의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310575"/>
                  </a:ext>
                </a:extLst>
              </a:tr>
            </a:tbl>
          </a:graphicData>
        </a:graphic>
      </p:graphicFrame>
      <p:sp>
        <p:nvSpPr>
          <p:cNvPr id="8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4DB0930F-5C00-45E8-8681-3717296074E4}"/>
              </a:ext>
            </a:extLst>
          </p:cNvPr>
          <p:cNvGrpSpPr/>
          <p:nvPr/>
        </p:nvGrpSpPr>
        <p:grpSpPr>
          <a:xfrm>
            <a:off x="1151112" y="1542147"/>
            <a:ext cx="4206674" cy="680104"/>
            <a:chOff x="0" y="0"/>
            <a:chExt cx="5920967" cy="696492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B64DB2C4-E0DC-4320-AB62-EA5FFEA153FA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1120578" y="1664595"/>
            <a:ext cx="3143272" cy="340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오염물질과  건강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F0B005A-61B7-4979-9A28-C947CBA5A31E}"/>
              </a:ext>
            </a:extLst>
          </p:cNvPr>
          <p:cNvSpPr/>
          <p:nvPr/>
        </p:nvSpPr>
        <p:spPr>
          <a:xfrm>
            <a:off x="1971651" y="3343300"/>
            <a:ext cx="2419821" cy="537593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33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팀의 구성 및 역할분담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20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700224" y="657204"/>
            <a:ext cx="16776876" cy="1907038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689980" y="3096583"/>
            <a:ext cx="16776876" cy="6281493"/>
            <a:chOff x="1567053" y="-288145"/>
            <a:chExt cx="6120250" cy="2077651"/>
          </a:xfrm>
        </p:grpSpPr>
        <p:sp>
          <p:nvSpPr>
            <p:cNvPr id="7" name="Freeform 7"/>
            <p:cNvSpPr/>
            <p:nvPr/>
          </p:nvSpPr>
          <p:spPr>
            <a:xfrm>
              <a:off x="1567053" y="-288145"/>
              <a:ext cx="6120250" cy="2077651"/>
            </a:xfrm>
            <a:custGeom>
              <a:avLst/>
              <a:gdLst/>
              <a:ahLst/>
              <a:cxnLst/>
              <a:rect l="l" t="t" r="r" b="b"/>
              <a:pathLst>
                <a:path w="6120250" h="2077651">
                  <a:moveTo>
                    <a:pt x="0" y="0"/>
                  </a:moveTo>
                  <a:lnTo>
                    <a:pt x="6120250" y="0"/>
                  </a:lnTo>
                  <a:lnTo>
                    <a:pt x="6120250" y="2077651"/>
                  </a:lnTo>
                  <a:lnTo>
                    <a:pt x="0" y="2077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719396" y="5592023"/>
            <a:ext cx="1187825" cy="494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장무옥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70374" y="5622026"/>
            <a:ext cx="1266349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지선영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860207" y="5566102"/>
            <a:ext cx="1266349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윤상혁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662527" y="5535243"/>
            <a:ext cx="1266349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김주희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36300" y="913616"/>
            <a:ext cx="982052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팀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구성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및 역할 분담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3197869" y="3890010"/>
            <a:ext cx="85725" cy="82868"/>
            <a:chOff x="0" y="0"/>
            <a:chExt cx="114300" cy="110490"/>
          </a:xfrm>
        </p:grpSpPr>
        <p:sp>
          <p:nvSpPr>
            <p:cNvPr id="74" name="Freeform 74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1289997" y="6507480"/>
            <a:ext cx="111442" cy="108585"/>
            <a:chOff x="0" y="0"/>
            <a:chExt cx="148590" cy="144780"/>
          </a:xfrm>
        </p:grpSpPr>
        <p:sp>
          <p:nvSpPr>
            <p:cNvPr id="104" name="Freeform 104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1061397" y="6297930"/>
            <a:ext cx="85725" cy="82868"/>
            <a:chOff x="0" y="0"/>
            <a:chExt cx="114300" cy="110490"/>
          </a:xfrm>
        </p:grpSpPr>
        <p:sp>
          <p:nvSpPr>
            <p:cNvPr id="106" name="Freeform 106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404171" y="3606059"/>
            <a:ext cx="1771650" cy="2040255"/>
            <a:chOff x="0" y="0"/>
            <a:chExt cx="2362200" cy="2720340"/>
          </a:xfrm>
        </p:grpSpPr>
        <p:grpSp>
          <p:nvGrpSpPr>
            <p:cNvPr id="108" name="Group 108"/>
            <p:cNvGrpSpPr/>
            <p:nvPr/>
          </p:nvGrpSpPr>
          <p:grpSpPr>
            <a:xfrm>
              <a:off x="0" y="0"/>
              <a:ext cx="2362200" cy="2362200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63330" y="754431"/>
              <a:ext cx="534304" cy="524648"/>
              <a:chOff x="0" y="0"/>
              <a:chExt cx="210820" cy="20701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300192" y="760868"/>
              <a:ext cx="537523" cy="505336"/>
              <a:chOff x="0" y="0"/>
              <a:chExt cx="212090" cy="1993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57554" y="973302"/>
              <a:ext cx="614771" cy="527867"/>
              <a:chOff x="0" y="0"/>
              <a:chExt cx="242570" cy="20828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560906" y="950772"/>
              <a:ext cx="643740" cy="566491"/>
              <a:chOff x="0" y="0"/>
              <a:chExt cx="254000" cy="22352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1278165" y="829310"/>
              <a:ext cx="563880" cy="201930"/>
              <a:chOff x="0" y="0"/>
              <a:chExt cx="563880" cy="20193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436155" y="812800"/>
              <a:ext cx="584200" cy="205740"/>
              <a:chOff x="0" y="0"/>
              <a:chExt cx="584200" cy="20574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733335" y="1352550"/>
              <a:ext cx="890270" cy="209550"/>
              <a:chOff x="0" y="0"/>
              <a:chExt cx="890270" cy="20955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913040" y="2239010"/>
              <a:ext cx="344170" cy="345440"/>
              <a:chOff x="0" y="0"/>
              <a:chExt cx="344170" cy="34544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067980" y="2089150"/>
              <a:ext cx="563880" cy="603250"/>
              <a:chOff x="0" y="0"/>
              <a:chExt cx="563880" cy="60325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571410" y="2090420"/>
              <a:ext cx="543560" cy="629920"/>
              <a:chOff x="0" y="0"/>
              <a:chExt cx="543560" cy="62992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622210" y="2136140"/>
              <a:ext cx="402590" cy="527050"/>
              <a:chOff x="0" y="0"/>
              <a:chExt cx="402590" cy="52705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1156880" y="2150110"/>
              <a:ext cx="392430" cy="467360"/>
              <a:chOff x="0" y="0"/>
              <a:chExt cx="392430" cy="46736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909230" y="2279650"/>
              <a:ext cx="133350" cy="250190"/>
              <a:chOff x="0" y="0"/>
              <a:chExt cx="133350" cy="25019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1126400" y="2302510"/>
              <a:ext cx="129540" cy="222250"/>
              <a:chOff x="0" y="0"/>
              <a:chExt cx="129540" cy="22225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147990" y="2335530"/>
              <a:ext cx="186690" cy="132080"/>
              <a:chOff x="0" y="0"/>
              <a:chExt cx="186690" cy="13208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140370" y="2307590"/>
              <a:ext cx="170180" cy="157480"/>
              <a:chOff x="0" y="0"/>
              <a:chExt cx="170180" cy="15748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833030" y="2283460"/>
              <a:ext cx="190500" cy="203200"/>
              <a:chOff x="0" y="0"/>
              <a:chExt cx="190500" cy="2032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855890" y="2373630"/>
              <a:ext cx="148590" cy="180340"/>
              <a:chOff x="0" y="0"/>
              <a:chExt cx="148590" cy="18034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1140370" y="2274570"/>
              <a:ext cx="224790" cy="186690"/>
              <a:chOff x="0" y="0"/>
              <a:chExt cx="224790" cy="18669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1189900" y="2346960"/>
              <a:ext cx="191770" cy="143510"/>
              <a:chOff x="0" y="0"/>
              <a:chExt cx="191770" cy="14351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880020" y="2476500"/>
              <a:ext cx="224790" cy="196850"/>
              <a:chOff x="0" y="0"/>
              <a:chExt cx="224790" cy="19685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2050" y="2138680"/>
              <a:ext cx="452120" cy="557530"/>
              <a:chOff x="0" y="0"/>
              <a:chExt cx="452120" cy="55753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>
              <a:off x="1121320" y="2119630"/>
              <a:ext cx="490220" cy="548640"/>
              <a:chOff x="0" y="0"/>
              <a:chExt cx="490220" cy="548640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48B8B17-CEC7-460E-92FC-19E51E78BB2A}"/>
              </a:ext>
            </a:extLst>
          </p:cNvPr>
          <p:cNvGrpSpPr/>
          <p:nvPr/>
        </p:nvGrpSpPr>
        <p:grpSpPr>
          <a:xfrm>
            <a:off x="2123351" y="3244481"/>
            <a:ext cx="2069846" cy="2290762"/>
            <a:chOff x="3357758" y="3443892"/>
            <a:chExt cx="2069846" cy="2290762"/>
          </a:xfrm>
        </p:grpSpPr>
        <p:grpSp>
          <p:nvGrpSpPr>
            <p:cNvPr id="75" name="Group 75"/>
            <p:cNvGrpSpPr/>
            <p:nvPr/>
          </p:nvGrpSpPr>
          <p:grpSpPr>
            <a:xfrm>
              <a:off x="3357758" y="3443892"/>
              <a:ext cx="2069846" cy="2290762"/>
              <a:chOff x="0" y="0"/>
              <a:chExt cx="2759795" cy="3054350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0" y="770890"/>
                <a:ext cx="2362200" cy="2283460"/>
                <a:chOff x="0" y="0"/>
                <a:chExt cx="812800" cy="785707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0" y="0"/>
                  <a:ext cx="812800" cy="785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785707">
                      <a:moveTo>
                        <a:pt x="406400" y="0"/>
                      </a:moveTo>
                      <a:cubicBezTo>
                        <a:pt x="181951" y="0"/>
                        <a:pt x="0" y="175886"/>
                        <a:pt x="0" y="392853"/>
                      </a:cubicBezTo>
                      <a:cubicBezTo>
                        <a:pt x="0" y="609820"/>
                        <a:pt x="181951" y="785707"/>
                        <a:pt x="406400" y="785707"/>
                      </a:cubicBezTo>
                      <a:cubicBezTo>
                        <a:pt x="630849" y="785707"/>
                        <a:pt x="812800" y="609820"/>
                        <a:pt x="812800" y="392853"/>
                      </a:cubicBezTo>
                      <a:cubicBezTo>
                        <a:pt x="812800" y="175886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6200" y="45085"/>
                  <a:ext cx="660400" cy="66696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463330" y="1525321"/>
                <a:ext cx="534304" cy="524648"/>
                <a:chOff x="0" y="0"/>
                <a:chExt cx="210820" cy="207010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1" name="Group 81"/>
              <p:cNvGrpSpPr/>
              <p:nvPr/>
            </p:nvGrpSpPr>
            <p:grpSpPr>
              <a:xfrm>
                <a:off x="1300192" y="1531758"/>
                <a:ext cx="537523" cy="505336"/>
                <a:chOff x="0" y="0"/>
                <a:chExt cx="212090" cy="19939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3" name="Group 83"/>
              <p:cNvGrpSpPr/>
              <p:nvPr/>
            </p:nvGrpSpPr>
            <p:grpSpPr>
              <a:xfrm>
                <a:off x="678983" y="1911565"/>
                <a:ext cx="923766" cy="572928"/>
                <a:chOff x="0" y="0"/>
                <a:chExt cx="364490" cy="226060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157554" y="1744192"/>
                <a:ext cx="614771" cy="527867"/>
                <a:chOff x="0" y="0"/>
                <a:chExt cx="242570" cy="208280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1560906" y="1721662"/>
                <a:ext cx="643740" cy="566491"/>
                <a:chOff x="0" y="0"/>
                <a:chExt cx="254000" cy="223520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1390735" y="220980"/>
                <a:ext cx="880110" cy="656590"/>
                <a:chOff x="0" y="0"/>
                <a:chExt cx="880110" cy="65659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49530" y="48260"/>
                  <a:ext cx="784860" cy="557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860" h="557530">
                      <a:moveTo>
                        <a:pt x="10160" y="467360"/>
                      </a:moveTo>
                      <a:cubicBezTo>
                        <a:pt x="302260" y="35560"/>
                        <a:pt x="307340" y="29210"/>
                        <a:pt x="318770" y="20320"/>
                      </a:cubicBezTo>
                      <a:cubicBezTo>
                        <a:pt x="331470" y="11430"/>
                        <a:pt x="346710" y="0"/>
                        <a:pt x="361950" y="2540"/>
                      </a:cubicBezTo>
                      <a:cubicBezTo>
                        <a:pt x="381000" y="5080"/>
                        <a:pt x="411480" y="33020"/>
                        <a:pt x="420370" y="50800"/>
                      </a:cubicBezTo>
                      <a:cubicBezTo>
                        <a:pt x="426720" y="66040"/>
                        <a:pt x="421640" y="77470"/>
                        <a:pt x="421640" y="97790"/>
                      </a:cubicBezTo>
                      <a:cubicBezTo>
                        <a:pt x="422910" y="140970"/>
                        <a:pt x="444500" y="276860"/>
                        <a:pt x="422910" y="299720"/>
                      </a:cubicBezTo>
                      <a:cubicBezTo>
                        <a:pt x="411480" y="309880"/>
                        <a:pt x="374650" y="303530"/>
                        <a:pt x="373380" y="299720"/>
                      </a:cubicBezTo>
                      <a:cubicBezTo>
                        <a:pt x="370840" y="289560"/>
                        <a:pt x="532130" y="222250"/>
                        <a:pt x="590550" y="204470"/>
                      </a:cubicBezTo>
                      <a:cubicBezTo>
                        <a:pt x="627380" y="194310"/>
                        <a:pt x="656590" y="185420"/>
                        <a:pt x="684530" y="189230"/>
                      </a:cubicBezTo>
                      <a:cubicBezTo>
                        <a:pt x="708660" y="191770"/>
                        <a:pt x="731520" y="199390"/>
                        <a:pt x="746760" y="217170"/>
                      </a:cubicBezTo>
                      <a:cubicBezTo>
                        <a:pt x="767080" y="240030"/>
                        <a:pt x="775970" y="287020"/>
                        <a:pt x="779780" y="331470"/>
                      </a:cubicBezTo>
                      <a:cubicBezTo>
                        <a:pt x="784860" y="389890"/>
                        <a:pt x="777240" y="505460"/>
                        <a:pt x="759460" y="535940"/>
                      </a:cubicBezTo>
                      <a:cubicBezTo>
                        <a:pt x="751840" y="548640"/>
                        <a:pt x="741680" y="552450"/>
                        <a:pt x="731520" y="554990"/>
                      </a:cubicBezTo>
                      <a:cubicBezTo>
                        <a:pt x="721360" y="557530"/>
                        <a:pt x="708660" y="557530"/>
                        <a:pt x="698500" y="552450"/>
                      </a:cubicBezTo>
                      <a:cubicBezTo>
                        <a:pt x="685800" y="547370"/>
                        <a:pt x="670560" y="528320"/>
                        <a:pt x="666750" y="515620"/>
                      </a:cubicBezTo>
                      <a:cubicBezTo>
                        <a:pt x="662940" y="504190"/>
                        <a:pt x="664210" y="491490"/>
                        <a:pt x="670560" y="482600"/>
                      </a:cubicBezTo>
                      <a:cubicBezTo>
                        <a:pt x="676910" y="469900"/>
                        <a:pt x="694690" y="454660"/>
                        <a:pt x="708660" y="452120"/>
                      </a:cubicBezTo>
                      <a:cubicBezTo>
                        <a:pt x="723900" y="449580"/>
                        <a:pt x="745490" y="457200"/>
                        <a:pt x="755650" y="468630"/>
                      </a:cubicBezTo>
                      <a:cubicBezTo>
                        <a:pt x="765810" y="478790"/>
                        <a:pt x="770890" y="501650"/>
                        <a:pt x="768350" y="515620"/>
                      </a:cubicBezTo>
                      <a:cubicBezTo>
                        <a:pt x="767080" y="527050"/>
                        <a:pt x="759460" y="537210"/>
                        <a:pt x="751840" y="543560"/>
                      </a:cubicBezTo>
                      <a:cubicBezTo>
                        <a:pt x="742950" y="551180"/>
                        <a:pt x="730250" y="556260"/>
                        <a:pt x="720090" y="556260"/>
                      </a:cubicBezTo>
                      <a:cubicBezTo>
                        <a:pt x="709930" y="557530"/>
                        <a:pt x="697230" y="553720"/>
                        <a:pt x="688340" y="547370"/>
                      </a:cubicBezTo>
                      <a:cubicBezTo>
                        <a:pt x="679450" y="541020"/>
                        <a:pt x="671830" y="534670"/>
                        <a:pt x="668020" y="520700"/>
                      </a:cubicBezTo>
                      <a:cubicBezTo>
                        <a:pt x="656590" y="486410"/>
                        <a:pt x="680720" y="361950"/>
                        <a:pt x="674370" y="318770"/>
                      </a:cubicBezTo>
                      <a:cubicBezTo>
                        <a:pt x="671830" y="298450"/>
                        <a:pt x="656590" y="281940"/>
                        <a:pt x="661670" y="275590"/>
                      </a:cubicBezTo>
                      <a:cubicBezTo>
                        <a:pt x="666750" y="267970"/>
                        <a:pt x="709930" y="273050"/>
                        <a:pt x="711200" y="278130"/>
                      </a:cubicBezTo>
                      <a:cubicBezTo>
                        <a:pt x="712470" y="290830"/>
                        <a:pt x="483870" y="381000"/>
                        <a:pt x="417830" y="391160"/>
                      </a:cubicBezTo>
                      <a:cubicBezTo>
                        <a:pt x="386080" y="396240"/>
                        <a:pt x="361950" y="397510"/>
                        <a:pt x="345440" y="386080"/>
                      </a:cubicBezTo>
                      <a:cubicBezTo>
                        <a:pt x="330200" y="375920"/>
                        <a:pt x="326390" y="354330"/>
                        <a:pt x="321310" y="328930"/>
                      </a:cubicBezTo>
                      <a:cubicBezTo>
                        <a:pt x="312420" y="281940"/>
                        <a:pt x="316230" y="166370"/>
                        <a:pt x="322580" y="121920"/>
                      </a:cubicBezTo>
                      <a:cubicBezTo>
                        <a:pt x="325120" y="99060"/>
                        <a:pt x="325120" y="77470"/>
                        <a:pt x="335280" y="72390"/>
                      </a:cubicBezTo>
                      <a:cubicBezTo>
                        <a:pt x="346710" y="64770"/>
                        <a:pt x="387350" y="76200"/>
                        <a:pt x="391160" y="87630"/>
                      </a:cubicBezTo>
                      <a:cubicBezTo>
                        <a:pt x="396240" y="104140"/>
                        <a:pt x="347980" y="133350"/>
                        <a:pt x="317500" y="172720"/>
                      </a:cubicBezTo>
                      <a:cubicBezTo>
                        <a:pt x="260350" y="248920"/>
                        <a:pt x="125730" y="478790"/>
                        <a:pt x="83820" y="520700"/>
                      </a:cubicBezTo>
                      <a:cubicBezTo>
                        <a:pt x="72390" y="532130"/>
                        <a:pt x="67310" y="537210"/>
                        <a:pt x="57150" y="538480"/>
                      </a:cubicBezTo>
                      <a:cubicBezTo>
                        <a:pt x="45720" y="541020"/>
                        <a:pt x="25400" y="534670"/>
                        <a:pt x="16510" y="527050"/>
                      </a:cubicBezTo>
                      <a:cubicBezTo>
                        <a:pt x="7620" y="520700"/>
                        <a:pt x="2540" y="509270"/>
                        <a:pt x="1270" y="499110"/>
                      </a:cubicBezTo>
                      <a:cubicBezTo>
                        <a:pt x="0" y="488950"/>
                        <a:pt x="10160" y="467360"/>
                        <a:pt x="10160" y="46736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1" name="Group 91"/>
              <p:cNvGrpSpPr/>
              <p:nvPr/>
            </p:nvGrpSpPr>
            <p:grpSpPr>
              <a:xfrm>
                <a:off x="2025735" y="624840"/>
                <a:ext cx="595630" cy="748030"/>
                <a:chOff x="0" y="0"/>
                <a:chExt cx="595630" cy="748030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49530" y="45720"/>
                  <a:ext cx="497840" cy="6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40" h="654050">
                      <a:moveTo>
                        <a:pt x="99060" y="80010"/>
                      </a:moveTo>
                      <a:cubicBezTo>
                        <a:pt x="419100" y="2540"/>
                        <a:pt x="439420" y="0"/>
                        <a:pt x="455930" y="10160"/>
                      </a:cubicBezTo>
                      <a:cubicBezTo>
                        <a:pt x="473710" y="20320"/>
                        <a:pt x="492760" y="41910"/>
                        <a:pt x="494030" y="63500"/>
                      </a:cubicBezTo>
                      <a:cubicBezTo>
                        <a:pt x="497840" y="97790"/>
                        <a:pt x="459740" y="152400"/>
                        <a:pt x="433070" y="195580"/>
                      </a:cubicBezTo>
                      <a:cubicBezTo>
                        <a:pt x="406400" y="241300"/>
                        <a:pt x="369570" y="287020"/>
                        <a:pt x="331470" y="330200"/>
                      </a:cubicBezTo>
                      <a:cubicBezTo>
                        <a:pt x="290830" y="377190"/>
                        <a:pt x="237490" y="415290"/>
                        <a:pt x="198120" y="464820"/>
                      </a:cubicBezTo>
                      <a:cubicBezTo>
                        <a:pt x="157480" y="515620"/>
                        <a:pt x="124460" y="605790"/>
                        <a:pt x="92710" y="632460"/>
                      </a:cubicBezTo>
                      <a:cubicBezTo>
                        <a:pt x="77470" y="646430"/>
                        <a:pt x="62230" y="651510"/>
                        <a:pt x="48260" y="651510"/>
                      </a:cubicBezTo>
                      <a:cubicBezTo>
                        <a:pt x="36830" y="652780"/>
                        <a:pt x="25400" y="646430"/>
                        <a:pt x="17780" y="638810"/>
                      </a:cubicBezTo>
                      <a:cubicBezTo>
                        <a:pt x="10160" y="632460"/>
                        <a:pt x="2540" y="622300"/>
                        <a:pt x="1270" y="610870"/>
                      </a:cubicBezTo>
                      <a:cubicBezTo>
                        <a:pt x="0" y="596900"/>
                        <a:pt x="5080" y="575310"/>
                        <a:pt x="15240" y="565150"/>
                      </a:cubicBezTo>
                      <a:cubicBezTo>
                        <a:pt x="25400" y="554990"/>
                        <a:pt x="46990" y="547370"/>
                        <a:pt x="60960" y="549910"/>
                      </a:cubicBezTo>
                      <a:cubicBezTo>
                        <a:pt x="74930" y="552450"/>
                        <a:pt x="92710" y="567690"/>
                        <a:pt x="99060" y="580390"/>
                      </a:cubicBezTo>
                      <a:cubicBezTo>
                        <a:pt x="104140" y="589280"/>
                        <a:pt x="105410" y="601980"/>
                        <a:pt x="101600" y="612140"/>
                      </a:cubicBezTo>
                      <a:cubicBezTo>
                        <a:pt x="97790" y="624840"/>
                        <a:pt x="83820" y="643890"/>
                        <a:pt x="69850" y="648970"/>
                      </a:cubicBezTo>
                      <a:cubicBezTo>
                        <a:pt x="57150" y="654050"/>
                        <a:pt x="34290" y="648970"/>
                        <a:pt x="22860" y="642620"/>
                      </a:cubicBezTo>
                      <a:cubicBezTo>
                        <a:pt x="12700" y="637540"/>
                        <a:pt x="6350" y="626110"/>
                        <a:pt x="2540" y="615950"/>
                      </a:cubicBezTo>
                      <a:cubicBezTo>
                        <a:pt x="0" y="605790"/>
                        <a:pt x="0" y="595630"/>
                        <a:pt x="3810" y="582930"/>
                      </a:cubicBezTo>
                      <a:cubicBezTo>
                        <a:pt x="7620" y="566420"/>
                        <a:pt x="19050" y="548640"/>
                        <a:pt x="31750" y="527050"/>
                      </a:cubicBezTo>
                      <a:cubicBezTo>
                        <a:pt x="49530" y="497840"/>
                        <a:pt x="74930" y="461010"/>
                        <a:pt x="104140" y="424180"/>
                      </a:cubicBezTo>
                      <a:cubicBezTo>
                        <a:pt x="142240" y="378460"/>
                        <a:pt x="199390" y="331470"/>
                        <a:pt x="245110" y="274320"/>
                      </a:cubicBezTo>
                      <a:cubicBezTo>
                        <a:pt x="297180" y="209550"/>
                        <a:pt x="382270" y="48260"/>
                        <a:pt x="397510" y="52070"/>
                      </a:cubicBezTo>
                      <a:cubicBezTo>
                        <a:pt x="405130" y="54610"/>
                        <a:pt x="410210" y="88900"/>
                        <a:pt x="398780" y="102870"/>
                      </a:cubicBezTo>
                      <a:cubicBezTo>
                        <a:pt x="369570" y="138430"/>
                        <a:pt x="154940" y="182880"/>
                        <a:pt x="105410" y="168910"/>
                      </a:cubicBezTo>
                      <a:cubicBezTo>
                        <a:pt x="85090" y="162560"/>
                        <a:pt x="72390" y="144780"/>
                        <a:pt x="68580" y="132080"/>
                      </a:cubicBezTo>
                      <a:cubicBezTo>
                        <a:pt x="64770" y="121920"/>
                        <a:pt x="68580" y="109220"/>
                        <a:pt x="73660" y="100330"/>
                      </a:cubicBezTo>
                      <a:cubicBezTo>
                        <a:pt x="78740" y="91440"/>
                        <a:pt x="99060" y="80010"/>
                        <a:pt x="99060" y="8001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3" name="Group 93"/>
              <p:cNvGrpSpPr/>
              <p:nvPr/>
            </p:nvGrpSpPr>
            <p:grpSpPr>
              <a:xfrm>
                <a:off x="1361525" y="697230"/>
                <a:ext cx="835660" cy="665480"/>
                <a:chOff x="0" y="0"/>
                <a:chExt cx="835660" cy="66548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49530" y="50800"/>
                  <a:ext cx="739140" cy="56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9140" h="565150">
                      <a:moveTo>
                        <a:pt x="53340" y="0"/>
                      </a:moveTo>
                      <a:cubicBezTo>
                        <a:pt x="317500" y="123190"/>
                        <a:pt x="381000" y="168910"/>
                        <a:pt x="439420" y="210820"/>
                      </a:cubicBezTo>
                      <a:cubicBezTo>
                        <a:pt x="492760" y="251460"/>
                        <a:pt x="539750" y="289560"/>
                        <a:pt x="586740" y="335280"/>
                      </a:cubicBezTo>
                      <a:cubicBezTo>
                        <a:pt x="637540" y="382270"/>
                        <a:pt x="717550" y="450850"/>
                        <a:pt x="731520" y="490220"/>
                      </a:cubicBezTo>
                      <a:cubicBezTo>
                        <a:pt x="739140" y="509270"/>
                        <a:pt x="737870" y="525780"/>
                        <a:pt x="730250" y="538480"/>
                      </a:cubicBezTo>
                      <a:cubicBezTo>
                        <a:pt x="723900" y="551180"/>
                        <a:pt x="703580" y="562610"/>
                        <a:pt x="689610" y="563880"/>
                      </a:cubicBezTo>
                      <a:cubicBezTo>
                        <a:pt x="675640" y="565150"/>
                        <a:pt x="655320" y="554990"/>
                        <a:pt x="645160" y="544830"/>
                      </a:cubicBezTo>
                      <a:cubicBezTo>
                        <a:pt x="637540" y="537210"/>
                        <a:pt x="635000" y="524510"/>
                        <a:pt x="635000" y="514350"/>
                      </a:cubicBezTo>
                      <a:cubicBezTo>
                        <a:pt x="633730" y="504190"/>
                        <a:pt x="636270" y="491490"/>
                        <a:pt x="643890" y="482600"/>
                      </a:cubicBezTo>
                      <a:cubicBezTo>
                        <a:pt x="652780" y="472440"/>
                        <a:pt x="674370" y="462280"/>
                        <a:pt x="687070" y="462280"/>
                      </a:cubicBezTo>
                      <a:cubicBezTo>
                        <a:pt x="698500" y="461010"/>
                        <a:pt x="709930" y="466090"/>
                        <a:pt x="717550" y="472440"/>
                      </a:cubicBezTo>
                      <a:cubicBezTo>
                        <a:pt x="726440" y="480060"/>
                        <a:pt x="734060" y="490220"/>
                        <a:pt x="735330" y="500380"/>
                      </a:cubicBezTo>
                      <a:cubicBezTo>
                        <a:pt x="737870" y="514350"/>
                        <a:pt x="734060" y="537210"/>
                        <a:pt x="723900" y="547370"/>
                      </a:cubicBezTo>
                      <a:cubicBezTo>
                        <a:pt x="715010" y="557530"/>
                        <a:pt x="692150" y="565150"/>
                        <a:pt x="679450" y="563880"/>
                      </a:cubicBezTo>
                      <a:cubicBezTo>
                        <a:pt x="668020" y="563880"/>
                        <a:pt x="662940" y="558800"/>
                        <a:pt x="648970" y="549910"/>
                      </a:cubicBezTo>
                      <a:cubicBezTo>
                        <a:pt x="609600" y="520700"/>
                        <a:pt x="508000" y="397510"/>
                        <a:pt x="439420" y="336550"/>
                      </a:cubicBezTo>
                      <a:cubicBezTo>
                        <a:pt x="381000" y="285750"/>
                        <a:pt x="328930" y="247650"/>
                        <a:pt x="269240" y="207010"/>
                      </a:cubicBezTo>
                      <a:cubicBezTo>
                        <a:pt x="207010" y="166370"/>
                        <a:pt x="116840" y="114300"/>
                        <a:pt x="71120" y="96520"/>
                      </a:cubicBezTo>
                      <a:cubicBezTo>
                        <a:pt x="48260" y="87630"/>
                        <a:pt x="29210" y="92710"/>
                        <a:pt x="17780" y="82550"/>
                      </a:cubicBezTo>
                      <a:cubicBezTo>
                        <a:pt x="6350" y="71120"/>
                        <a:pt x="0" y="45720"/>
                        <a:pt x="1270" y="33020"/>
                      </a:cubicBezTo>
                      <a:cubicBezTo>
                        <a:pt x="3810" y="21590"/>
                        <a:pt x="12700" y="12700"/>
                        <a:pt x="21590" y="6350"/>
                      </a:cubicBezTo>
                      <a:cubicBezTo>
                        <a:pt x="30480" y="1270"/>
                        <a:pt x="53340" y="0"/>
                        <a:pt x="53340" y="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1741255" y="0"/>
                <a:ext cx="185420" cy="189230"/>
                <a:chOff x="0" y="0"/>
                <a:chExt cx="185420" cy="189230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2218775" y="172720"/>
                <a:ext cx="185420" cy="189230"/>
                <a:chOff x="0" y="0"/>
                <a:chExt cx="185420" cy="189230"/>
              </a:xfrm>
            </p:grpSpPr>
            <p:sp>
              <p:nvSpPr>
                <p:cNvPr id="98" name="Freeform 98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2574375" y="487680"/>
                <a:ext cx="185420" cy="189230"/>
                <a:chOff x="0" y="0"/>
                <a:chExt cx="185420" cy="189230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46990" y="48260"/>
                  <a:ext cx="8636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60" h="90170">
                      <a:moveTo>
                        <a:pt x="86360" y="31750"/>
                      </a:moveTo>
                      <a:cubicBezTo>
                        <a:pt x="74930" y="78740"/>
                        <a:pt x="68580" y="82550"/>
                        <a:pt x="62230" y="85090"/>
                      </a:cubicBezTo>
                      <a:cubicBezTo>
                        <a:pt x="55880" y="87630"/>
                        <a:pt x="49530" y="90170"/>
                        <a:pt x="41910" y="88900"/>
                      </a:cubicBezTo>
                      <a:cubicBezTo>
                        <a:pt x="31750" y="86360"/>
                        <a:pt x="12700" y="77470"/>
                        <a:pt x="6350" y="67310"/>
                      </a:cubicBezTo>
                      <a:cubicBezTo>
                        <a:pt x="0" y="57150"/>
                        <a:pt x="1270" y="36830"/>
                        <a:pt x="3810" y="26670"/>
                      </a:cubicBezTo>
                      <a:cubicBezTo>
                        <a:pt x="6350" y="19050"/>
                        <a:pt x="10160" y="13970"/>
                        <a:pt x="16510" y="8890"/>
                      </a:cubicBezTo>
                      <a:cubicBezTo>
                        <a:pt x="26670" y="3810"/>
                        <a:pt x="46990" y="0"/>
                        <a:pt x="57150" y="2540"/>
                      </a:cubicBezTo>
                      <a:cubicBezTo>
                        <a:pt x="64770" y="3810"/>
                        <a:pt x="76200" y="12700"/>
                        <a:pt x="76200" y="1270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1" name="Group 101"/>
              <p:cNvGrpSpPr/>
              <p:nvPr/>
            </p:nvGrpSpPr>
            <p:grpSpPr>
              <a:xfrm>
                <a:off x="1465665" y="412750"/>
                <a:ext cx="1036320" cy="867410"/>
                <a:chOff x="0" y="0"/>
                <a:chExt cx="1036320" cy="867410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50800" y="50800"/>
                  <a:ext cx="943610" cy="765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610" h="765810">
                      <a:moveTo>
                        <a:pt x="0" y="311150"/>
                      </a:moveTo>
                      <a:cubicBezTo>
                        <a:pt x="1270" y="303530"/>
                        <a:pt x="1270" y="299720"/>
                        <a:pt x="1270" y="299720"/>
                      </a:cubicBezTo>
                      <a:cubicBezTo>
                        <a:pt x="1270" y="299720"/>
                        <a:pt x="2540" y="295910"/>
                        <a:pt x="3810" y="293370"/>
                      </a:cubicBezTo>
                      <a:cubicBezTo>
                        <a:pt x="3810" y="292100"/>
                        <a:pt x="5080" y="288290"/>
                        <a:pt x="5080" y="288290"/>
                      </a:cubicBezTo>
                      <a:cubicBezTo>
                        <a:pt x="5080" y="288290"/>
                        <a:pt x="6350" y="256540"/>
                        <a:pt x="10160" y="241300"/>
                      </a:cubicBezTo>
                      <a:cubicBezTo>
                        <a:pt x="15240" y="223520"/>
                        <a:pt x="26670" y="207010"/>
                        <a:pt x="35560" y="190500"/>
                      </a:cubicBezTo>
                      <a:cubicBezTo>
                        <a:pt x="44450" y="176530"/>
                        <a:pt x="54610" y="163830"/>
                        <a:pt x="63500" y="151130"/>
                      </a:cubicBezTo>
                      <a:cubicBezTo>
                        <a:pt x="73660" y="137160"/>
                        <a:pt x="82550" y="123190"/>
                        <a:pt x="92710" y="110490"/>
                      </a:cubicBezTo>
                      <a:cubicBezTo>
                        <a:pt x="105410" y="95250"/>
                        <a:pt x="118110" y="77470"/>
                        <a:pt x="133350" y="64770"/>
                      </a:cubicBezTo>
                      <a:cubicBezTo>
                        <a:pt x="147320" y="54610"/>
                        <a:pt x="175260" y="41910"/>
                        <a:pt x="179070" y="41910"/>
                      </a:cubicBezTo>
                      <a:cubicBezTo>
                        <a:pt x="180340" y="41910"/>
                        <a:pt x="179070" y="40640"/>
                        <a:pt x="179070" y="39370"/>
                      </a:cubicBezTo>
                      <a:cubicBezTo>
                        <a:pt x="180340" y="38100"/>
                        <a:pt x="181610" y="33020"/>
                        <a:pt x="182880" y="29210"/>
                      </a:cubicBezTo>
                      <a:cubicBezTo>
                        <a:pt x="184150" y="25400"/>
                        <a:pt x="185420" y="22860"/>
                        <a:pt x="187960" y="19050"/>
                      </a:cubicBezTo>
                      <a:cubicBezTo>
                        <a:pt x="189230" y="16510"/>
                        <a:pt x="191770" y="13970"/>
                        <a:pt x="194310" y="11430"/>
                      </a:cubicBezTo>
                      <a:cubicBezTo>
                        <a:pt x="198120" y="8890"/>
                        <a:pt x="200660" y="6350"/>
                        <a:pt x="204470" y="5080"/>
                      </a:cubicBezTo>
                      <a:cubicBezTo>
                        <a:pt x="207010" y="3810"/>
                        <a:pt x="210820" y="2540"/>
                        <a:pt x="214630" y="1270"/>
                      </a:cubicBezTo>
                      <a:cubicBezTo>
                        <a:pt x="218440" y="0"/>
                        <a:pt x="222250" y="0"/>
                        <a:pt x="224790" y="0"/>
                      </a:cubicBezTo>
                      <a:cubicBezTo>
                        <a:pt x="228600" y="0"/>
                        <a:pt x="232410" y="1270"/>
                        <a:pt x="236220" y="1270"/>
                      </a:cubicBezTo>
                      <a:cubicBezTo>
                        <a:pt x="240030" y="2540"/>
                        <a:pt x="242570" y="3810"/>
                        <a:pt x="246380" y="5080"/>
                      </a:cubicBezTo>
                      <a:cubicBezTo>
                        <a:pt x="250190" y="7620"/>
                        <a:pt x="252730" y="8890"/>
                        <a:pt x="255270" y="11430"/>
                      </a:cubicBezTo>
                      <a:cubicBezTo>
                        <a:pt x="257810" y="13970"/>
                        <a:pt x="260350" y="17780"/>
                        <a:pt x="262890" y="20320"/>
                      </a:cubicBezTo>
                      <a:cubicBezTo>
                        <a:pt x="264160" y="22860"/>
                        <a:pt x="266700" y="26670"/>
                        <a:pt x="267970" y="30480"/>
                      </a:cubicBezTo>
                      <a:cubicBezTo>
                        <a:pt x="269240" y="33020"/>
                        <a:pt x="269240" y="36830"/>
                        <a:pt x="270510" y="40640"/>
                      </a:cubicBezTo>
                      <a:cubicBezTo>
                        <a:pt x="271780" y="46990"/>
                        <a:pt x="270510" y="57150"/>
                        <a:pt x="273050" y="67310"/>
                      </a:cubicBezTo>
                      <a:cubicBezTo>
                        <a:pt x="276860" y="81280"/>
                        <a:pt x="290830" y="100330"/>
                        <a:pt x="293370" y="111760"/>
                      </a:cubicBezTo>
                      <a:cubicBezTo>
                        <a:pt x="294640" y="119380"/>
                        <a:pt x="290830" y="127000"/>
                        <a:pt x="293370" y="129540"/>
                      </a:cubicBezTo>
                      <a:cubicBezTo>
                        <a:pt x="297180" y="132080"/>
                        <a:pt x="307340" y="124460"/>
                        <a:pt x="317500" y="121920"/>
                      </a:cubicBezTo>
                      <a:cubicBezTo>
                        <a:pt x="331470" y="119380"/>
                        <a:pt x="354330" y="114300"/>
                        <a:pt x="373380" y="118110"/>
                      </a:cubicBezTo>
                      <a:cubicBezTo>
                        <a:pt x="396240" y="123190"/>
                        <a:pt x="426720" y="153670"/>
                        <a:pt x="445770" y="154940"/>
                      </a:cubicBezTo>
                      <a:cubicBezTo>
                        <a:pt x="457200" y="154940"/>
                        <a:pt x="467360" y="144780"/>
                        <a:pt x="476250" y="142240"/>
                      </a:cubicBezTo>
                      <a:cubicBezTo>
                        <a:pt x="482600" y="140970"/>
                        <a:pt x="490220" y="142240"/>
                        <a:pt x="492760" y="139700"/>
                      </a:cubicBezTo>
                      <a:cubicBezTo>
                        <a:pt x="494030" y="138430"/>
                        <a:pt x="491490" y="135890"/>
                        <a:pt x="492760" y="132080"/>
                      </a:cubicBezTo>
                      <a:cubicBezTo>
                        <a:pt x="494030" y="124460"/>
                        <a:pt x="506730" y="101600"/>
                        <a:pt x="509270" y="95250"/>
                      </a:cubicBezTo>
                      <a:cubicBezTo>
                        <a:pt x="510540" y="92710"/>
                        <a:pt x="510540" y="91440"/>
                        <a:pt x="511810" y="90170"/>
                      </a:cubicBezTo>
                      <a:cubicBezTo>
                        <a:pt x="513080" y="87630"/>
                        <a:pt x="514350" y="85090"/>
                        <a:pt x="514350" y="85090"/>
                      </a:cubicBezTo>
                      <a:cubicBezTo>
                        <a:pt x="514350" y="83820"/>
                        <a:pt x="516890" y="81280"/>
                        <a:pt x="518160" y="80010"/>
                      </a:cubicBezTo>
                      <a:cubicBezTo>
                        <a:pt x="519430" y="78740"/>
                        <a:pt x="521970" y="76200"/>
                        <a:pt x="521970" y="76200"/>
                      </a:cubicBezTo>
                      <a:cubicBezTo>
                        <a:pt x="521970" y="76200"/>
                        <a:pt x="525780" y="73660"/>
                        <a:pt x="527050" y="72390"/>
                      </a:cubicBezTo>
                      <a:cubicBezTo>
                        <a:pt x="528320" y="71120"/>
                        <a:pt x="532130" y="69850"/>
                        <a:pt x="532130" y="69850"/>
                      </a:cubicBezTo>
                      <a:cubicBezTo>
                        <a:pt x="532130" y="69850"/>
                        <a:pt x="535940" y="68580"/>
                        <a:pt x="537210" y="67310"/>
                      </a:cubicBezTo>
                      <a:cubicBezTo>
                        <a:pt x="538480" y="66040"/>
                        <a:pt x="542290" y="64770"/>
                        <a:pt x="542290" y="64770"/>
                      </a:cubicBezTo>
                      <a:cubicBezTo>
                        <a:pt x="542290" y="64770"/>
                        <a:pt x="546100" y="64770"/>
                        <a:pt x="548640" y="64770"/>
                      </a:cubicBezTo>
                      <a:cubicBezTo>
                        <a:pt x="549910" y="64770"/>
                        <a:pt x="553720" y="63500"/>
                        <a:pt x="553720" y="63500"/>
                      </a:cubicBezTo>
                      <a:cubicBezTo>
                        <a:pt x="553720" y="63500"/>
                        <a:pt x="557530" y="64770"/>
                        <a:pt x="560070" y="64770"/>
                      </a:cubicBezTo>
                      <a:cubicBezTo>
                        <a:pt x="561340" y="64770"/>
                        <a:pt x="565150" y="64770"/>
                        <a:pt x="565150" y="64770"/>
                      </a:cubicBezTo>
                      <a:cubicBezTo>
                        <a:pt x="565150" y="64770"/>
                        <a:pt x="568960" y="66040"/>
                        <a:pt x="570230" y="67310"/>
                      </a:cubicBezTo>
                      <a:cubicBezTo>
                        <a:pt x="572770" y="68580"/>
                        <a:pt x="575310" y="69850"/>
                        <a:pt x="576580" y="69850"/>
                      </a:cubicBezTo>
                      <a:cubicBezTo>
                        <a:pt x="576580" y="69850"/>
                        <a:pt x="579120" y="71120"/>
                        <a:pt x="580390" y="72390"/>
                      </a:cubicBezTo>
                      <a:cubicBezTo>
                        <a:pt x="582930" y="73660"/>
                        <a:pt x="585470" y="76200"/>
                        <a:pt x="585470" y="76200"/>
                      </a:cubicBezTo>
                      <a:cubicBezTo>
                        <a:pt x="585470" y="76200"/>
                        <a:pt x="588010" y="78740"/>
                        <a:pt x="589280" y="80010"/>
                      </a:cubicBezTo>
                      <a:cubicBezTo>
                        <a:pt x="590550" y="81280"/>
                        <a:pt x="593090" y="83820"/>
                        <a:pt x="593090" y="83820"/>
                      </a:cubicBezTo>
                      <a:cubicBezTo>
                        <a:pt x="593090" y="85090"/>
                        <a:pt x="594360" y="87630"/>
                        <a:pt x="595630" y="88900"/>
                      </a:cubicBezTo>
                      <a:cubicBezTo>
                        <a:pt x="596900" y="91440"/>
                        <a:pt x="598170" y="93980"/>
                        <a:pt x="598170" y="93980"/>
                      </a:cubicBezTo>
                      <a:cubicBezTo>
                        <a:pt x="598170" y="95250"/>
                        <a:pt x="599440" y="97790"/>
                        <a:pt x="599440" y="100330"/>
                      </a:cubicBezTo>
                      <a:cubicBezTo>
                        <a:pt x="600710" y="101600"/>
                        <a:pt x="600710" y="105410"/>
                        <a:pt x="600710" y="105410"/>
                      </a:cubicBezTo>
                      <a:cubicBezTo>
                        <a:pt x="600710" y="105410"/>
                        <a:pt x="600710" y="109220"/>
                        <a:pt x="600710" y="111760"/>
                      </a:cubicBezTo>
                      <a:cubicBezTo>
                        <a:pt x="600710" y="113030"/>
                        <a:pt x="600710" y="116840"/>
                        <a:pt x="600710" y="116840"/>
                      </a:cubicBezTo>
                      <a:cubicBezTo>
                        <a:pt x="600710" y="116840"/>
                        <a:pt x="600710" y="121920"/>
                        <a:pt x="599440" y="123190"/>
                      </a:cubicBezTo>
                      <a:cubicBezTo>
                        <a:pt x="599440" y="123190"/>
                        <a:pt x="599440" y="124460"/>
                        <a:pt x="599440" y="124460"/>
                      </a:cubicBezTo>
                      <a:cubicBezTo>
                        <a:pt x="600710" y="125730"/>
                        <a:pt x="605790" y="123190"/>
                        <a:pt x="610870" y="123190"/>
                      </a:cubicBezTo>
                      <a:cubicBezTo>
                        <a:pt x="623570" y="124460"/>
                        <a:pt x="661670" y="129540"/>
                        <a:pt x="678180" y="142240"/>
                      </a:cubicBezTo>
                      <a:cubicBezTo>
                        <a:pt x="689610" y="151130"/>
                        <a:pt x="697230" y="166370"/>
                        <a:pt x="701040" y="181610"/>
                      </a:cubicBezTo>
                      <a:cubicBezTo>
                        <a:pt x="706120" y="196850"/>
                        <a:pt x="703580" y="215900"/>
                        <a:pt x="699770" y="231140"/>
                      </a:cubicBezTo>
                      <a:cubicBezTo>
                        <a:pt x="695960" y="246380"/>
                        <a:pt x="692150" y="260350"/>
                        <a:pt x="681990" y="273050"/>
                      </a:cubicBezTo>
                      <a:cubicBezTo>
                        <a:pt x="669290" y="288290"/>
                        <a:pt x="626110" y="311150"/>
                        <a:pt x="624840" y="311150"/>
                      </a:cubicBezTo>
                      <a:cubicBezTo>
                        <a:pt x="624840" y="311150"/>
                        <a:pt x="624840" y="341630"/>
                        <a:pt x="624840" y="350520"/>
                      </a:cubicBezTo>
                      <a:cubicBezTo>
                        <a:pt x="624840" y="354330"/>
                        <a:pt x="624840" y="356870"/>
                        <a:pt x="624840" y="359410"/>
                      </a:cubicBezTo>
                      <a:cubicBezTo>
                        <a:pt x="626110" y="364490"/>
                        <a:pt x="631190" y="373380"/>
                        <a:pt x="633730" y="374650"/>
                      </a:cubicBezTo>
                      <a:cubicBezTo>
                        <a:pt x="635000" y="374650"/>
                        <a:pt x="636270" y="370840"/>
                        <a:pt x="637540" y="369570"/>
                      </a:cubicBezTo>
                      <a:cubicBezTo>
                        <a:pt x="638810" y="368300"/>
                        <a:pt x="640080" y="369570"/>
                        <a:pt x="641350" y="368300"/>
                      </a:cubicBezTo>
                      <a:cubicBezTo>
                        <a:pt x="642620" y="367030"/>
                        <a:pt x="641350" y="364490"/>
                        <a:pt x="642620" y="361950"/>
                      </a:cubicBezTo>
                      <a:cubicBezTo>
                        <a:pt x="648970" y="354330"/>
                        <a:pt x="681990" y="332740"/>
                        <a:pt x="699770" y="326390"/>
                      </a:cubicBezTo>
                      <a:cubicBezTo>
                        <a:pt x="715010" y="322580"/>
                        <a:pt x="731520" y="327660"/>
                        <a:pt x="744220" y="323850"/>
                      </a:cubicBezTo>
                      <a:cubicBezTo>
                        <a:pt x="753110" y="321310"/>
                        <a:pt x="762000" y="313690"/>
                        <a:pt x="767080" y="311150"/>
                      </a:cubicBezTo>
                      <a:cubicBezTo>
                        <a:pt x="769620" y="309880"/>
                        <a:pt x="770890" y="309880"/>
                        <a:pt x="772160" y="308610"/>
                      </a:cubicBezTo>
                      <a:cubicBezTo>
                        <a:pt x="774700" y="308610"/>
                        <a:pt x="778510" y="306070"/>
                        <a:pt x="778510" y="306070"/>
                      </a:cubicBezTo>
                      <a:cubicBezTo>
                        <a:pt x="778510" y="306070"/>
                        <a:pt x="782320" y="306070"/>
                        <a:pt x="783590" y="304800"/>
                      </a:cubicBezTo>
                      <a:cubicBezTo>
                        <a:pt x="786130" y="304800"/>
                        <a:pt x="789940" y="303530"/>
                        <a:pt x="789940" y="303530"/>
                      </a:cubicBezTo>
                      <a:cubicBezTo>
                        <a:pt x="789940" y="303530"/>
                        <a:pt x="793750" y="304800"/>
                        <a:pt x="796290" y="304800"/>
                      </a:cubicBezTo>
                      <a:cubicBezTo>
                        <a:pt x="797560" y="304800"/>
                        <a:pt x="802640" y="304800"/>
                        <a:pt x="802640" y="304800"/>
                      </a:cubicBezTo>
                      <a:cubicBezTo>
                        <a:pt x="802640" y="304800"/>
                        <a:pt x="806450" y="306070"/>
                        <a:pt x="807720" y="306070"/>
                      </a:cubicBezTo>
                      <a:cubicBezTo>
                        <a:pt x="810260" y="307340"/>
                        <a:pt x="814070" y="307340"/>
                        <a:pt x="814070" y="307340"/>
                      </a:cubicBezTo>
                      <a:cubicBezTo>
                        <a:pt x="814070" y="308610"/>
                        <a:pt x="817880" y="309880"/>
                        <a:pt x="819150" y="311150"/>
                      </a:cubicBezTo>
                      <a:cubicBezTo>
                        <a:pt x="820420" y="312420"/>
                        <a:pt x="821690" y="313690"/>
                        <a:pt x="824230" y="313690"/>
                      </a:cubicBezTo>
                      <a:cubicBezTo>
                        <a:pt x="828040" y="313690"/>
                        <a:pt x="835660" y="304800"/>
                        <a:pt x="844550" y="304800"/>
                      </a:cubicBezTo>
                      <a:cubicBezTo>
                        <a:pt x="863600" y="303530"/>
                        <a:pt x="922020" y="316230"/>
                        <a:pt x="933450" y="335280"/>
                      </a:cubicBezTo>
                      <a:cubicBezTo>
                        <a:pt x="943610" y="350520"/>
                        <a:pt x="937260" y="381000"/>
                        <a:pt x="928370" y="396240"/>
                      </a:cubicBezTo>
                      <a:cubicBezTo>
                        <a:pt x="919480" y="410210"/>
                        <a:pt x="900430" y="417830"/>
                        <a:pt x="883920" y="427990"/>
                      </a:cubicBezTo>
                      <a:cubicBezTo>
                        <a:pt x="864870" y="438150"/>
                        <a:pt x="821690" y="450850"/>
                        <a:pt x="820420" y="455930"/>
                      </a:cubicBezTo>
                      <a:cubicBezTo>
                        <a:pt x="819150" y="457200"/>
                        <a:pt x="820420" y="458470"/>
                        <a:pt x="821690" y="458470"/>
                      </a:cubicBezTo>
                      <a:cubicBezTo>
                        <a:pt x="821690" y="461010"/>
                        <a:pt x="824230" y="464820"/>
                        <a:pt x="824230" y="464820"/>
                      </a:cubicBezTo>
                      <a:cubicBezTo>
                        <a:pt x="824230" y="464820"/>
                        <a:pt x="825500" y="468630"/>
                        <a:pt x="825500" y="471170"/>
                      </a:cubicBezTo>
                      <a:cubicBezTo>
                        <a:pt x="826770" y="472440"/>
                        <a:pt x="826770" y="476250"/>
                        <a:pt x="826770" y="476250"/>
                      </a:cubicBezTo>
                      <a:cubicBezTo>
                        <a:pt x="826770" y="476250"/>
                        <a:pt x="826770" y="481330"/>
                        <a:pt x="826770" y="482600"/>
                      </a:cubicBezTo>
                      <a:cubicBezTo>
                        <a:pt x="826770" y="485140"/>
                        <a:pt x="826770" y="488950"/>
                        <a:pt x="826770" y="488950"/>
                      </a:cubicBezTo>
                      <a:cubicBezTo>
                        <a:pt x="826770" y="488950"/>
                        <a:pt x="825500" y="492760"/>
                        <a:pt x="825500" y="495300"/>
                      </a:cubicBezTo>
                      <a:cubicBezTo>
                        <a:pt x="825500" y="496570"/>
                        <a:pt x="824230" y="501650"/>
                        <a:pt x="824230" y="501650"/>
                      </a:cubicBezTo>
                      <a:cubicBezTo>
                        <a:pt x="824230" y="501650"/>
                        <a:pt x="821690" y="504190"/>
                        <a:pt x="821690" y="506730"/>
                      </a:cubicBezTo>
                      <a:cubicBezTo>
                        <a:pt x="820420" y="508000"/>
                        <a:pt x="817880" y="511810"/>
                        <a:pt x="817880" y="511810"/>
                      </a:cubicBezTo>
                      <a:cubicBezTo>
                        <a:pt x="817880" y="511810"/>
                        <a:pt x="815340" y="515620"/>
                        <a:pt x="814070" y="516890"/>
                      </a:cubicBezTo>
                      <a:cubicBezTo>
                        <a:pt x="812800" y="518160"/>
                        <a:pt x="810260" y="520700"/>
                        <a:pt x="810260" y="520700"/>
                      </a:cubicBezTo>
                      <a:cubicBezTo>
                        <a:pt x="810260" y="521970"/>
                        <a:pt x="810260" y="521970"/>
                        <a:pt x="810260" y="521970"/>
                      </a:cubicBezTo>
                      <a:cubicBezTo>
                        <a:pt x="810260" y="521970"/>
                        <a:pt x="806450" y="523240"/>
                        <a:pt x="805180" y="524510"/>
                      </a:cubicBezTo>
                      <a:cubicBezTo>
                        <a:pt x="802640" y="525780"/>
                        <a:pt x="800100" y="528320"/>
                        <a:pt x="800100" y="528320"/>
                      </a:cubicBezTo>
                      <a:cubicBezTo>
                        <a:pt x="800100" y="528320"/>
                        <a:pt x="796290" y="529590"/>
                        <a:pt x="793750" y="530860"/>
                      </a:cubicBezTo>
                      <a:cubicBezTo>
                        <a:pt x="792480" y="530860"/>
                        <a:pt x="788670" y="532130"/>
                        <a:pt x="787400" y="532130"/>
                      </a:cubicBezTo>
                      <a:cubicBezTo>
                        <a:pt x="787400" y="532130"/>
                        <a:pt x="783590" y="533400"/>
                        <a:pt x="782320" y="533400"/>
                      </a:cubicBezTo>
                      <a:cubicBezTo>
                        <a:pt x="779780" y="533400"/>
                        <a:pt x="775970" y="534670"/>
                        <a:pt x="775970" y="534670"/>
                      </a:cubicBezTo>
                      <a:cubicBezTo>
                        <a:pt x="775970" y="534670"/>
                        <a:pt x="754380" y="553720"/>
                        <a:pt x="749300" y="561340"/>
                      </a:cubicBezTo>
                      <a:cubicBezTo>
                        <a:pt x="746760" y="566420"/>
                        <a:pt x="749300" y="574040"/>
                        <a:pt x="746760" y="576580"/>
                      </a:cubicBezTo>
                      <a:cubicBezTo>
                        <a:pt x="744220" y="579120"/>
                        <a:pt x="737870" y="576580"/>
                        <a:pt x="732790" y="579120"/>
                      </a:cubicBezTo>
                      <a:cubicBezTo>
                        <a:pt x="722630" y="585470"/>
                        <a:pt x="702310" y="614680"/>
                        <a:pt x="697230" y="619760"/>
                      </a:cubicBezTo>
                      <a:cubicBezTo>
                        <a:pt x="695960" y="622300"/>
                        <a:pt x="694690" y="622300"/>
                        <a:pt x="693420" y="623570"/>
                      </a:cubicBezTo>
                      <a:cubicBezTo>
                        <a:pt x="692150" y="626110"/>
                        <a:pt x="690880" y="633730"/>
                        <a:pt x="688340" y="635000"/>
                      </a:cubicBezTo>
                      <a:cubicBezTo>
                        <a:pt x="685800" y="636270"/>
                        <a:pt x="684530" y="635000"/>
                        <a:pt x="681990" y="636270"/>
                      </a:cubicBezTo>
                      <a:cubicBezTo>
                        <a:pt x="674370" y="638810"/>
                        <a:pt x="654050" y="666750"/>
                        <a:pt x="647700" y="669290"/>
                      </a:cubicBezTo>
                      <a:cubicBezTo>
                        <a:pt x="646430" y="670560"/>
                        <a:pt x="645160" y="669290"/>
                        <a:pt x="645160" y="669290"/>
                      </a:cubicBezTo>
                      <a:cubicBezTo>
                        <a:pt x="645160" y="669290"/>
                        <a:pt x="645160" y="669290"/>
                        <a:pt x="645160" y="670560"/>
                      </a:cubicBezTo>
                      <a:cubicBezTo>
                        <a:pt x="645160" y="670560"/>
                        <a:pt x="645160" y="671830"/>
                        <a:pt x="646430" y="673100"/>
                      </a:cubicBezTo>
                      <a:cubicBezTo>
                        <a:pt x="646430" y="673100"/>
                        <a:pt x="646430" y="674370"/>
                        <a:pt x="647700" y="674370"/>
                      </a:cubicBezTo>
                      <a:cubicBezTo>
                        <a:pt x="647700" y="676910"/>
                        <a:pt x="647700" y="678180"/>
                        <a:pt x="648970" y="680720"/>
                      </a:cubicBezTo>
                      <a:cubicBezTo>
                        <a:pt x="648970" y="681990"/>
                        <a:pt x="650240" y="684530"/>
                        <a:pt x="650240" y="685800"/>
                      </a:cubicBezTo>
                      <a:cubicBezTo>
                        <a:pt x="651510" y="687070"/>
                        <a:pt x="650240" y="687070"/>
                        <a:pt x="651510" y="688340"/>
                      </a:cubicBezTo>
                      <a:cubicBezTo>
                        <a:pt x="651510" y="689610"/>
                        <a:pt x="651510" y="689610"/>
                        <a:pt x="651510" y="690880"/>
                      </a:cubicBezTo>
                      <a:cubicBezTo>
                        <a:pt x="651510" y="692150"/>
                        <a:pt x="651510" y="694690"/>
                        <a:pt x="651510" y="695960"/>
                      </a:cubicBezTo>
                      <a:cubicBezTo>
                        <a:pt x="651510" y="698500"/>
                        <a:pt x="651510" y="701040"/>
                        <a:pt x="651510" y="702310"/>
                      </a:cubicBezTo>
                      <a:cubicBezTo>
                        <a:pt x="651510" y="703580"/>
                        <a:pt x="651510" y="703580"/>
                        <a:pt x="650240" y="704850"/>
                      </a:cubicBezTo>
                      <a:cubicBezTo>
                        <a:pt x="650240" y="706120"/>
                        <a:pt x="650240" y="706120"/>
                        <a:pt x="650240" y="707390"/>
                      </a:cubicBezTo>
                      <a:cubicBezTo>
                        <a:pt x="650240" y="708660"/>
                        <a:pt x="648970" y="711200"/>
                        <a:pt x="648970" y="712470"/>
                      </a:cubicBezTo>
                      <a:cubicBezTo>
                        <a:pt x="647700" y="715010"/>
                        <a:pt x="647700" y="716280"/>
                        <a:pt x="646430" y="717550"/>
                      </a:cubicBezTo>
                      <a:cubicBezTo>
                        <a:pt x="646430" y="718820"/>
                        <a:pt x="645160" y="718820"/>
                        <a:pt x="645160" y="720090"/>
                      </a:cubicBezTo>
                      <a:cubicBezTo>
                        <a:pt x="645160" y="721360"/>
                        <a:pt x="645160" y="721360"/>
                        <a:pt x="643890" y="722630"/>
                      </a:cubicBezTo>
                      <a:cubicBezTo>
                        <a:pt x="643890" y="723900"/>
                        <a:pt x="641350" y="725170"/>
                        <a:pt x="640080" y="726440"/>
                      </a:cubicBezTo>
                      <a:cubicBezTo>
                        <a:pt x="640080" y="728980"/>
                        <a:pt x="638810" y="730250"/>
                        <a:pt x="637540" y="731520"/>
                      </a:cubicBezTo>
                      <a:cubicBezTo>
                        <a:pt x="636270" y="732790"/>
                        <a:pt x="636270" y="732790"/>
                        <a:pt x="635000" y="732790"/>
                      </a:cubicBezTo>
                      <a:cubicBezTo>
                        <a:pt x="635000" y="734060"/>
                        <a:pt x="635000" y="734060"/>
                        <a:pt x="633730" y="734060"/>
                      </a:cubicBezTo>
                      <a:cubicBezTo>
                        <a:pt x="633730" y="735330"/>
                        <a:pt x="633730" y="737870"/>
                        <a:pt x="633730" y="737870"/>
                      </a:cubicBezTo>
                      <a:cubicBezTo>
                        <a:pt x="633730" y="737870"/>
                        <a:pt x="631190" y="740410"/>
                        <a:pt x="631190" y="741680"/>
                      </a:cubicBezTo>
                      <a:cubicBezTo>
                        <a:pt x="629920" y="744220"/>
                        <a:pt x="628650" y="746760"/>
                        <a:pt x="628650" y="746760"/>
                      </a:cubicBezTo>
                      <a:cubicBezTo>
                        <a:pt x="628650" y="746760"/>
                        <a:pt x="626110" y="749300"/>
                        <a:pt x="624840" y="750570"/>
                      </a:cubicBezTo>
                      <a:cubicBezTo>
                        <a:pt x="623570" y="751840"/>
                        <a:pt x="621030" y="754380"/>
                        <a:pt x="621030" y="754380"/>
                      </a:cubicBezTo>
                      <a:cubicBezTo>
                        <a:pt x="621030" y="754380"/>
                        <a:pt x="618490" y="756920"/>
                        <a:pt x="615950" y="758190"/>
                      </a:cubicBezTo>
                      <a:cubicBezTo>
                        <a:pt x="614680" y="758190"/>
                        <a:pt x="612140" y="760730"/>
                        <a:pt x="612140" y="760730"/>
                      </a:cubicBezTo>
                      <a:cubicBezTo>
                        <a:pt x="612140" y="760730"/>
                        <a:pt x="608330" y="762000"/>
                        <a:pt x="607060" y="762000"/>
                      </a:cubicBezTo>
                      <a:cubicBezTo>
                        <a:pt x="605790" y="763270"/>
                        <a:pt x="601980" y="764540"/>
                        <a:pt x="601980" y="764540"/>
                      </a:cubicBezTo>
                      <a:cubicBezTo>
                        <a:pt x="601980" y="764540"/>
                        <a:pt x="598170" y="764540"/>
                        <a:pt x="596900" y="764540"/>
                      </a:cubicBezTo>
                      <a:cubicBezTo>
                        <a:pt x="594360" y="764540"/>
                        <a:pt x="591820" y="765810"/>
                        <a:pt x="591820" y="765810"/>
                      </a:cubicBezTo>
                      <a:cubicBezTo>
                        <a:pt x="590550" y="765810"/>
                        <a:pt x="588010" y="764540"/>
                        <a:pt x="585470" y="764540"/>
                      </a:cubicBezTo>
                      <a:cubicBezTo>
                        <a:pt x="584200" y="764540"/>
                        <a:pt x="580390" y="763270"/>
                        <a:pt x="580390" y="763270"/>
                      </a:cubicBezTo>
                      <a:cubicBezTo>
                        <a:pt x="580390" y="763270"/>
                        <a:pt x="577850" y="762000"/>
                        <a:pt x="575310" y="762000"/>
                      </a:cubicBezTo>
                      <a:cubicBezTo>
                        <a:pt x="574040" y="760730"/>
                        <a:pt x="570230" y="759460"/>
                        <a:pt x="570230" y="759460"/>
                      </a:cubicBezTo>
                      <a:cubicBezTo>
                        <a:pt x="570230" y="759460"/>
                        <a:pt x="567690" y="758190"/>
                        <a:pt x="566420" y="756920"/>
                      </a:cubicBezTo>
                      <a:cubicBezTo>
                        <a:pt x="565150" y="755650"/>
                        <a:pt x="562610" y="753110"/>
                        <a:pt x="562610" y="753110"/>
                      </a:cubicBezTo>
                      <a:cubicBezTo>
                        <a:pt x="562610" y="753110"/>
                        <a:pt x="560070" y="750570"/>
                        <a:pt x="558800" y="749300"/>
                      </a:cubicBezTo>
                      <a:cubicBezTo>
                        <a:pt x="557530" y="748030"/>
                        <a:pt x="554990" y="745490"/>
                        <a:pt x="554990" y="745490"/>
                      </a:cubicBezTo>
                      <a:cubicBezTo>
                        <a:pt x="554990" y="745490"/>
                        <a:pt x="553720" y="741680"/>
                        <a:pt x="552450" y="740410"/>
                      </a:cubicBezTo>
                      <a:cubicBezTo>
                        <a:pt x="552450" y="739140"/>
                        <a:pt x="549910" y="735330"/>
                        <a:pt x="549910" y="735330"/>
                      </a:cubicBezTo>
                      <a:cubicBezTo>
                        <a:pt x="549910" y="735330"/>
                        <a:pt x="549910" y="732790"/>
                        <a:pt x="548640" y="730250"/>
                      </a:cubicBezTo>
                      <a:cubicBezTo>
                        <a:pt x="548640" y="728980"/>
                        <a:pt x="548640" y="725170"/>
                        <a:pt x="548640" y="725170"/>
                      </a:cubicBezTo>
                      <a:cubicBezTo>
                        <a:pt x="548640" y="725170"/>
                        <a:pt x="548640" y="721360"/>
                        <a:pt x="548640" y="720090"/>
                      </a:cubicBezTo>
                      <a:cubicBezTo>
                        <a:pt x="548640" y="718820"/>
                        <a:pt x="548640" y="715010"/>
                        <a:pt x="548640" y="715010"/>
                      </a:cubicBezTo>
                      <a:cubicBezTo>
                        <a:pt x="548640" y="715010"/>
                        <a:pt x="547370" y="703580"/>
                        <a:pt x="544830" y="698500"/>
                      </a:cubicBezTo>
                      <a:cubicBezTo>
                        <a:pt x="542290" y="690880"/>
                        <a:pt x="538480" y="683260"/>
                        <a:pt x="532130" y="675640"/>
                      </a:cubicBezTo>
                      <a:cubicBezTo>
                        <a:pt x="525780" y="668020"/>
                        <a:pt x="509270" y="655320"/>
                        <a:pt x="506730" y="654050"/>
                      </a:cubicBezTo>
                      <a:cubicBezTo>
                        <a:pt x="506730" y="654050"/>
                        <a:pt x="502920" y="651510"/>
                        <a:pt x="501650" y="650240"/>
                      </a:cubicBezTo>
                      <a:cubicBezTo>
                        <a:pt x="499110" y="650240"/>
                        <a:pt x="496570" y="647700"/>
                        <a:pt x="496570" y="647700"/>
                      </a:cubicBezTo>
                      <a:cubicBezTo>
                        <a:pt x="496570" y="647700"/>
                        <a:pt x="492760" y="645160"/>
                        <a:pt x="491490" y="643890"/>
                      </a:cubicBezTo>
                      <a:cubicBezTo>
                        <a:pt x="490220" y="641350"/>
                        <a:pt x="487680" y="638810"/>
                        <a:pt x="487680" y="638810"/>
                      </a:cubicBezTo>
                      <a:cubicBezTo>
                        <a:pt x="486410" y="638810"/>
                        <a:pt x="453390" y="633730"/>
                        <a:pt x="436880" y="626110"/>
                      </a:cubicBezTo>
                      <a:cubicBezTo>
                        <a:pt x="420370" y="615950"/>
                        <a:pt x="405130" y="595630"/>
                        <a:pt x="388620" y="584200"/>
                      </a:cubicBezTo>
                      <a:cubicBezTo>
                        <a:pt x="374650" y="574040"/>
                        <a:pt x="359410" y="568960"/>
                        <a:pt x="344170" y="560070"/>
                      </a:cubicBezTo>
                      <a:cubicBezTo>
                        <a:pt x="330200" y="549910"/>
                        <a:pt x="316230" y="539750"/>
                        <a:pt x="302260" y="528320"/>
                      </a:cubicBezTo>
                      <a:cubicBezTo>
                        <a:pt x="288290" y="518160"/>
                        <a:pt x="266700" y="499110"/>
                        <a:pt x="260350" y="497840"/>
                      </a:cubicBezTo>
                      <a:cubicBezTo>
                        <a:pt x="259080" y="496570"/>
                        <a:pt x="257810" y="499110"/>
                        <a:pt x="256540" y="497840"/>
                      </a:cubicBezTo>
                      <a:cubicBezTo>
                        <a:pt x="252730" y="496570"/>
                        <a:pt x="250190" y="488950"/>
                        <a:pt x="245110" y="483870"/>
                      </a:cubicBezTo>
                      <a:cubicBezTo>
                        <a:pt x="238760" y="476250"/>
                        <a:pt x="229870" y="467360"/>
                        <a:pt x="220980" y="458470"/>
                      </a:cubicBezTo>
                      <a:cubicBezTo>
                        <a:pt x="210820" y="449580"/>
                        <a:pt x="203200" y="436880"/>
                        <a:pt x="191770" y="429260"/>
                      </a:cubicBezTo>
                      <a:cubicBezTo>
                        <a:pt x="180340" y="421640"/>
                        <a:pt x="162560" y="420370"/>
                        <a:pt x="153670" y="414020"/>
                      </a:cubicBezTo>
                      <a:cubicBezTo>
                        <a:pt x="146050" y="408940"/>
                        <a:pt x="140970" y="396240"/>
                        <a:pt x="138430" y="396240"/>
                      </a:cubicBezTo>
                      <a:cubicBezTo>
                        <a:pt x="137160" y="396240"/>
                        <a:pt x="135890" y="398780"/>
                        <a:pt x="135890" y="398780"/>
                      </a:cubicBezTo>
                      <a:cubicBezTo>
                        <a:pt x="135890" y="398780"/>
                        <a:pt x="132080" y="401320"/>
                        <a:pt x="130810" y="402590"/>
                      </a:cubicBezTo>
                      <a:cubicBezTo>
                        <a:pt x="129540" y="403860"/>
                        <a:pt x="125730" y="405130"/>
                        <a:pt x="125730" y="405130"/>
                      </a:cubicBezTo>
                      <a:cubicBezTo>
                        <a:pt x="125730" y="405130"/>
                        <a:pt x="121920" y="406400"/>
                        <a:pt x="120650" y="407670"/>
                      </a:cubicBezTo>
                      <a:cubicBezTo>
                        <a:pt x="118110" y="407670"/>
                        <a:pt x="114300" y="408940"/>
                        <a:pt x="114300" y="408940"/>
                      </a:cubicBezTo>
                      <a:cubicBezTo>
                        <a:pt x="114300" y="408940"/>
                        <a:pt x="110490" y="410210"/>
                        <a:pt x="109220" y="410210"/>
                      </a:cubicBezTo>
                      <a:cubicBezTo>
                        <a:pt x="106680" y="410210"/>
                        <a:pt x="102870" y="410210"/>
                        <a:pt x="102870" y="410210"/>
                      </a:cubicBezTo>
                      <a:cubicBezTo>
                        <a:pt x="102870" y="410210"/>
                        <a:pt x="99060" y="410210"/>
                        <a:pt x="97790" y="408940"/>
                      </a:cubicBezTo>
                      <a:cubicBezTo>
                        <a:pt x="95250" y="408940"/>
                        <a:pt x="91440" y="408940"/>
                        <a:pt x="91440" y="408940"/>
                      </a:cubicBezTo>
                      <a:cubicBezTo>
                        <a:pt x="91440" y="408940"/>
                        <a:pt x="87630" y="407670"/>
                        <a:pt x="86360" y="406400"/>
                      </a:cubicBezTo>
                      <a:cubicBezTo>
                        <a:pt x="85090" y="405130"/>
                        <a:pt x="81280" y="403860"/>
                        <a:pt x="81280" y="403860"/>
                      </a:cubicBezTo>
                      <a:cubicBezTo>
                        <a:pt x="81280" y="403860"/>
                        <a:pt x="77470" y="401320"/>
                        <a:pt x="76200" y="400050"/>
                      </a:cubicBezTo>
                      <a:cubicBezTo>
                        <a:pt x="74930" y="400050"/>
                        <a:pt x="71120" y="397510"/>
                        <a:pt x="71120" y="397510"/>
                      </a:cubicBezTo>
                      <a:cubicBezTo>
                        <a:pt x="71120" y="397510"/>
                        <a:pt x="68580" y="393700"/>
                        <a:pt x="68580" y="392430"/>
                      </a:cubicBezTo>
                      <a:cubicBezTo>
                        <a:pt x="67310" y="391160"/>
                        <a:pt x="64770" y="388620"/>
                        <a:pt x="64770" y="388620"/>
                      </a:cubicBezTo>
                      <a:cubicBezTo>
                        <a:pt x="64770" y="388620"/>
                        <a:pt x="62230" y="384810"/>
                        <a:pt x="62230" y="383540"/>
                      </a:cubicBezTo>
                      <a:cubicBezTo>
                        <a:pt x="60960" y="381000"/>
                        <a:pt x="59690" y="378460"/>
                        <a:pt x="59690" y="378460"/>
                      </a:cubicBezTo>
                      <a:cubicBezTo>
                        <a:pt x="59690" y="377190"/>
                        <a:pt x="58420" y="374650"/>
                        <a:pt x="58420" y="372110"/>
                      </a:cubicBezTo>
                      <a:cubicBezTo>
                        <a:pt x="57150" y="370840"/>
                        <a:pt x="57150" y="367030"/>
                        <a:pt x="57150" y="367030"/>
                      </a:cubicBezTo>
                      <a:cubicBezTo>
                        <a:pt x="57150" y="367030"/>
                        <a:pt x="57150" y="361950"/>
                        <a:pt x="57150" y="360680"/>
                      </a:cubicBezTo>
                      <a:cubicBezTo>
                        <a:pt x="57150" y="359410"/>
                        <a:pt x="57150" y="359410"/>
                        <a:pt x="57150" y="358140"/>
                      </a:cubicBezTo>
                      <a:cubicBezTo>
                        <a:pt x="57150" y="358140"/>
                        <a:pt x="54610" y="359410"/>
                        <a:pt x="54610" y="359410"/>
                      </a:cubicBezTo>
                      <a:cubicBezTo>
                        <a:pt x="54610" y="359410"/>
                        <a:pt x="50800" y="359410"/>
                        <a:pt x="49530" y="359410"/>
                      </a:cubicBezTo>
                      <a:cubicBezTo>
                        <a:pt x="46990" y="359410"/>
                        <a:pt x="43180" y="359410"/>
                        <a:pt x="43180" y="359410"/>
                      </a:cubicBezTo>
                      <a:cubicBezTo>
                        <a:pt x="43180" y="359410"/>
                        <a:pt x="39370" y="358140"/>
                        <a:pt x="38100" y="358140"/>
                      </a:cubicBezTo>
                      <a:cubicBezTo>
                        <a:pt x="35560" y="356870"/>
                        <a:pt x="31750" y="356870"/>
                        <a:pt x="31750" y="356870"/>
                      </a:cubicBezTo>
                      <a:cubicBezTo>
                        <a:pt x="31750" y="356870"/>
                        <a:pt x="27940" y="354330"/>
                        <a:pt x="26670" y="354330"/>
                      </a:cubicBezTo>
                      <a:cubicBezTo>
                        <a:pt x="25400" y="353060"/>
                        <a:pt x="21590" y="350520"/>
                        <a:pt x="21590" y="350520"/>
                      </a:cubicBezTo>
                      <a:cubicBezTo>
                        <a:pt x="21590" y="350520"/>
                        <a:pt x="17780" y="347980"/>
                        <a:pt x="16510" y="346710"/>
                      </a:cubicBezTo>
                      <a:cubicBezTo>
                        <a:pt x="15240" y="345440"/>
                        <a:pt x="12700" y="342900"/>
                        <a:pt x="12700" y="342900"/>
                      </a:cubicBezTo>
                      <a:cubicBezTo>
                        <a:pt x="12700" y="342900"/>
                        <a:pt x="10160" y="340360"/>
                        <a:pt x="8890" y="339090"/>
                      </a:cubicBezTo>
                      <a:cubicBezTo>
                        <a:pt x="7620" y="336550"/>
                        <a:pt x="6350" y="334010"/>
                        <a:pt x="6350" y="334010"/>
                      </a:cubicBezTo>
                      <a:cubicBezTo>
                        <a:pt x="5080" y="334010"/>
                        <a:pt x="3810" y="330200"/>
                        <a:pt x="3810" y="327660"/>
                      </a:cubicBezTo>
                      <a:cubicBezTo>
                        <a:pt x="2540" y="326390"/>
                        <a:pt x="1270" y="322580"/>
                        <a:pt x="1270" y="322580"/>
                      </a:cubicBezTo>
                      <a:cubicBezTo>
                        <a:pt x="1270" y="322580"/>
                        <a:pt x="1270" y="318770"/>
                        <a:pt x="1270" y="317500"/>
                      </a:cubicBezTo>
                      <a:cubicBezTo>
                        <a:pt x="0" y="314960"/>
                        <a:pt x="0" y="311150"/>
                        <a:pt x="0" y="311150"/>
                      </a:cubicBezTo>
                      <a:moveTo>
                        <a:pt x="292100" y="377190"/>
                      </a:moveTo>
                      <a:cubicBezTo>
                        <a:pt x="299720" y="382270"/>
                        <a:pt x="299720" y="379730"/>
                        <a:pt x="299720" y="379730"/>
                      </a:cubicBezTo>
                      <a:cubicBezTo>
                        <a:pt x="300990" y="378460"/>
                        <a:pt x="302260" y="377190"/>
                        <a:pt x="300990" y="375920"/>
                      </a:cubicBezTo>
                      <a:cubicBezTo>
                        <a:pt x="300990" y="373380"/>
                        <a:pt x="294640" y="365760"/>
                        <a:pt x="293370" y="367030"/>
                      </a:cubicBezTo>
                      <a:cubicBezTo>
                        <a:pt x="290830" y="367030"/>
                        <a:pt x="292100" y="377190"/>
                        <a:pt x="292100" y="377190"/>
                      </a:cubicBezTo>
                      <a:moveTo>
                        <a:pt x="486410" y="400050"/>
                      </a:moveTo>
                      <a:cubicBezTo>
                        <a:pt x="487680" y="401320"/>
                        <a:pt x="490220" y="398780"/>
                        <a:pt x="492760" y="397510"/>
                      </a:cubicBezTo>
                      <a:cubicBezTo>
                        <a:pt x="494030" y="396240"/>
                        <a:pt x="497840" y="394970"/>
                        <a:pt x="497840" y="394970"/>
                      </a:cubicBezTo>
                      <a:cubicBezTo>
                        <a:pt x="497840" y="394970"/>
                        <a:pt x="501650" y="393700"/>
                        <a:pt x="502920" y="392430"/>
                      </a:cubicBezTo>
                      <a:cubicBezTo>
                        <a:pt x="505460" y="391160"/>
                        <a:pt x="509270" y="389890"/>
                        <a:pt x="509270" y="389890"/>
                      </a:cubicBezTo>
                      <a:cubicBezTo>
                        <a:pt x="509270" y="389890"/>
                        <a:pt x="510540" y="391160"/>
                        <a:pt x="511810" y="389890"/>
                      </a:cubicBezTo>
                      <a:cubicBezTo>
                        <a:pt x="513080" y="388620"/>
                        <a:pt x="513080" y="378460"/>
                        <a:pt x="510540" y="378460"/>
                      </a:cubicBezTo>
                      <a:cubicBezTo>
                        <a:pt x="506730" y="375920"/>
                        <a:pt x="486410" y="400050"/>
                        <a:pt x="486410" y="400050"/>
                      </a:cubicBezTo>
                    </a:path>
                  </a:pathLst>
                </a:custGeom>
                <a:solidFill>
                  <a:srgbClr val="F6E5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E3B060D3-BA0B-4E74-8E0E-62475CC4265A}"/>
                    </a:ext>
                  </a:extLst>
                </p14:cNvPr>
                <p14:cNvContentPartPr/>
                <p14:nvPr/>
              </p14:nvContentPartPr>
              <p14:xfrm>
                <a:off x="4461561" y="4746109"/>
                <a:ext cx="109440" cy="8352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3B060D3-BA0B-4E74-8E0E-62475CC426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5561" y="4710109"/>
                  <a:ext cx="1810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6CA5F804-7419-4290-9C87-3702A0B01CBD}"/>
              </a:ext>
            </a:extLst>
          </p:cNvPr>
          <p:cNvGrpSpPr/>
          <p:nvPr/>
        </p:nvGrpSpPr>
        <p:grpSpPr>
          <a:xfrm>
            <a:off x="11435115" y="4306432"/>
            <a:ext cx="192600" cy="105120"/>
            <a:chOff x="11261746" y="4306432"/>
            <a:chExt cx="19260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E7AE3D93-1395-4055-8084-7E8A53CC584F}"/>
                    </a:ext>
                  </a:extLst>
                </p14:cNvPr>
                <p14:cNvContentPartPr/>
                <p14:nvPr/>
              </p14:nvContentPartPr>
              <p14:xfrm>
                <a:off x="11352826" y="4361512"/>
                <a:ext cx="101520" cy="5004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E7AE3D93-1395-4055-8084-7E8A53CC58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16826" y="4325512"/>
                  <a:ext cx="173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D3667D61-0EB3-4428-8341-763DDE69687D}"/>
                    </a:ext>
                  </a:extLst>
                </p14:cNvPr>
                <p14:cNvContentPartPr/>
                <p14:nvPr/>
              </p14:nvContentPartPr>
              <p14:xfrm>
                <a:off x="11261746" y="4306432"/>
                <a:ext cx="360" cy="36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D3667D61-0EB3-4428-8341-763DDE6968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25746" y="427079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4F4F7C2B-A635-4DCE-8540-F80B3CFA9EAE}"/>
                  </a:ext>
                </a:extLst>
              </p14:cNvPr>
              <p14:cNvContentPartPr/>
              <p14:nvPr/>
            </p14:nvContentPartPr>
            <p14:xfrm>
              <a:off x="11107875" y="4306432"/>
              <a:ext cx="360" cy="360"/>
            </p14:xfrm>
          </p:contentPart>
        </mc:Choice>
        <mc:Fallback xmlns="">
          <p:pic>
            <p:nvPicPr>
              <p:cNvPr id="171" name="잉크 17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F4F7C2B-A635-4DCE-8540-F80B3CFA9E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71875" y="427043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4939E4D4-0414-4CCD-BCC4-DAC87E97139C}"/>
                  </a:ext>
                </a:extLst>
              </p14:cNvPr>
              <p14:cNvContentPartPr/>
              <p14:nvPr/>
            </p14:nvContentPartPr>
            <p14:xfrm>
              <a:off x="11543835" y="4699552"/>
              <a:ext cx="360" cy="360"/>
            </p14:xfrm>
          </p:contentPart>
        </mc:Choice>
        <mc:Fallback xmlns="">
          <p:pic>
            <p:nvPicPr>
              <p:cNvPr id="172" name="잉크 17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4939E4D4-0414-4CCD-BCC4-DAC87E9713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07835" y="466355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835AE4AA-C8A5-4F88-B3C9-C8C254D8E3A8}"/>
                  </a:ext>
                </a:extLst>
              </p14:cNvPr>
              <p14:cNvContentPartPr/>
              <p14:nvPr/>
            </p14:nvContentPartPr>
            <p14:xfrm>
              <a:off x="10934355" y="5299312"/>
              <a:ext cx="173160" cy="223200"/>
            </p14:xfrm>
          </p:contentPart>
        </mc:Choice>
        <mc:Fallback xmlns="">
          <p:pic>
            <p:nvPicPr>
              <p:cNvPr id="175" name="잉크 17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35AE4AA-C8A5-4F88-B3C9-C8C254D8E3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16355" y="5281283"/>
                <a:ext cx="208800" cy="258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6EA602E8-6B18-4320-A647-DF471D48EDD2}"/>
                  </a:ext>
                </a:extLst>
              </p14:cNvPr>
              <p14:cNvContentPartPr/>
              <p14:nvPr/>
            </p14:nvContentPartPr>
            <p14:xfrm>
              <a:off x="11324235" y="5291032"/>
              <a:ext cx="188280" cy="20880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EA602E8-6B18-4320-A647-DF471D48EDD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306269" y="5273032"/>
                <a:ext cx="223852" cy="24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1678786B-3C09-45D4-9682-7D5631CF905F}"/>
              </a:ext>
            </a:extLst>
          </p:cNvPr>
          <p:cNvGrpSpPr/>
          <p:nvPr/>
        </p:nvGrpSpPr>
        <p:grpSpPr>
          <a:xfrm>
            <a:off x="14614960" y="3606059"/>
            <a:ext cx="1771650" cy="1771650"/>
            <a:chOff x="14673295" y="3695234"/>
            <a:chExt cx="1771650" cy="1771650"/>
          </a:xfrm>
        </p:grpSpPr>
        <p:grpSp>
          <p:nvGrpSpPr>
            <p:cNvPr id="16" name="Group 16"/>
            <p:cNvGrpSpPr/>
            <p:nvPr/>
          </p:nvGrpSpPr>
          <p:grpSpPr>
            <a:xfrm>
              <a:off x="14673295" y="3695234"/>
              <a:ext cx="1771650" cy="1771650"/>
              <a:chOff x="0" y="0"/>
              <a:chExt cx="2362200" cy="236220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0" y="0"/>
                <a:ext cx="2362200" cy="2362200"/>
                <a:chOff x="0" y="0"/>
                <a:chExt cx="812800" cy="812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20044" tIns="20044" rIns="20044" bIns="20044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434524" y="876741"/>
                <a:ext cx="273589" cy="273589"/>
                <a:chOff x="50800" y="48260"/>
                <a:chExt cx="107950" cy="1079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1142638" y="760868"/>
                <a:ext cx="537523" cy="505336"/>
                <a:chOff x="0" y="0"/>
                <a:chExt cx="212090" cy="19939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521429" y="1140675"/>
                <a:ext cx="923766" cy="572928"/>
                <a:chOff x="0" y="0"/>
                <a:chExt cx="364490" cy="22606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0" y="973302"/>
                <a:ext cx="614771" cy="527867"/>
                <a:chOff x="0" y="0"/>
                <a:chExt cx="242570" cy="20828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1403353" y="950772"/>
                <a:ext cx="643740" cy="566491"/>
                <a:chOff x="0" y="0"/>
                <a:chExt cx="254000" cy="22352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85045" y="956310"/>
                <a:ext cx="730250" cy="496570"/>
                <a:chOff x="0" y="0"/>
                <a:chExt cx="730250" cy="49657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720" y="48260"/>
                  <a:ext cx="636270" cy="401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0" h="401320">
                      <a:moveTo>
                        <a:pt x="64770" y="26670"/>
                      </a:moveTo>
                      <a:cubicBezTo>
                        <a:pt x="76200" y="233680"/>
                        <a:pt x="85090" y="251460"/>
                        <a:pt x="95250" y="271780"/>
                      </a:cubicBezTo>
                      <a:cubicBezTo>
                        <a:pt x="105410" y="290830"/>
                        <a:pt x="116840" y="312420"/>
                        <a:pt x="133350" y="323850"/>
                      </a:cubicBezTo>
                      <a:cubicBezTo>
                        <a:pt x="147320" y="334010"/>
                        <a:pt x="165100" y="335280"/>
                        <a:pt x="187960" y="339090"/>
                      </a:cubicBezTo>
                      <a:cubicBezTo>
                        <a:pt x="219710" y="342900"/>
                        <a:pt x="262890" y="345440"/>
                        <a:pt x="308610" y="339090"/>
                      </a:cubicBezTo>
                      <a:cubicBezTo>
                        <a:pt x="372110" y="330200"/>
                        <a:pt x="474980" y="283210"/>
                        <a:pt x="528320" y="271780"/>
                      </a:cubicBezTo>
                      <a:cubicBezTo>
                        <a:pt x="558800" y="265430"/>
                        <a:pt x="581660" y="257810"/>
                        <a:pt x="599440" y="264160"/>
                      </a:cubicBezTo>
                      <a:cubicBezTo>
                        <a:pt x="614680" y="267970"/>
                        <a:pt x="631190" y="279400"/>
                        <a:pt x="633730" y="289560"/>
                      </a:cubicBezTo>
                      <a:cubicBezTo>
                        <a:pt x="636270" y="297180"/>
                        <a:pt x="629920" y="311150"/>
                        <a:pt x="623570" y="314960"/>
                      </a:cubicBezTo>
                      <a:cubicBezTo>
                        <a:pt x="615950" y="321310"/>
                        <a:pt x="595630" y="322580"/>
                        <a:pt x="588010" y="317500"/>
                      </a:cubicBezTo>
                      <a:cubicBezTo>
                        <a:pt x="580390" y="311150"/>
                        <a:pt x="574040" y="292100"/>
                        <a:pt x="576580" y="283210"/>
                      </a:cubicBezTo>
                      <a:cubicBezTo>
                        <a:pt x="579120" y="275590"/>
                        <a:pt x="589280" y="265430"/>
                        <a:pt x="596900" y="264160"/>
                      </a:cubicBezTo>
                      <a:cubicBezTo>
                        <a:pt x="607060" y="262890"/>
                        <a:pt x="629920" y="276860"/>
                        <a:pt x="633730" y="287020"/>
                      </a:cubicBezTo>
                      <a:cubicBezTo>
                        <a:pt x="636270" y="295910"/>
                        <a:pt x="628650" y="311150"/>
                        <a:pt x="618490" y="318770"/>
                      </a:cubicBezTo>
                      <a:cubicBezTo>
                        <a:pt x="603250" y="330200"/>
                        <a:pt x="567690" y="321310"/>
                        <a:pt x="541020" y="327660"/>
                      </a:cubicBezTo>
                      <a:cubicBezTo>
                        <a:pt x="505460" y="336550"/>
                        <a:pt x="464820" y="361950"/>
                        <a:pt x="426720" y="373380"/>
                      </a:cubicBezTo>
                      <a:cubicBezTo>
                        <a:pt x="388620" y="384810"/>
                        <a:pt x="350520" y="392430"/>
                        <a:pt x="308610" y="396240"/>
                      </a:cubicBezTo>
                      <a:cubicBezTo>
                        <a:pt x="262890" y="400050"/>
                        <a:pt x="195580" y="401320"/>
                        <a:pt x="160020" y="394970"/>
                      </a:cubicBezTo>
                      <a:cubicBezTo>
                        <a:pt x="137160" y="389890"/>
                        <a:pt x="123190" y="386080"/>
                        <a:pt x="106680" y="374650"/>
                      </a:cubicBezTo>
                      <a:cubicBezTo>
                        <a:pt x="85090" y="358140"/>
                        <a:pt x="60960" y="330200"/>
                        <a:pt x="44450" y="299720"/>
                      </a:cubicBezTo>
                      <a:cubicBezTo>
                        <a:pt x="24130" y="260350"/>
                        <a:pt x="10160" y="201930"/>
                        <a:pt x="5080" y="153670"/>
                      </a:cubicBezTo>
                      <a:cubicBezTo>
                        <a:pt x="1270" y="106680"/>
                        <a:pt x="0" y="35560"/>
                        <a:pt x="15240" y="15240"/>
                      </a:cubicBezTo>
                      <a:cubicBezTo>
                        <a:pt x="22860" y="5080"/>
                        <a:pt x="39370" y="0"/>
                        <a:pt x="48260" y="2540"/>
                      </a:cubicBezTo>
                      <a:cubicBezTo>
                        <a:pt x="55880" y="5080"/>
                        <a:pt x="64770" y="26670"/>
                        <a:pt x="64770" y="2667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81945" y="1041400"/>
                <a:ext cx="397510" cy="160020"/>
                <a:chOff x="0" y="0"/>
                <a:chExt cx="397510" cy="16002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9530" y="50800"/>
                  <a:ext cx="29845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0" h="80010">
                      <a:moveTo>
                        <a:pt x="30480" y="0"/>
                      </a:moveTo>
                      <a:cubicBezTo>
                        <a:pt x="285750" y="11430"/>
                        <a:pt x="295910" y="24130"/>
                        <a:pt x="297180" y="33020"/>
                      </a:cubicBezTo>
                      <a:cubicBezTo>
                        <a:pt x="298450" y="40640"/>
                        <a:pt x="290830" y="52070"/>
                        <a:pt x="283210" y="55880"/>
                      </a:cubicBezTo>
                      <a:cubicBezTo>
                        <a:pt x="275590" y="59690"/>
                        <a:pt x="256540" y="58420"/>
                        <a:pt x="250190" y="52070"/>
                      </a:cubicBezTo>
                      <a:cubicBezTo>
                        <a:pt x="243840" y="46990"/>
                        <a:pt x="240030" y="35560"/>
                        <a:pt x="241300" y="27940"/>
                      </a:cubicBezTo>
                      <a:cubicBezTo>
                        <a:pt x="243840" y="19050"/>
                        <a:pt x="257810" y="5080"/>
                        <a:pt x="266700" y="3810"/>
                      </a:cubicBezTo>
                      <a:cubicBezTo>
                        <a:pt x="275590" y="2540"/>
                        <a:pt x="293370" y="12700"/>
                        <a:pt x="295910" y="21590"/>
                      </a:cubicBezTo>
                      <a:cubicBezTo>
                        <a:pt x="298450" y="30480"/>
                        <a:pt x="292100" y="49530"/>
                        <a:pt x="278130" y="58420"/>
                      </a:cubicBezTo>
                      <a:cubicBezTo>
                        <a:pt x="243840" y="80010"/>
                        <a:pt x="60960" y="72390"/>
                        <a:pt x="24130" y="52070"/>
                      </a:cubicBezTo>
                      <a:cubicBezTo>
                        <a:pt x="8890" y="44450"/>
                        <a:pt x="0" y="27940"/>
                        <a:pt x="1270" y="20320"/>
                      </a:cubicBezTo>
                      <a:cubicBezTo>
                        <a:pt x="2540" y="11430"/>
                        <a:pt x="30480" y="0"/>
                        <a:pt x="30480" y="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085476" y="924560"/>
                <a:ext cx="637539" cy="392431"/>
                <a:chOff x="49531" y="35560"/>
                <a:chExt cx="637539" cy="392431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9531" y="35560"/>
                  <a:ext cx="637539" cy="39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540" h="392430">
                      <a:moveTo>
                        <a:pt x="26670" y="46990"/>
                      </a:moveTo>
                      <a:cubicBezTo>
                        <a:pt x="350520" y="11430"/>
                        <a:pt x="483870" y="0"/>
                        <a:pt x="538480" y="21590"/>
                      </a:cubicBezTo>
                      <a:cubicBezTo>
                        <a:pt x="565150" y="31750"/>
                        <a:pt x="577850" y="49530"/>
                        <a:pt x="589280" y="68580"/>
                      </a:cubicBezTo>
                      <a:cubicBezTo>
                        <a:pt x="600710" y="86360"/>
                        <a:pt x="604520" y="100330"/>
                        <a:pt x="609600" y="127000"/>
                      </a:cubicBezTo>
                      <a:cubicBezTo>
                        <a:pt x="619760" y="180340"/>
                        <a:pt x="637540" y="331470"/>
                        <a:pt x="621030" y="368300"/>
                      </a:cubicBezTo>
                      <a:cubicBezTo>
                        <a:pt x="614680" y="382270"/>
                        <a:pt x="603250" y="389890"/>
                        <a:pt x="594360" y="391160"/>
                      </a:cubicBezTo>
                      <a:cubicBezTo>
                        <a:pt x="584200" y="391160"/>
                        <a:pt x="567690" y="379730"/>
                        <a:pt x="563880" y="370840"/>
                      </a:cubicBezTo>
                      <a:cubicBezTo>
                        <a:pt x="561340" y="363220"/>
                        <a:pt x="563880" y="349250"/>
                        <a:pt x="568960" y="342900"/>
                      </a:cubicBezTo>
                      <a:cubicBezTo>
                        <a:pt x="575310" y="336550"/>
                        <a:pt x="594360" y="331470"/>
                        <a:pt x="603250" y="334010"/>
                      </a:cubicBezTo>
                      <a:cubicBezTo>
                        <a:pt x="612140" y="336550"/>
                        <a:pt x="621030" y="346710"/>
                        <a:pt x="621030" y="354330"/>
                      </a:cubicBezTo>
                      <a:cubicBezTo>
                        <a:pt x="622300" y="364490"/>
                        <a:pt x="607060" y="388620"/>
                        <a:pt x="596900" y="389890"/>
                      </a:cubicBezTo>
                      <a:cubicBezTo>
                        <a:pt x="588010" y="392430"/>
                        <a:pt x="574040" y="386080"/>
                        <a:pt x="565150" y="373380"/>
                      </a:cubicBezTo>
                      <a:cubicBezTo>
                        <a:pt x="543560" y="339090"/>
                        <a:pt x="566420" y="166370"/>
                        <a:pt x="547370" y="118110"/>
                      </a:cubicBezTo>
                      <a:cubicBezTo>
                        <a:pt x="538480" y="93980"/>
                        <a:pt x="532130" y="82550"/>
                        <a:pt x="510540" y="72390"/>
                      </a:cubicBezTo>
                      <a:cubicBezTo>
                        <a:pt x="464820" y="50800"/>
                        <a:pt x="327660" y="67310"/>
                        <a:pt x="242570" y="72390"/>
                      </a:cubicBezTo>
                      <a:cubicBezTo>
                        <a:pt x="166370" y="77470"/>
                        <a:pt x="62230" y="111760"/>
                        <a:pt x="26670" y="99060"/>
                      </a:cubicBezTo>
                      <a:cubicBezTo>
                        <a:pt x="11430" y="92710"/>
                        <a:pt x="0" y="78740"/>
                        <a:pt x="1270" y="69850"/>
                      </a:cubicBezTo>
                      <a:cubicBezTo>
                        <a:pt x="1270" y="60960"/>
                        <a:pt x="26670" y="46990"/>
                        <a:pt x="26670" y="4699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635385" y="935990"/>
                <a:ext cx="408940" cy="246380"/>
                <a:chOff x="0" y="0"/>
                <a:chExt cx="408940" cy="24638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9530" y="49530"/>
                  <a:ext cx="311150" cy="154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150" h="154940">
                      <a:moveTo>
                        <a:pt x="27940" y="95250"/>
                      </a:moveTo>
                      <a:cubicBezTo>
                        <a:pt x="137160" y="77470"/>
                        <a:pt x="248920" y="0"/>
                        <a:pt x="281940" y="1270"/>
                      </a:cubicBezTo>
                      <a:cubicBezTo>
                        <a:pt x="293370" y="1270"/>
                        <a:pt x="300990" y="7620"/>
                        <a:pt x="304800" y="13970"/>
                      </a:cubicBezTo>
                      <a:cubicBezTo>
                        <a:pt x="309880" y="20320"/>
                        <a:pt x="311150" y="33020"/>
                        <a:pt x="307340" y="39370"/>
                      </a:cubicBezTo>
                      <a:cubicBezTo>
                        <a:pt x="304800" y="46990"/>
                        <a:pt x="294640" y="55880"/>
                        <a:pt x="287020" y="57150"/>
                      </a:cubicBezTo>
                      <a:cubicBezTo>
                        <a:pt x="278130" y="57150"/>
                        <a:pt x="260350" y="49530"/>
                        <a:pt x="256540" y="41910"/>
                      </a:cubicBezTo>
                      <a:cubicBezTo>
                        <a:pt x="252730" y="33020"/>
                        <a:pt x="256540" y="13970"/>
                        <a:pt x="262890" y="7620"/>
                      </a:cubicBezTo>
                      <a:cubicBezTo>
                        <a:pt x="267970" y="2540"/>
                        <a:pt x="280670" y="0"/>
                        <a:pt x="288290" y="1270"/>
                      </a:cubicBezTo>
                      <a:cubicBezTo>
                        <a:pt x="295910" y="3810"/>
                        <a:pt x="306070" y="11430"/>
                        <a:pt x="308610" y="19050"/>
                      </a:cubicBezTo>
                      <a:cubicBezTo>
                        <a:pt x="311150" y="27940"/>
                        <a:pt x="307340" y="40640"/>
                        <a:pt x="298450" y="52070"/>
                      </a:cubicBezTo>
                      <a:cubicBezTo>
                        <a:pt x="275590" y="78740"/>
                        <a:pt x="176530" y="123190"/>
                        <a:pt x="124460" y="137160"/>
                      </a:cubicBezTo>
                      <a:cubicBezTo>
                        <a:pt x="85090" y="147320"/>
                        <a:pt x="34290" y="154940"/>
                        <a:pt x="15240" y="144780"/>
                      </a:cubicBezTo>
                      <a:cubicBezTo>
                        <a:pt x="6350" y="139700"/>
                        <a:pt x="0" y="125730"/>
                        <a:pt x="1270" y="118110"/>
                      </a:cubicBezTo>
                      <a:cubicBezTo>
                        <a:pt x="3810" y="109220"/>
                        <a:pt x="27940" y="95250"/>
                        <a:pt x="27940" y="9525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4705" y="960120"/>
                <a:ext cx="293370" cy="251460"/>
                <a:chOff x="0" y="0"/>
                <a:chExt cx="293370" cy="25146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45720" y="49530"/>
                  <a:ext cx="200660" cy="151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660" h="151130">
                      <a:moveTo>
                        <a:pt x="165100" y="151130"/>
                      </a:moveTo>
                      <a:cubicBezTo>
                        <a:pt x="68580" y="105410"/>
                        <a:pt x="19050" y="68580"/>
                        <a:pt x="7620" y="45720"/>
                      </a:cubicBezTo>
                      <a:cubicBezTo>
                        <a:pt x="1270" y="34290"/>
                        <a:pt x="0" y="19050"/>
                        <a:pt x="5080" y="12700"/>
                      </a:cubicBezTo>
                      <a:cubicBezTo>
                        <a:pt x="10160" y="5080"/>
                        <a:pt x="29210" y="0"/>
                        <a:pt x="36830" y="1270"/>
                      </a:cubicBezTo>
                      <a:cubicBezTo>
                        <a:pt x="44450" y="3810"/>
                        <a:pt x="53340" y="12700"/>
                        <a:pt x="55880" y="20320"/>
                      </a:cubicBezTo>
                      <a:cubicBezTo>
                        <a:pt x="57150" y="27940"/>
                        <a:pt x="55880" y="40640"/>
                        <a:pt x="49530" y="45720"/>
                      </a:cubicBezTo>
                      <a:cubicBezTo>
                        <a:pt x="41910" y="52070"/>
                        <a:pt x="16510" y="54610"/>
                        <a:pt x="8890" y="48260"/>
                      </a:cubicBezTo>
                      <a:cubicBezTo>
                        <a:pt x="2540" y="41910"/>
                        <a:pt x="2540" y="15240"/>
                        <a:pt x="8890" y="7620"/>
                      </a:cubicBezTo>
                      <a:cubicBezTo>
                        <a:pt x="15240" y="1270"/>
                        <a:pt x="30480" y="0"/>
                        <a:pt x="43180" y="3810"/>
                      </a:cubicBezTo>
                      <a:cubicBezTo>
                        <a:pt x="67310" y="11430"/>
                        <a:pt x="105410" y="64770"/>
                        <a:pt x="133350" y="82550"/>
                      </a:cubicBezTo>
                      <a:cubicBezTo>
                        <a:pt x="153670" y="95250"/>
                        <a:pt x="182880" y="95250"/>
                        <a:pt x="191770" y="107950"/>
                      </a:cubicBezTo>
                      <a:cubicBezTo>
                        <a:pt x="198120" y="115570"/>
                        <a:pt x="200660" y="129540"/>
                        <a:pt x="196850" y="137160"/>
                      </a:cubicBezTo>
                      <a:cubicBezTo>
                        <a:pt x="191770" y="144780"/>
                        <a:pt x="165100" y="151130"/>
                        <a:pt x="165100" y="15113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215525" y="914400"/>
                <a:ext cx="688340" cy="457200"/>
                <a:chOff x="0" y="0"/>
                <a:chExt cx="688340" cy="4572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0800" y="38100"/>
                  <a:ext cx="598170" cy="37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170" h="370840">
                      <a:moveTo>
                        <a:pt x="21590" y="30480"/>
                      </a:moveTo>
                      <a:cubicBezTo>
                        <a:pt x="334010" y="10160"/>
                        <a:pt x="474980" y="0"/>
                        <a:pt x="515620" y="16510"/>
                      </a:cubicBezTo>
                      <a:cubicBezTo>
                        <a:pt x="530860" y="22860"/>
                        <a:pt x="533400" y="29210"/>
                        <a:pt x="541020" y="40640"/>
                      </a:cubicBezTo>
                      <a:cubicBezTo>
                        <a:pt x="553720" y="59690"/>
                        <a:pt x="568960" y="90170"/>
                        <a:pt x="576580" y="125730"/>
                      </a:cubicBezTo>
                      <a:cubicBezTo>
                        <a:pt x="588010" y="180340"/>
                        <a:pt x="598170" y="302260"/>
                        <a:pt x="586740" y="339090"/>
                      </a:cubicBezTo>
                      <a:cubicBezTo>
                        <a:pt x="581660" y="354330"/>
                        <a:pt x="574040" y="364490"/>
                        <a:pt x="565150" y="367030"/>
                      </a:cubicBezTo>
                      <a:cubicBezTo>
                        <a:pt x="557530" y="370840"/>
                        <a:pt x="544830" y="367030"/>
                        <a:pt x="538480" y="361950"/>
                      </a:cubicBezTo>
                      <a:cubicBezTo>
                        <a:pt x="532130" y="355600"/>
                        <a:pt x="527050" y="344170"/>
                        <a:pt x="528320" y="335280"/>
                      </a:cubicBezTo>
                      <a:cubicBezTo>
                        <a:pt x="528320" y="327660"/>
                        <a:pt x="535940" y="316230"/>
                        <a:pt x="543560" y="312420"/>
                      </a:cubicBezTo>
                      <a:cubicBezTo>
                        <a:pt x="551180" y="308610"/>
                        <a:pt x="563880" y="308610"/>
                        <a:pt x="571500" y="312420"/>
                      </a:cubicBezTo>
                      <a:cubicBezTo>
                        <a:pt x="577850" y="316230"/>
                        <a:pt x="585470" y="327660"/>
                        <a:pt x="586740" y="335280"/>
                      </a:cubicBezTo>
                      <a:cubicBezTo>
                        <a:pt x="588010" y="344170"/>
                        <a:pt x="582930" y="355600"/>
                        <a:pt x="576580" y="361950"/>
                      </a:cubicBezTo>
                      <a:cubicBezTo>
                        <a:pt x="570230" y="367030"/>
                        <a:pt x="557530" y="369570"/>
                        <a:pt x="549910" y="367030"/>
                      </a:cubicBezTo>
                      <a:cubicBezTo>
                        <a:pt x="541020" y="365760"/>
                        <a:pt x="534670" y="359410"/>
                        <a:pt x="529590" y="347980"/>
                      </a:cubicBezTo>
                      <a:cubicBezTo>
                        <a:pt x="514350" y="314960"/>
                        <a:pt x="538480" y="166370"/>
                        <a:pt x="520700" y="118110"/>
                      </a:cubicBezTo>
                      <a:cubicBezTo>
                        <a:pt x="511810" y="92710"/>
                        <a:pt x="505460" y="78740"/>
                        <a:pt x="480060" y="67310"/>
                      </a:cubicBezTo>
                      <a:cubicBezTo>
                        <a:pt x="412750" y="35560"/>
                        <a:pt x="80010" y="104140"/>
                        <a:pt x="24130" y="82550"/>
                      </a:cubicBezTo>
                      <a:cubicBezTo>
                        <a:pt x="8890" y="76200"/>
                        <a:pt x="0" y="66040"/>
                        <a:pt x="0" y="57150"/>
                      </a:cubicBezTo>
                      <a:cubicBezTo>
                        <a:pt x="0" y="48260"/>
                        <a:pt x="21590" y="30480"/>
                        <a:pt x="21590" y="3048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1029595" y="920750"/>
                <a:ext cx="699770" cy="499110"/>
                <a:chOff x="0" y="0"/>
                <a:chExt cx="699770" cy="49911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3020" y="49530"/>
                  <a:ext cx="615950" cy="42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950" h="425450">
                      <a:moveTo>
                        <a:pt x="69850" y="22860"/>
                      </a:moveTo>
                      <a:cubicBezTo>
                        <a:pt x="82550" y="323850"/>
                        <a:pt x="82550" y="331470"/>
                        <a:pt x="96520" y="339090"/>
                      </a:cubicBezTo>
                      <a:cubicBezTo>
                        <a:pt x="148590" y="368300"/>
                        <a:pt x="523240" y="294640"/>
                        <a:pt x="586740" y="321310"/>
                      </a:cubicBezTo>
                      <a:cubicBezTo>
                        <a:pt x="604520" y="327660"/>
                        <a:pt x="615950" y="341630"/>
                        <a:pt x="615950" y="351790"/>
                      </a:cubicBezTo>
                      <a:cubicBezTo>
                        <a:pt x="614680" y="361950"/>
                        <a:pt x="593090" y="378460"/>
                        <a:pt x="582930" y="379730"/>
                      </a:cubicBezTo>
                      <a:cubicBezTo>
                        <a:pt x="575310" y="379730"/>
                        <a:pt x="563880" y="370840"/>
                        <a:pt x="560070" y="363220"/>
                      </a:cubicBezTo>
                      <a:cubicBezTo>
                        <a:pt x="556260" y="355600"/>
                        <a:pt x="560070" y="335280"/>
                        <a:pt x="566420" y="328930"/>
                      </a:cubicBezTo>
                      <a:cubicBezTo>
                        <a:pt x="571500" y="322580"/>
                        <a:pt x="585470" y="318770"/>
                        <a:pt x="593090" y="321310"/>
                      </a:cubicBezTo>
                      <a:cubicBezTo>
                        <a:pt x="601980" y="323850"/>
                        <a:pt x="615950" y="339090"/>
                        <a:pt x="615950" y="347980"/>
                      </a:cubicBezTo>
                      <a:cubicBezTo>
                        <a:pt x="615950" y="358140"/>
                        <a:pt x="604520" y="370840"/>
                        <a:pt x="586740" y="379730"/>
                      </a:cubicBezTo>
                      <a:cubicBezTo>
                        <a:pt x="521970" y="408940"/>
                        <a:pt x="151130" y="425450"/>
                        <a:pt x="80010" y="397510"/>
                      </a:cubicBezTo>
                      <a:cubicBezTo>
                        <a:pt x="57150" y="388620"/>
                        <a:pt x="52070" y="374650"/>
                        <a:pt x="41910" y="360680"/>
                      </a:cubicBezTo>
                      <a:cubicBezTo>
                        <a:pt x="31750" y="345440"/>
                        <a:pt x="25400" y="332740"/>
                        <a:pt x="21590" y="307340"/>
                      </a:cubicBezTo>
                      <a:cubicBezTo>
                        <a:pt x="10160" y="251460"/>
                        <a:pt x="0" y="64770"/>
                        <a:pt x="17780" y="24130"/>
                      </a:cubicBezTo>
                      <a:cubicBezTo>
                        <a:pt x="24130" y="10160"/>
                        <a:pt x="34290" y="1270"/>
                        <a:pt x="43180" y="1270"/>
                      </a:cubicBezTo>
                      <a:cubicBezTo>
                        <a:pt x="52070" y="0"/>
                        <a:pt x="69850" y="22860"/>
                        <a:pt x="69850" y="22860"/>
                      </a:cubicBezTo>
                    </a:path>
                  </a:pathLst>
                </a:custGeom>
                <a:solidFill>
                  <a:srgbClr val="FFA0F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574DF74C-6700-4D24-94BD-56733753AFC0}"/>
                    </a:ext>
                  </a:extLst>
                </p14:cNvPr>
                <p14:cNvContentPartPr/>
                <p14:nvPr/>
              </p14:nvContentPartPr>
              <p14:xfrm>
                <a:off x="15628896" y="4446832"/>
                <a:ext cx="201960" cy="8928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574DF74C-6700-4D24-94BD-56733753AFC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619912" y="4437832"/>
                  <a:ext cx="219569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43CCBCE2-EEA2-4652-A854-C0C3356CB694}"/>
                    </a:ext>
                  </a:extLst>
                </p14:cNvPr>
                <p14:cNvContentPartPr/>
                <p14:nvPr/>
              </p14:nvContentPartPr>
              <p14:xfrm>
                <a:off x="15652656" y="4366192"/>
                <a:ext cx="143640" cy="309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43CCBCE2-EEA2-4652-A854-C0C3356CB69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643656" y="4357192"/>
                  <a:ext cx="161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A214932-90D7-4D23-A177-957AD0BFBBFA}"/>
              </a:ext>
            </a:extLst>
          </p:cNvPr>
          <p:cNvGrpSpPr/>
          <p:nvPr/>
        </p:nvGrpSpPr>
        <p:grpSpPr>
          <a:xfrm>
            <a:off x="6245072" y="3721555"/>
            <a:ext cx="1771650" cy="1771650"/>
            <a:chOff x="6245072" y="3721555"/>
            <a:chExt cx="1771650" cy="1771650"/>
          </a:xfrm>
        </p:grpSpPr>
        <p:grpSp>
          <p:nvGrpSpPr>
            <p:cNvPr id="44" name="Group 44"/>
            <p:cNvGrpSpPr/>
            <p:nvPr/>
          </p:nvGrpSpPr>
          <p:grpSpPr>
            <a:xfrm>
              <a:off x="6245072" y="3721555"/>
              <a:ext cx="1771650" cy="1771650"/>
              <a:chOff x="35471" y="-19501"/>
              <a:chExt cx="2362200" cy="2362200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35471" y="-19501"/>
                <a:ext cx="2362200" cy="2362200"/>
                <a:chOff x="12205" y="-6710"/>
                <a:chExt cx="812800" cy="8128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2205" y="-671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859"/>
                    </a:lnSpc>
                  </a:pPr>
                  <a:r>
                    <a:rPr lang="en-US" sz="2199">
                      <a:solidFill>
                        <a:srgbClr val="FFFFFF"/>
                      </a:solidFill>
                      <a:latin typeface="Arita Dotum Medium"/>
                    </a:rPr>
                    <a:t>                        </a:t>
                  </a: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463330" y="754431"/>
                <a:ext cx="534304" cy="524648"/>
                <a:chOff x="0" y="0"/>
                <a:chExt cx="210820" cy="20701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0800" y="48260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67310"/>
                      </a:moveTo>
                      <a:cubicBezTo>
                        <a:pt x="12700" y="17780"/>
                        <a:pt x="21590" y="12700"/>
                        <a:pt x="30480" y="8890"/>
                      </a:cubicBezTo>
                      <a:cubicBezTo>
                        <a:pt x="41910" y="5080"/>
                        <a:pt x="57150" y="0"/>
                        <a:pt x="68580" y="2540"/>
                      </a:cubicBezTo>
                      <a:cubicBezTo>
                        <a:pt x="80010" y="3810"/>
                        <a:pt x="97790" y="16510"/>
                        <a:pt x="99060" y="20320"/>
                      </a:cubicBezTo>
                      <a:cubicBezTo>
                        <a:pt x="100330" y="20320"/>
                        <a:pt x="99060" y="21590"/>
                        <a:pt x="99060" y="21590"/>
                      </a:cubicBezTo>
                      <a:cubicBezTo>
                        <a:pt x="100330" y="21590"/>
                        <a:pt x="101600" y="21590"/>
                        <a:pt x="102870" y="22860"/>
                      </a:cubicBezTo>
                      <a:cubicBezTo>
                        <a:pt x="105410" y="26670"/>
                        <a:pt x="107950" y="41910"/>
                        <a:pt x="107950" y="50800"/>
                      </a:cubicBezTo>
                      <a:cubicBezTo>
                        <a:pt x="107950" y="60960"/>
                        <a:pt x="106680" y="73660"/>
                        <a:pt x="101600" y="82550"/>
                      </a:cubicBezTo>
                      <a:cubicBezTo>
                        <a:pt x="95250" y="91440"/>
                        <a:pt x="83820" y="100330"/>
                        <a:pt x="73660" y="104140"/>
                      </a:cubicBezTo>
                      <a:cubicBezTo>
                        <a:pt x="64770" y="107950"/>
                        <a:pt x="54610" y="107950"/>
                        <a:pt x="44450" y="106680"/>
                      </a:cubicBezTo>
                      <a:cubicBezTo>
                        <a:pt x="33020" y="105410"/>
                        <a:pt x="17780" y="99060"/>
                        <a:pt x="10160" y="91440"/>
                      </a:cubicBezTo>
                      <a:cubicBezTo>
                        <a:pt x="3810" y="85090"/>
                        <a:pt x="0" y="67310"/>
                        <a:pt x="0" y="6731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300192" y="760868"/>
                <a:ext cx="537523" cy="505336"/>
                <a:chOff x="0" y="0"/>
                <a:chExt cx="212090" cy="19939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8260" y="46990"/>
                  <a:ext cx="11557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0" h="101600">
                      <a:moveTo>
                        <a:pt x="76200" y="101600"/>
                      </a:moveTo>
                      <a:cubicBezTo>
                        <a:pt x="19050" y="90170"/>
                        <a:pt x="10160" y="77470"/>
                        <a:pt x="6350" y="66040"/>
                      </a:cubicBezTo>
                      <a:cubicBezTo>
                        <a:pt x="3810" y="55880"/>
                        <a:pt x="2540" y="41910"/>
                        <a:pt x="8890" y="31750"/>
                      </a:cubicBezTo>
                      <a:cubicBezTo>
                        <a:pt x="16510" y="20320"/>
                        <a:pt x="43180" y="7620"/>
                        <a:pt x="59690" y="5080"/>
                      </a:cubicBezTo>
                      <a:cubicBezTo>
                        <a:pt x="72390" y="2540"/>
                        <a:pt x="87630" y="5080"/>
                        <a:pt x="97790" y="10160"/>
                      </a:cubicBezTo>
                      <a:cubicBezTo>
                        <a:pt x="105410" y="15240"/>
                        <a:pt x="110490" y="24130"/>
                        <a:pt x="113030" y="33020"/>
                      </a:cubicBezTo>
                      <a:cubicBezTo>
                        <a:pt x="115570" y="43180"/>
                        <a:pt x="115570" y="58420"/>
                        <a:pt x="110490" y="68580"/>
                      </a:cubicBezTo>
                      <a:cubicBezTo>
                        <a:pt x="106680" y="77470"/>
                        <a:pt x="99060" y="87630"/>
                        <a:pt x="88900" y="91440"/>
                      </a:cubicBezTo>
                      <a:cubicBezTo>
                        <a:pt x="74930" y="99060"/>
                        <a:pt x="43180" y="101600"/>
                        <a:pt x="27940" y="95250"/>
                      </a:cubicBezTo>
                      <a:cubicBezTo>
                        <a:pt x="16510" y="90170"/>
                        <a:pt x="5080" y="78740"/>
                        <a:pt x="2540" y="67310"/>
                      </a:cubicBezTo>
                      <a:cubicBezTo>
                        <a:pt x="0" y="53340"/>
                        <a:pt x="6350" y="24130"/>
                        <a:pt x="17780" y="13970"/>
                      </a:cubicBezTo>
                      <a:cubicBezTo>
                        <a:pt x="30480" y="3810"/>
                        <a:pt x="62230" y="0"/>
                        <a:pt x="76200" y="3810"/>
                      </a:cubicBezTo>
                      <a:cubicBezTo>
                        <a:pt x="87630" y="7620"/>
                        <a:pt x="102870" y="22860"/>
                        <a:pt x="101600" y="30480"/>
                      </a:cubicBezTo>
                      <a:cubicBezTo>
                        <a:pt x="101600" y="39370"/>
                        <a:pt x="82550" y="54610"/>
                        <a:pt x="73660" y="54610"/>
                      </a:cubicBezTo>
                      <a:cubicBezTo>
                        <a:pt x="67310" y="55880"/>
                        <a:pt x="57150" y="48260"/>
                        <a:pt x="54610" y="41910"/>
                      </a:cubicBezTo>
                      <a:cubicBezTo>
                        <a:pt x="50800" y="35560"/>
                        <a:pt x="50800" y="24130"/>
                        <a:pt x="54610" y="17780"/>
                      </a:cubicBezTo>
                      <a:cubicBezTo>
                        <a:pt x="58420" y="11430"/>
                        <a:pt x="73660" y="3810"/>
                        <a:pt x="82550" y="5080"/>
                      </a:cubicBezTo>
                      <a:cubicBezTo>
                        <a:pt x="88900" y="6350"/>
                        <a:pt x="97790" y="13970"/>
                        <a:pt x="100330" y="20320"/>
                      </a:cubicBezTo>
                      <a:cubicBezTo>
                        <a:pt x="102870" y="27940"/>
                        <a:pt x="99060" y="44450"/>
                        <a:pt x="91440" y="49530"/>
                      </a:cubicBezTo>
                      <a:cubicBezTo>
                        <a:pt x="85090" y="55880"/>
                        <a:pt x="57150" y="48260"/>
                        <a:pt x="57150" y="50800"/>
                      </a:cubicBezTo>
                      <a:cubicBezTo>
                        <a:pt x="57150" y="53340"/>
                        <a:pt x="95250" y="58420"/>
                        <a:pt x="100330" y="67310"/>
                      </a:cubicBezTo>
                      <a:cubicBezTo>
                        <a:pt x="104140" y="73660"/>
                        <a:pt x="101600" y="85090"/>
                        <a:pt x="97790" y="90170"/>
                      </a:cubicBezTo>
                      <a:cubicBezTo>
                        <a:pt x="93980" y="96520"/>
                        <a:pt x="76200" y="101600"/>
                        <a:pt x="76200" y="10160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78983" y="1140675"/>
                <a:ext cx="923766" cy="572928"/>
                <a:chOff x="0" y="0"/>
                <a:chExt cx="364490" cy="226060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44450" y="49530"/>
                  <a:ext cx="274320" cy="12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0" h="129540">
                      <a:moveTo>
                        <a:pt x="19050" y="8890"/>
                      </a:moveTo>
                      <a:cubicBezTo>
                        <a:pt x="24130" y="69850"/>
                        <a:pt x="34290" y="86360"/>
                        <a:pt x="50800" y="95250"/>
                      </a:cubicBezTo>
                      <a:cubicBezTo>
                        <a:pt x="73660" y="109220"/>
                        <a:pt x="123190" y="115570"/>
                        <a:pt x="154940" y="111760"/>
                      </a:cubicBezTo>
                      <a:cubicBezTo>
                        <a:pt x="184150" y="109220"/>
                        <a:pt x="218440" y="99060"/>
                        <a:pt x="234950" y="80010"/>
                      </a:cubicBezTo>
                      <a:cubicBezTo>
                        <a:pt x="251460" y="62230"/>
                        <a:pt x="246380" y="7620"/>
                        <a:pt x="255270" y="1270"/>
                      </a:cubicBezTo>
                      <a:cubicBezTo>
                        <a:pt x="259080" y="0"/>
                        <a:pt x="266700" y="1270"/>
                        <a:pt x="269240" y="5080"/>
                      </a:cubicBezTo>
                      <a:cubicBezTo>
                        <a:pt x="274320" y="13970"/>
                        <a:pt x="260350" y="71120"/>
                        <a:pt x="241300" y="90170"/>
                      </a:cubicBezTo>
                      <a:cubicBezTo>
                        <a:pt x="223520" y="110490"/>
                        <a:pt x="186690" y="121920"/>
                        <a:pt x="156210" y="125730"/>
                      </a:cubicBezTo>
                      <a:cubicBezTo>
                        <a:pt x="123190" y="129540"/>
                        <a:pt x="76200" y="125730"/>
                        <a:pt x="49530" y="110490"/>
                      </a:cubicBezTo>
                      <a:cubicBezTo>
                        <a:pt x="29210" y="99060"/>
                        <a:pt x="12700" y="74930"/>
                        <a:pt x="6350" y="55880"/>
                      </a:cubicBezTo>
                      <a:cubicBezTo>
                        <a:pt x="0" y="40640"/>
                        <a:pt x="1270" y="11430"/>
                        <a:pt x="6350" y="6350"/>
                      </a:cubicBezTo>
                      <a:cubicBezTo>
                        <a:pt x="8890" y="5080"/>
                        <a:pt x="19050" y="8890"/>
                        <a:pt x="19050" y="8890"/>
                      </a:cubicBezTo>
                    </a:path>
                  </a:pathLst>
                </a:custGeom>
                <a:solidFill>
                  <a:srgbClr val="00000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157554" y="973302"/>
                <a:ext cx="614771" cy="527867"/>
                <a:chOff x="0" y="0"/>
                <a:chExt cx="242570" cy="20828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46990" y="50800"/>
                  <a:ext cx="15621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10" h="114300">
                      <a:moveTo>
                        <a:pt x="36830" y="0"/>
                      </a:moveTo>
                      <a:cubicBezTo>
                        <a:pt x="156210" y="58420"/>
                        <a:pt x="153670" y="96520"/>
                        <a:pt x="142240" y="105410"/>
                      </a:cubicBezTo>
                      <a:cubicBezTo>
                        <a:pt x="129540" y="114300"/>
                        <a:pt x="87630" y="96520"/>
                        <a:pt x="63500" y="87630"/>
                      </a:cubicBezTo>
                      <a:cubicBezTo>
                        <a:pt x="41910" y="78740"/>
                        <a:pt x="7620" y="69850"/>
                        <a:pt x="3810" y="54610"/>
                      </a:cubicBezTo>
                      <a:cubicBezTo>
                        <a:pt x="0" y="39370"/>
                        <a:pt x="36830" y="0"/>
                        <a:pt x="36830" y="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1560906" y="950772"/>
                <a:ext cx="643740" cy="566491"/>
                <a:chOff x="0" y="0"/>
                <a:chExt cx="254000" cy="22352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50800" y="55880"/>
                  <a:ext cx="15748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80" h="127000">
                      <a:moveTo>
                        <a:pt x="0" y="54610"/>
                      </a:moveTo>
                      <a:cubicBezTo>
                        <a:pt x="137160" y="0"/>
                        <a:pt x="157480" y="33020"/>
                        <a:pt x="152400" y="49530"/>
                      </a:cubicBezTo>
                      <a:cubicBezTo>
                        <a:pt x="144780" y="74930"/>
                        <a:pt x="41910" y="127000"/>
                        <a:pt x="17780" y="116840"/>
                      </a:cubicBezTo>
                      <a:cubicBezTo>
                        <a:pt x="2540" y="110490"/>
                        <a:pt x="0" y="54610"/>
                        <a:pt x="0" y="54610"/>
                      </a:cubicBezTo>
                    </a:path>
                  </a:pathLst>
                </a:custGeom>
                <a:solidFill>
                  <a:srgbClr val="FFA0F9">
                    <a:alpha val="49804"/>
                  </a:srgb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015456AF-2AE9-438B-B302-B83FD6D671D6}"/>
                    </a:ext>
                  </a:extLst>
                </p14:cNvPr>
                <p14:cNvContentPartPr/>
                <p14:nvPr/>
              </p14:nvContentPartPr>
              <p14:xfrm>
                <a:off x="7305619" y="4410109"/>
                <a:ext cx="172440" cy="16380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015456AF-2AE9-438B-B302-B83FD6D671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619" y="4401109"/>
                  <a:ext cx="190080" cy="18144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58" name="표 58">
            <a:extLst>
              <a:ext uri="{FF2B5EF4-FFF2-40B4-BE49-F238E27FC236}">
                <a16:creationId xmlns:a16="http://schemas.microsoft.com/office/drawing/2014/main" id="{432A51FE-5538-46B6-9CAF-943B4906B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989956"/>
              </p:ext>
            </p:extLst>
          </p:nvPr>
        </p:nvGraphicFramePr>
        <p:xfrm>
          <a:off x="821142" y="6481091"/>
          <a:ext cx="16776878" cy="2821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4219">
                  <a:extLst>
                    <a:ext uri="{9D8B030D-6E8A-4147-A177-3AD203B41FA5}">
                      <a16:colId xmlns:a16="http://schemas.microsoft.com/office/drawing/2014/main" val="7154149"/>
                    </a:ext>
                  </a:extLst>
                </a:gridCol>
                <a:gridCol w="4194220">
                  <a:extLst>
                    <a:ext uri="{9D8B030D-6E8A-4147-A177-3AD203B41FA5}">
                      <a16:colId xmlns:a16="http://schemas.microsoft.com/office/drawing/2014/main" val="3138194732"/>
                    </a:ext>
                  </a:extLst>
                </a:gridCol>
                <a:gridCol w="4194220">
                  <a:extLst>
                    <a:ext uri="{9D8B030D-6E8A-4147-A177-3AD203B41FA5}">
                      <a16:colId xmlns:a16="http://schemas.microsoft.com/office/drawing/2014/main" val="3096348322"/>
                    </a:ext>
                  </a:extLst>
                </a:gridCol>
                <a:gridCol w="4194219">
                  <a:extLst>
                    <a:ext uri="{9D8B030D-6E8A-4147-A177-3AD203B41FA5}">
                      <a16:colId xmlns:a16="http://schemas.microsoft.com/office/drawing/2014/main" val="862883546"/>
                    </a:ext>
                  </a:extLst>
                </a:gridCol>
              </a:tblGrid>
              <a:tr h="2821393"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화면 구현 레이아웃 구성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미세먼지 등급 비율 도넛 그래프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전체 실내 평균 온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습도 믹스차트 생성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데이터 자동저장코드 최종 수정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메인 페이지 디자인 화면 구현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상세보기 페이지 디자인 및 기능구현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각 컬럼에 맞는 각종 아이콘 생성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실내 최고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최저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온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습도 데이터 기반 선그래프 생성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한달 동안의 통합실내지수 평균의 순위 표시하는 테이블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미세먼지 도넛 그래프 쿼리 작성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선택 장소의 미세먼지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초미세먼지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통합실내지수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이산화탄소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휘발성유기화합물의 농도 표시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위도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경도로 데이타베이스 만들기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Map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을 이용한 지도</a:t>
                      </a: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975602"/>
                  </a:ext>
                </a:extLst>
              </a:tr>
            </a:tbl>
          </a:graphicData>
        </a:graphic>
      </p:graphicFrame>
      <p:sp>
        <p:nvSpPr>
          <p:cNvPr id="157" name="Freeform 5"/>
          <p:cNvSpPr/>
          <p:nvPr/>
        </p:nvSpPr>
        <p:spPr>
          <a:xfrm>
            <a:off x="12812716" y="8853802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69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프로젝트 결과물 설계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57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80892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 설계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853207" y="1266641"/>
            <a:ext cx="7862165" cy="106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5A3A5E-C4DF-4929-BEE8-0F4D1199D9F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84" y="2786046"/>
            <a:ext cx="5400000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33EF37-CF08-4D28-B049-E1E6DD004E8E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04" y="2714608"/>
            <a:ext cx="5400000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오른쪽 화살표 10"/>
          <p:cNvSpPr/>
          <p:nvPr/>
        </p:nvSpPr>
        <p:spPr>
          <a:xfrm>
            <a:off x="8143868" y="5072062"/>
            <a:ext cx="2143140" cy="50006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3"/>
          <p:cNvSpPr txBox="1"/>
          <p:nvPr/>
        </p:nvSpPr>
        <p:spPr>
          <a:xfrm>
            <a:off x="8715372" y="4571996"/>
            <a:ext cx="1266349" cy="48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위치 표시</a:t>
            </a:r>
            <a:endParaRPr lang="en-US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AA0C5CE1-A2BA-45FB-B148-96CDF832AF04}"/>
              </a:ext>
            </a:extLst>
          </p:cNvPr>
          <p:cNvGrpSpPr/>
          <p:nvPr/>
        </p:nvGrpSpPr>
        <p:grpSpPr>
          <a:xfrm>
            <a:off x="1161584" y="1542146"/>
            <a:ext cx="7334344" cy="998455"/>
            <a:chOff x="0" y="0"/>
            <a:chExt cx="5920967" cy="696492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E02A4961-78F7-457E-963B-43CDDC4C52B6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8" name="TextBox 10">
            <a:extLst>
              <a:ext uri="{FF2B5EF4-FFF2-40B4-BE49-F238E27FC236}">
                <a16:creationId xmlns:a16="http://schemas.microsoft.com/office/drawing/2014/main" id="{468C2E6B-BC38-4D67-B6F5-285E448A55BB}"/>
              </a:ext>
            </a:extLst>
          </p:cNvPr>
          <p:cNvSpPr txBox="1"/>
          <p:nvPr/>
        </p:nvSpPr>
        <p:spPr>
          <a:xfrm>
            <a:off x="1161584" y="1624045"/>
            <a:ext cx="698477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1.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서초구 지도와 위치표시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5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공공데이터포털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                     https://www.data.go.kr/</a:t>
            </a:r>
          </a:p>
        </p:txBody>
      </p:sp>
    </p:spTree>
    <p:extLst>
      <p:ext uri="{BB962C8B-B14F-4D97-AF65-F5344CB8AC3E}">
        <p14:creationId xmlns:p14="http://schemas.microsoft.com/office/powerpoint/2010/main" val="2567428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73777" y="309590"/>
            <a:ext cx="8255909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 설계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53207" y="1374378"/>
            <a:ext cx="7862168" cy="115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graphicFrame>
        <p:nvGraphicFramePr>
          <p:cNvPr id="8" name="표 12">
            <a:extLst>
              <a:ext uri="{FF2B5EF4-FFF2-40B4-BE49-F238E27FC236}">
                <a16:creationId xmlns:a16="http://schemas.microsoft.com/office/drawing/2014/main" id="{CA7B8B36-0EE6-487B-ACF3-C1F942D6F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09196"/>
              </p:ext>
            </p:extLst>
          </p:nvPr>
        </p:nvGraphicFramePr>
        <p:xfrm>
          <a:off x="1667405" y="2262051"/>
          <a:ext cx="14782801" cy="623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2378052157"/>
                    </a:ext>
                  </a:extLst>
                </a:gridCol>
                <a:gridCol w="3017937">
                  <a:extLst>
                    <a:ext uri="{9D8B030D-6E8A-4147-A177-3AD203B41FA5}">
                      <a16:colId xmlns:a16="http://schemas.microsoft.com/office/drawing/2014/main" val="800491398"/>
                    </a:ext>
                  </a:extLst>
                </a:gridCol>
                <a:gridCol w="3017937">
                  <a:extLst>
                    <a:ext uri="{9D8B030D-6E8A-4147-A177-3AD203B41FA5}">
                      <a16:colId xmlns:a16="http://schemas.microsoft.com/office/drawing/2014/main" val="3493704549"/>
                    </a:ext>
                  </a:extLst>
                </a:gridCol>
                <a:gridCol w="3017937">
                  <a:extLst>
                    <a:ext uri="{9D8B030D-6E8A-4147-A177-3AD203B41FA5}">
                      <a16:colId xmlns:a16="http://schemas.microsoft.com/office/drawing/2014/main" val="1654732244"/>
                    </a:ext>
                  </a:extLst>
                </a:gridCol>
                <a:gridCol w="3017937">
                  <a:extLst>
                    <a:ext uri="{9D8B030D-6E8A-4147-A177-3AD203B41FA5}">
                      <a16:colId xmlns:a16="http://schemas.microsoft.com/office/drawing/2014/main" val="977904212"/>
                    </a:ext>
                  </a:extLst>
                </a:gridCol>
              </a:tblGrid>
              <a:tr h="1136636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4400" baseline="0" dirty="0"/>
                        <a:t>등급 기준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732932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미세먼지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초미세먼지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통합실내지수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소음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246254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매우 좋음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061350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좋음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0~30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0~15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90~100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31~40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373289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보통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31~80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16~50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80~89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41~60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199561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나쁨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81~150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51~100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50~79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61~80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437784"/>
                  </a:ext>
                </a:extLst>
              </a:tr>
              <a:tr h="849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매우 나쁨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151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101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0~49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80</a:t>
                      </a:r>
                      <a:r>
                        <a:rPr lang="ko-KR" altLang="en-US" sz="2800" dirty="0"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185830"/>
                  </a:ext>
                </a:extLst>
              </a:tr>
            </a:tbl>
          </a:graphicData>
        </a:graphic>
      </p:graphicFrame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169FE49-2C33-47D8-82DC-9EB2618D494D}"/>
              </a:ext>
            </a:extLst>
          </p:cNvPr>
          <p:cNvSpPr/>
          <p:nvPr/>
        </p:nvSpPr>
        <p:spPr>
          <a:xfrm>
            <a:off x="4391472" y="3415308"/>
            <a:ext cx="2874532" cy="51055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FAF7A4D-405E-4B9C-BAE4-C4F8C4F7F353}"/>
              </a:ext>
            </a:extLst>
          </p:cNvPr>
          <p:cNvSpPr/>
          <p:nvPr/>
        </p:nvSpPr>
        <p:spPr>
          <a:xfrm>
            <a:off x="7440938" y="3391379"/>
            <a:ext cx="2874532" cy="51055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92C894-1750-401A-A414-194EE6DC5C9A}"/>
              </a:ext>
            </a:extLst>
          </p:cNvPr>
          <p:cNvSpPr/>
          <p:nvPr/>
        </p:nvSpPr>
        <p:spPr>
          <a:xfrm>
            <a:off x="10501813" y="3408218"/>
            <a:ext cx="2874532" cy="51055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3566804-6813-4EAC-A621-C7B2BAFFDF29}"/>
              </a:ext>
            </a:extLst>
          </p:cNvPr>
          <p:cNvSpPr/>
          <p:nvPr/>
        </p:nvSpPr>
        <p:spPr>
          <a:xfrm>
            <a:off x="13475767" y="3408218"/>
            <a:ext cx="2874532" cy="51055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F9F30FD2-6DDE-453D-A0DF-13A6431BA6AC}"/>
              </a:ext>
            </a:extLst>
          </p:cNvPr>
          <p:cNvGrpSpPr/>
          <p:nvPr/>
        </p:nvGrpSpPr>
        <p:grpSpPr>
          <a:xfrm>
            <a:off x="1224274" y="1460900"/>
            <a:ext cx="7120033" cy="639063"/>
            <a:chOff x="0" y="0"/>
            <a:chExt cx="5920967" cy="696492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51BCF1DB-4B58-4D64-AC22-2548018B2E18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1241714" y="1573084"/>
            <a:ext cx="4269284" cy="340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등급 기준 정하기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한국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531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0" y="285716"/>
            <a:ext cx="92322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 설계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3785" y="1287451"/>
            <a:ext cx="7852480" cy="374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B5F511-2893-45FE-926B-A0F9BB769E9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0" y="2160000"/>
            <a:ext cx="12600000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462D2EEE-FA90-4547-922E-F757046B780E}"/>
              </a:ext>
            </a:extLst>
          </p:cNvPr>
          <p:cNvGrpSpPr/>
          <p:nvPr/>
        </p:nvGrpSpPr>
        <p:grpSpPr>
          <a:xfrm>
            <a:off x="1056095" y="1457857"/>
            <a:ext cx="6647746" cy="639063"/>
            <a:chOff x="0" y="0"/>
            <a:chExt cx="5920967" cy="696492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FC8BFDB8-A2E2-4A10-B34E-5BC2DF21AB18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32546F04-4101-40F1-A7D8-47D45B868D88}"/>
              </a:ext>
            </a:extLst>
          </p:cNvPr>
          <p:cNvSpPr txBox="1"/>
          <p:nvPr/>
        </p:nvSpPr>
        <p:spPr>
          <a:xfrm>
            <a:off x="1103458" y="1544232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홈페이지 메인 화면 설계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2421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8758" y="0"/>
            <a:ext cx="19216758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0" y="214278"/>
            <a:ext cx="9232223" cy="960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 설계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862634" y="1174669"/>
            <a:ext cx="7561286" cy="174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5F39E6-5CF0-4C37-A15F-7E6E665C29D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384" y="2319486"/>
            <a:ext cx="12600000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D11A8328-F70C-431D-BF73-20D2D07D2C48}"/>
              </a:ext>
            </a:extLst>
          </p:cNvPr>
          <p:cNvGrpSpPr/>
          <p:nvPr/>
        </p:nvGrpSpPr>
        <p:grpSpPr>
          <a:xfrm>
            <a:off x="854822" y="1414193"/>
            <a:ext cx="7120033" cy="639063"/>
            <a:chOff x="0" y="0"/>
            <a:chExt cx="5920967" cy="696492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4CA5C031-9635-4A15-8A1F-D1839873EE8A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32546F04-4101-40F1-A7D8-47D45B868D88}"/>
              </a:ext>
            </a:extLst>
          </p:cNvPr>
          <p:cNvSpPr txBox="1"/>
          <p:nvPr/>
        </p:nvSpPr>
        <p:spPr>
          <a:xfrm>
            <a:off x="862634" y="1544280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4.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홈페이지 두 번째 화면 설계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290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01" y="-4107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673777" y="1340138"/>
            <a:ext cx="13256569" cy="457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42878" y="428592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3735088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 개발 툴 및 </a:t>
            </a:r>
            <a:r>
              <a:rPr lang="en-US" altLang="ko-KR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API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데이터</a:t>
            </a:r>
            <a:r>
              <a:rPr lang="en-US" altLang="ko-KR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자료 </a:t>
            </a:r>
            <a:endParaRPr lang="en-US" altLang="ko-KR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6DBE90-DFB6-4458-9ACC-B628C872E1B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976960" y="4097026"/>
            <a:ext cx="4590679" cy="10054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91EDEC-9C94-410B-9142-74CA03B3148F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572138" y="6931645"/>
            <a:ext cx="3045801" cy="143996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88D7744-E573-4DF4-AD3F-989FBEAD36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2942" y="5772287"/>
            <a:ext cx="4590679" cy="81817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385C8CC-A97B-4755-B048-3095FC4DBF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2942" y="7272902"/>
            <a:ext cx="4590679" cy="962025"/>
          </a:xfrm>
          <a:prstGeom prst="rect">
            <a:avLst/>
          </a:prstGeom>
        </p:spPr>
      </p:pic>
      <p:sp>
        <p:nvSpPr>
          <p:cNvPr id="2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430441E-7D83-46C2-9A31-81D9633F78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1045" y="1923349"/>
            <a:ext cx="2647950" cy="160834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CA1C890-A72D-496A-8A04-739B76456B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0517" y="1915386"/>
            <a:ext cx="1667423" cy="164562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54B79C0-4F1E-4515-B1BC-4E42E06143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138" y="4369206"/>
            <a:ext cx="3045802" cy="16002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E761AA5-BE26-419D-85B5-49E7D97D3C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31674" y="1915386"/>
            <a:ext cx="1541614" cy="151178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2D7C0B4-0B38-4FB2-B73D-929813DF6E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2834" y="6810630"/>
            <a:ext cx="3286125" cy="156098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6C165C9-8FA8-461E-8D86-22AB233D3B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85774" y="4380132"/>
            <a:ext cx="3324225" cy="14954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C805912-CF02-4DA8-804A-797EA4E749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2877" y="1895353"/>
            <a:ext cx="2162175" cy="1752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EBEF3D8-55E8-4B18-B879-8742BA37E7C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6940" y="1928037"/>
            <a:ext cx="1952625" cy="16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77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테이블 설계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49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563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673777" y="1385858"/>
            <a:ext cx="88512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29540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지도 </a:t>
            </a:r>
            <a:r>
              <a:rPr lang="en-US" altLang="ko-KR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/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실내통합지수 테이블</a:t>
            </a:r>
            <a:endParaRPr lang="en-US" altLang="ko-KR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A47AEE7F-0702-4208-AF4C-9844E824F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314824"/>
              </p:ext>
            </p:extLst>
          </p:nvPr>
        </p:nvGraphicFramePr>
        <p:xfrm>
          <a:off x="2640860" y="2166854"/>
          <a:ext cx="14274802" cy="31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686">
                  <a:extLst>
                    <a:ext uri="{9D8B030D-6E8A-4147-A177-3AD203B41FA5}">
                      <a16:colId xmlns:a16="http://schemas.microsoft.com/office/drawing/2014/main" val="3238516320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493823834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59107536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1239204100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032424357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136100991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18092725"/>
                    </a:ext>
                  </a:extLst>
                </a:gridCol>
              </a:tblGrid>
              <a:tr h="6840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MAP(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지도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3600" baseline="0" dirty="0">
                        <a:solidFill>
                          <a:schemeClr val="tx1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10396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자료형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제약조건이름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+mn-ea"/>
                          <a:ea typeface="+mn-ea"/>
                        </a:rPr>
                        <a:t>PK/FK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DEFAULT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ea"/>
                          <a:ea typeface="+mn-ea"/>
                        </a:rPr>
                        <a:t>논리명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241604638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SERIAL_NO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VARCHAR(15)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SERIAL_NO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시리얼번호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2282711904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STATION_NAME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VARCHAR(20)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STATION_NAME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스테이션명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912330581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LAT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DOUBLE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37.0000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위도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796778153"/>
                  </a:ext>
                </a:extLst>
              </a:tr>
              <a:tr h="451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LON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DOUBLE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126.000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경도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703047630"/>
                  </a:ext>
                </a:extLst>
              </a:tr>
            </a:tbl>
          </a:graphicData>
        </a:graphic>
      </p:graphicFrame>
      <p:graphicFrame>
        <p:nvGraphicFramePr>
          <p:cNvPr id="21" name="표 4">
            <a:extLst>
              <a:ext uri="{FF2B5EF4-FFF2-40B4-BE49-F238E27FC236}">
                <a16:creationId xmlns:a16="http://schemas.microsoft.com/office/drawing/2014/main" id="{7B0C9D07-3C07-47C7-8442-9E680050A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863776"/>
              </p:ext>
            </p:extLst>
          </p:nvPr>
        </p:nvGraphicFramePr>
        <p:xfrm>
          <a:off x="2640860" y="5452059"/>
          <a:ext cx="14274802" cy="3626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686">
                  <a:extLst>
                    <a:ext uri="{9D8B030D-6E8A-4147-A177-3AD203B41FA5}">
                      <a16:colId xmlns:a16="http://schemas.microsoft.com/office/drawing/2014/main" val="3238516320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493823834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59107536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1239204100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032424357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136100991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418092725"/>
                    </a:ext>
                  </a:extLst>
                </a:gridCol>
              </a:tblGrid>
              <a:tr h="6840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CICI(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실내통합지수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3600" baseline="0" dirty="0">
                        <a:solidFill>
                          <a:schemeClr val="tx1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10396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자료형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제약조건이름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</a:t>
                      </a: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+mn-ea"/>
                          <a:ea typeface="+mn-ea"/>
                        </a:rPr>
                        <a:t>PK/FK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DEFAULT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ea"/>
                          <a:ea typeface="+mn-ea"/>
                        </a:rPr>
                        <a:t>논리명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241604638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CICI_NO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AUTO_INCREMEN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실내지수번호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2282711904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CICI_CODE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실내지수코드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912330581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CICI_GRADE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VARCHAR(10)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보통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’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실내지수 등급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796778153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CICI-TIME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DATETIME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실내지수 시간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703047630"/>
                  </a:ext>
                </a:extLst>
              </a:tr>
              <a:tr h="49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SERIAL_NO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VARCHAR(15)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FK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시리얼번호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3710430411"/>
                  </a:ext>
                </a:extLst>
              </a:tr>
            </a:tbl>
          </a:graphicData>
        </a:graphic>
      </p:graphicFrame>
      <p:sp>
        <p:nvSpPr>
          <p:cNvPr id="8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D04E4A9B-1FDE-4566-BD63-03E1982B315D}"/>
              </a:ext>
            </a:extLst>
          </p:cNvPr>
          <p:cNvGrpSpPr/>
          <p:nvPr/>
        </p:nvGrpSpPr>
        <p:grpSpPr>
          <a:xfrm>
            <a:off x="838200" y="1515472"/>
            <a:ext cx="7120033" cy="639063"/>
            <a:chOff x="0" y="0"/>
            <a:chExt cx="5920967" cy="696492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05DC43E0-4A2F-4654-B83D-D3B3AAD99FC6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9" name="TextBox 10">
            <a:extLst>
              <a:ext uri="{FF2B5EF4-FFF2-40B4-BE49-F238E27FC236}">
                <a16:creationId xmlns:a16="http://schemas.microsoft.com/office/drawing/2014/main" id="{3322766C-F80F-42EE-BB85-2A1833D6BF5A}"/>
              </a:ext>
            </a:extLst>
          </p:cNvPr>
          <p:cNvSpPr txBox="1"/>
          <p:nvPr/>
        </p:nvSpPr>
        <p:spPr>
          <a:xfrm>
            <a:off x="1367136" y="1663304"/>
            <a:ext cx="606235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1.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지도와 통합실내지수 테이블 정의서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0372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6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673777" y="1347758"/>
            <a:ext cx="7501886" cy="380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29540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소음 </a:t>
            </a:r>
            <a:r>
              <a:rPr lang="en-US" altLang="ko-KR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/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온</a:t>
            </a:r>
            <a:r>
              <a:rPr lang="en-US" altLang="ko-KR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,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습도 테이블</a:t>
            </a:r>
            <a:endParaRPr lang="en-US" altLang="ko-KR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A47AEE7F-0702-4208-AF4C-9844E824F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52521"/>
              </p:ext>
            </p:extLst>
          </p:nvPr>
        </p:nvGraphicFramePr>
        <p:xfrm>
          <a:off x="2158999" y="2177004"/>
          <a:ext cx="13969777" cy="333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457">
                  <a:extLst>
                    <a:ext uri="{9D8B030D-6E8A-4147-A177-3AD203B41FA5}">
                      <a16:colId xmlns:a16="http://schemas.microsoft.com/office/drawing/2014/main" val="323851632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493823834"/>
                    </a:ext>
                  </a:extLst>
                </a:gridCol>
                <a:gridCol w="1525288">
                  <a:extLst>
                    <a:ext uri="{9D8B030D-6E8A-4147-A177-3AD203B41FA5}">
                      <a16:colId xmlns:a16="http://schemas.microsoft.com/office/drawing/2014/main" val="259107536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1239204100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032424357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136100991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18092725"/>
                    </a:ext>
                  </a:extLst>
                </a:gridCol>
              </a:tblGrid>
              <a:tr h="89929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DECIBEL_INFO(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소음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3600" baseline="0" dirty="0">
                        <a:solidFill>
                          <a:schemeClr val="tx1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10396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aseline="0" dirty="0" err="1"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자료형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제약조건이름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제약조건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PK/FK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DEFAULT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 err="1">
                          <a:latin typeface="+mn-ea"/>
                          <a:ea typeface="+mn-ea"/>
                        </a:rPr>
                        <a:t>논리명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1604638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DECIBEL_CODE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AUTO_INCREMENT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PK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소음코드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82711904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DECIBEL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소음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12330581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DECIBEL_TIME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DATETIME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소음측정날짜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96778153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DECIBEL_GRADE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VARCHAR(10)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보통</a:t>
                      </a:r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’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소음 등급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03047630"/>
                  </a:ext>
                </a:extLst>
              </a:tr>
              <a:tr h="405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SERIAL_NO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VARCHAR(15)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FK</a:t>
                      </a:r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>
                          <a:latin typeface="+mn-ea"/>
                          <a:ea typeface="+mn-ea"/>
                        </a:rPr>
                        <a:t>시리얼번호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450167200"/>
                  </a:ext>
                </a:extLst>
              </a:tr>
            </a:tbl>
          </a:graphicData>
        </a:graphic>
      </p:graphicFrame>
      <p:graphicFrame>
        <p:nvGraphicFramePr>
          <p:cNvPr id="21" name="표 4">
            <a:extLst>
              <a:ext uri="{FF2B5EF4-FFF2-40B4-BE49-F238E27FC236}">
                <a16:creationId xmlns:a16="http://schemas.microsoft.com/office/drawing/2014/main" id="{7B0C9D07-3C07-47C7-8442-9E680050A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26593"/>
              </p:ext>
            </p:extLst>
          </p:nvPr>
        </p:nvGraphicFramePr>
        <p:xfrm>
          <a:off x="2158999" y="5914962"/>
          <a:ext cx="13969776" cy="333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695">
                  <a:extLst>
                    <a:ext uri="{9D8B030D-6E8A-4147-A177-3AD203B41FA5}">
                      <a16:colId xmlns:a16="http://schemas.microsoft.com/office/drawing/2014/main" val="3238516320"/>
                    </a:ext>
                  </a:extLst>
                </a:gridCol>
                <a:gridCol w="2037226">
                  <a:extLst>
                    <a:ext uri="{9D8B030D-6E8A-4147-A177-3AD203B41FA5}">
                      <a16:colId xmlns:a16="http://schemas.microsoft.com/office/drawing/2014/main" val="2493823834"/>
                    </a:ext>
                  </a:extLst>
                </a:gridCol>
                <a:gridCol w="1772063">
                  <a:extLst>
                    <a:ext uri="{9D8B030D-6E8A-4147-A177-3AD203B41FA5}">
                      <a16:colId xmlns:a16="http://schemas.microsoft.com/office/drawing/2014/main" val="259107536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1239204100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032424357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136100991"/>
                    </a:ext>
                  </a:extLst>
                </a:gridCol>
                <a:gridCol w="2048948">
                  <a:extLst>
                    <a:ext uri="{9D8B030D-6E8A-4147-A177-3AD203B41FA5}">
                      <a16:colId xmlns:a16="http://schemas.microsoft.com/office/drawing/2014/main" val="418092725"/>
                    </a:ext>
                  </a:extLst>
                </a:gridCol>
              </a:tblGrid>
              <a:tr h="839663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TEMANDHUM(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온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·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습도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3600" baseline="0" dirty="0">
                        <a:solidFill>
                          <a:schemeClr val="tx1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10396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자료형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제약조건이름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제약조건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+mn-ea"/>
                          <a:ea typeface="+mn-ea"/>
                        </a:rPr>
                        <a:t>PK/FK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DEFAULT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n-ea"/>
                          <a:ea typeface="+mn-ea"/>
                        </a:rPr>
                        <a:t>논리명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1604638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DATA_CODE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AUTO_INCREMENT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PK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데이터 코드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82711904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DATE_TIME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DATETIME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측정 날짜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12330581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SERIAL_NO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VARCHAR(15)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FK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시리얼번호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96778153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TEMPERATURE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FLOAT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온도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03047630"/>
                  </a:ext>
                </a:extLst>
              </a:tr>
              <a:tr h="4157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HUMIDITY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INT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NOT NULL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습도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710430411"/>
                  </a:ext>
                </a:extLst>
              </a:tr>
            </a:tbl>
          </a:graphicData>
        </a:graphic>
      </p:graphicFrame>
      <p:sp>
        <p:nvSpPr>
          <p:cNvPr id="8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F74C833B-F76B-4582-B20F-03D91FFFCCEF}"/>
              </a:ext>
            </a:extLst>
          </p:cNvPr>
          <p:cNvGrpSpPr/>
          <p:nvPr/>
        </p:nvGrpSpPr>
        <p:grpSpPr>
          <a:xfrm>
            <a:off x="1055630" y="1461899"/>
            <a:ext cx="7120033" cy="639063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F997172F-713C-42FD-87B4-276CA4648C13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9" name="TextBox 10">
            <a:extLst>
              <a:ext uri="{FF2B5EF4-FFF2-40B4-BE49-F238E27FC236}">
                <a16:creationId xmlns:a16="http://schemas.microsoft.com/office/drawing/2014/main" id="{3322766C-F80F-42EE-BB85-2A1833D6BF5A}"/>
              </a:ext>
            </a:extLst>
          </p:cNvPr>
          <p:cNvSpPr txBox="1"/>
          <p:nvPr/>
        </p:nvSpPr>
        <p:spPr>
          <a:xfrm>
            <a:off x="1055630" y="1588819"/>
            <a:ext cx="630242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소음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/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온 </a:t>
            </a: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·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습도 테이블 정의서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9378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563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902377" y="1306194"/>
            <a:ext cx="6336623" cy="207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29540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60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실내 </a:t>
            </a:r>
            <a:r>
              <a:rPr lang="ko-KR" alt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공기질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테이블</a:t>
            </a:r>
            <a:endParaRPr lang="en-US" altLang="ko-KR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A47AEE7F-0702-4208-AF4C-9844E824F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919124"/>
              </p:ext>
            </p:extLst>
          </p:nvPr>
        </p:nvGraphicFramePr>
        <p:xfrm>
          <a:off x="2675224" y="2145928"/>
          <a:ext cx="14058278" cy="702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686">
                  <a:extLst>
                    <a:ext uri="{9D8B030D-6E8A-4147-A177-3AD203B41FA5}">
                      <a16:colId xmlns:a16="http://schemas.microsoft.com/office/drawing/2014/main" val="3238516320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493823834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259107536"/>
                    </a:ext>
                  </a:extLst>
                </a:gridCol>
                <a:gridCol w="2093686">
                  <a:extLst>
                    <a:ext uri="{9D8B030D-6E8A-4147-A177-3AD203B41FA5}">
                      <a16:colId xmlns:a16="http://schemas.microsoft.com/office/drawing/2014/main" val="1239204100"/>
                    </a:ext>
                  </a:extLst>
                </a:gridCol>
                <a:gridCol w="1672046">
                  <a:extLst>
                    <a:ext uri="{9D8B030D-6E8A-4147-A177-3AD203B41FA5}">
                      <a16:colId xmlns:a16="http://schemas.microsoft.com/office/drawing/2014/main" val="4032424357"/>
                    </a:ext>
                  </a:extLst>
                </a:gridCol>
                <a:gridCol w="1803646">
                  <a:extLst>
                    <a:ext uri="{9D8B030D-6E8A-4147-A177-3AD203B41FA5}">
                      <a16:colId xmlns:a16="http://schemas.microsoft.com/office/drawing/2014/main" val="4136100991"/>
                    </a:ext>
                  </a:extLst>
                </a:gridCol>
                <a:gridCol w="2588842">
                  <a:extLst>
                    <a:ext uri="{9D8B030D-6E8A-4147-A177-3AD203B41FA5}">
                      <a16:colId xmlns:a16="http://schemas.microsoft.com/office/drawing/2014/main" val="418092725"/>
                    </a:ext>
                  </a:extLst>
                </a:gridCol>
              </a:tblGrid>
              <a:tr h="752816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AIR_QUALITY(</a:t>
                      </a:r>
                      <a:r>
                        <a:rPr lang="ko-KR" altLang="en-US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실내공기</a:t>
                      </a:r>
                      <a:r>
                        <a:rPr lang="en-US" altLang="ko-KR" sz="3600" baseline="0" dirty="0">
                          <a:solidFill>
                            <a:schemeClr val="tx1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3600" baseline="0" dirty="0">
                        <a:solidFill>
                          <a:schemeClr val="tx1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10396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+mj-ea"/>
                          <a:ea typeface="+mj-ea"/>
                        </a:rPr>
                        <a:t>컬럼명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제약조건이름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제약조건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+mj-ea"/>
                          <a:ea typeface="+mj-ea"/>
                        </a:rPr>
                        <a:t>PK/FK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DEFAULT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논리명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04638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AIR_NO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AUTO_INCREMEN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PK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순차번호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711904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PM_CODE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NOT NULL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미세먼지 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330581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PM_GRADE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VARCHAR(10)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‘</a:t>
                      </a:r>
                      <a:r>
                        <a:rPr lang="ko-KR" altLang="en-US" dirty="0">
                          <a:latin typeface="+mj-ea"/>
                          <a:ea typeface="+mj-ea"/>
                        </a:rPr>
                        <a:t>보통</a:t>
                      </a:r>
                      <a:r>
                        <a:rPr lang="en-US" altLang="ko-KR" dirty="0">
                          <a:latin typeface="+mj-ea"/>
                          <a:ea typeface="+mj-ea"/>
                        </a:rPr>
                        <a:t>’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미세먼지 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778153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FPM_CODE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NOT</a:t>
                      </a:r>
                      <a:r>
                        <a:rPr lang="ko-KR" altLang="en-US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dirty="0">
                          <a:latin typeface="+mj-ea"/>
                          <a:ea typeface="+mj-ea"/>
                        </a:rPr>
                        <a:t>NULL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초미세먼지</a:t>
                      </a:r>
                      <a:r>
                        <a:rPr lang="ko-KR" altLang="en-US" dirty="0">
                          <a:latin typeface="+mj-ea"/>
                          <a:ea typeface="+mj-ea"/>
                        </a:rPr>
                        <a:t> 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047630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FPM_GRADE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VARCHAR(10)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‘</a:t>
                      </a:r>
                      <a:r>
                        <a:rPr lang="ko-KR" altLang="en-US" dirty="0">
                          <a:latin typeface="+mj-ea"/>
                          <a:ea typeface="+mj-ea"/>
                        </a:rPr>
                        <a:t>보통</a:t>
                      </a:r>
                      <a:r>
                        <a:rPr lang="en-US" altLang="ko-KR" dirty="0">
                          <a:latin typeface="+mj-ea"/>
                          <a:ea typeface="+mj-ea"/>
                        </a:rPr>
                        <a:t>’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초미세먼지 등급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75052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CO2_CODE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FLOAT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NOT NULL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이산화탄소 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918986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VOCS_CODE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NOT NULL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휘발성유기화합물 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0283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AIR_TIME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DATETIME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NOT NULL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저장시간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77706"/>
                  </a:ext>
                </a:extLst>
              </a:tr>
              <a:tr h="627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SERIAL_NO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VARCHAR(15)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j-ea"/>
                          <a:ea typeface="+mj-ea"/>
                        </a:rPr>
                        <a:t>FK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시리얼번호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824559"/>
                  </a:ext>
                </a:extLst>
              </a:tr>
            </a:tbl>
          </a:graphicData>
        </a:graphic>
      </p:graphicFrame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7EC2BD49-3862-4AA0-A7B4-F822995CF87A}"/>
              </a:ext>
            </a:extLst>
          </p:cNvPr>
          <p:cNvGrpSpPr/>
          <p:nvPr/>
        </p:nvGrpSpPr>
        <p:grpSpPr>
          <a:xfrm>
            <a:off x="838201" y="1354462"/>
            <a:ext cx="5929536" cy="639063"/>
            <a:chOff x="0" y="0"/>
            <a:chExt cx="5920967" cy="696492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1A29DE23-073E-48BC-A432-99EA20B3BF31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8" name="TextBox 10">
            <a:extLst>
              <a:ext uri="{FF2B5EF4-FFF2-40B4-BE49-F238E27FC236}">
                <a16:creationId xmlns:a16="http://schemas.microsoft.com/office/drawing/2014/main" id="{3322766C-F80F-42EE-BB85-2A1833D6BF5A}"/>
              </a:ext>
            </a:extLst>
          </p:cNvPr>
          <p:cNvSpPr txBox="1"/>
          <p:nvPr/>
        </p:nvSpPr>
        <p:spPr>
          <a:xfrm>
            <a:off x="1285820" y="1500162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실내공기등급 테이블 정의서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6155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563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 flipV="1">
            <a:off x="673777" y="1347758"/>
            <a:ext cx="5955623" cy="381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8622623" cy="103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ko-KR" altLang="en-US" sz="6999" dirty="0">
                <a:solidFill>
                  <a:srgbClr val="003EA8"/>
                </a:solidFill>
                <a:ea typeface="Arita Dotum Bold"/>
              </a:rPr>
              <a:t> </a:t>
            </a:r>
            <a:endParaRPr lang="en-US" sz="6999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859BB1F-74B4-40D5-807A-240DCBDBCF85}"/>
              </a:ext>
            </a:extLst>
          </p:cNvPr>
          <p:cNvSpPr txBox="1"/>
          <p:nvPr/>
        </p:nvSpPr>
        <p:spPr>
          <a:xfrm>
            <a:off x="838200" y="666340"/>
            <a:ext cx="129540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테이블 설계단계</a:t>
            </a:r>
            <a:endParaRPr lang="en-US" altLang="ko-KR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A3776A-5542-4269-9C74-29535D06B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296" y="2230689"/>
            <a:ext cx="14953846" cy="7388237"/>
          </a:xfrm>
          <a:prstGeom prst="rect">
            <a:avLst/>
          </a:prstGeom>
        </p:spPr>
      </p:pic>
      <p:sp>
        <p:nvSpPr>
          <p:cNvPr id="21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517DAE23-DC07-472F-BDFD-5C74DDBF3475}"/>
              </a:ext>
            </a:extLst>
          </p:cNvPr>
          <p:cNvGrpSpPr/>
          <p:nvPr/>
        </p:nvGrpSpPr>
        <p:grpSpPr>
          <a:xfrm>
            <a:off x="854822" y="1414193"/>
            <a:ext cx="7120033" cy="639063"/>
            <a:chOff x="0" y="0"/>
            <a:chExt cx="5920967" cy="696492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362E415B-E1A0-4131-B1CA-FBC69BFBA48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23" name="TextBox 10">
            <a:extLst>
              <a:ext uri="{FF2B5EF4-FFF2-40B4-BE49-F238E27FC236}">
                <a16:creationId xmlns:a16="http://schemas.microsoft.com/office/drawing/2014/main" id="{3322766C-F80F-42EE-BB85-2A1833D6BF5A}"/>
              </a:ext>
            </a:extLst>
          </p:cNvPr>
          <p:cNvSpPr txBox="1"/>
          <p:nvPr/>
        </p:nvSpPr>
        <p:spPr>
          <a:xfrm>
            <a:off x="667765" y="1563292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  4. ERD</a:t>
            </a:r>
            <a:r>
              <a:rPr lang="ko-KR" altLang="en-US" sz="24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생성</a:t>
            </a:r>
            <a:endParaRPr lang="en-US" altLang="ko-KR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04BC913-B3C3-4762-92D2-0F00B68C7024}"/>
              </a:ext>
            </a:extLst>
          </p:cNvPr>
          <p:cNvSpPr/>
          <p:nvPr/>
        </p:nvSpPr>
        <p:spPr>
          <a:xfrm>
            <a:off x="8351912" y="2839244"/>
            <a:ext cx="4392488" cy="36004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DB424D7-9FA2-4A08-B430-4BF012D4DB04}"/>
              </a:ext>
            </a:extLst>
          </p:cNvPr>
          <p:cNvSpPr/>
          <p:nvPr/>
        </p:nvSpPr>
        <p:spPr>
          <a:xfrm>
            <a:off x="8351912" y="6907697"/>
            <a:ext cx="4032448" cy="36004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F0251C-1EAF-4071-9AE0-BB0D95E96568}"/>
              </a:ext>
            </a:extLst>
          </p:cNvPr>
          <p:cNvSpPr/>
          <p:nvPr/>
        </p:nvSpPr>
        <p:spPr>
          <a:xfrm>
            <a:off x="8351912" y="8906790"/>
            <a:ext cx="4032448" cy="36004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50483E7-9CAC-417F-8841-4DE618CEF1AA}"/>
              </a:ext>
            </a:extLst>
          </p:cNvPr>
          <p:cNvSpPr/>
          <p:nvPr/>
        </p:nvSpPr>
        <p:spPr>
          <a:xfrm>
            <a:off x="13248456" y="5211043"/>
            <a:ext cx="4193232" cy="36004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2188B87-9FA7-4FC7-8A39-CCC0C2A8AFDC}"/>
              </a:ext>
            </a:extLst>
          </p:cNvPr>
          <p:cNvSpPr/>
          <p:nvPr/>
        </p:nvSpPr>
        <p:spPr>
          <a:xfrm>
            <a:off x="3095328" y="6367636"/>
            <a:ext cx="4320480" cy="360040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프로젝트 결과물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1697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-289048" y="324310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07096" y="1339583"/>
            <a:ext cx="5565136" cy="457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8721B756-B0DB-4EA1-A103-335A8D7D6AAF}"/>
              </a:ext>
            </a:extLst>
          </p:cNvPr>
          <p:cNvGrpSpPr/>
          <p:nvPr/>
        </p:nvGrpSpPr>
        <p:grpSpPr>
          <a:xfrm>
            <a:off x="1196471" y="1552108"/>
            <a:ext cx="6018703" cy="639063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62EB00A1-2D17-476B-A61B-32CE512A1F37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683716" y="1635865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1.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실행결과 메인 화면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4168F7-00B4-41C4-837F-764FF25BB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360" y="2285285"/>
            <a:ext cx="13491653" cy="6703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4605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4298" y="-27946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-217040" y="218850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53207" y="1255068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60A1B434-87CA-48C4-9A1F-ADFDE2A67C17}"/>
              </a:ext>
            </a:extLst>
          </p:cNvPr>
          <p:cNvGrpSpPr/>
          <p:nvPr/>
        </p:nvGrpSpPr>
        <p:grpSpPr>
          <a:xfrm>
            <a:off x="1037626" y="1529963"/>
            <a:ext cx="7120033" cy="639063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6EDD5019-A414-4159-A32E-CFE3D4CE4575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1031081" y="1601001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시간 별 최고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저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)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온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습도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AB938B-0A7F-4A34-BA70-C72A618FD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2933" y="2241495"/>
            <a:ext cx="11162853" cy="6888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8007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0" y="336490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151113" y="1275145"/>
            <a:ext cx="6048672" cy="14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EA2CCCFB-A510-4E8C-B7E6-D8A54891347F}"/>
              </a:ext>
            </a:extLst>
          </p:cNvPr>
          <p:cNvGrpSpPr/>
          <p:nvPr/>
        </p:nvGrpSpPr>
        <p:grpSpPr>
          <a:xfrm>
            <a:off x="1521870" y="1538374"/>
            <a:ext cx="6048673" cy="639063"/>
            <a:chOff x="0" y="0"/>
            <a:chExt cx="5920967" cy="696492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A16C9BD2-9398-45AF-A7B6-B57DFD90119D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683715" y="1635865"/>
            <a:ext cx="7120033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3. 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서초구 내 가장 쾌적한 곳 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1~5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위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그림 11" descr="초기화면2.png">
            <a:extLst>
              <a:ext uri="{FF2B5EF4-FFF2-40B4-BE49-F238E27FC236}">
                <a16:creationId xmlns:a16="http://schemas.microsoft.com/office/drawing/2014/main" id="{67DCDE27-8A88-4E8D-A6B4-E052E8228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576" y="2514151"/>
            <a:ext cx="9825135" cy="625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84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0" y="336490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151113" y="1275145"/>
            <a:ext cx="6048672" cy="14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EA2CCCFB-A510-4E8C-B7E6-D8A54891347F}"/>
              </a:ext>
            </a:extLst>
          </p:cNvPr>
          <p:cNvGrpSpPr/>
          <p:nvPr/>
        </p:nvGrpSpPr>
        <p:grpSpPr>
          <a:xfrm>
            <a:off x="1521870" y="1538374"/>
            <a:ext cx="6048673" cy="639063"/>
            <a:chOff x="0" y="0"/>
            <a:chExt cx="5920967" cy="696492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A16C9BD2-9398-45AF-A7B6-B57DFD90119D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683715" y="1635865"/>
            <a:ext cx="7120033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3. 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서초구 전체 실내 평균 온</a:t>
            </a: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습도와 미세먼지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F21EF2-C01C-402A-BAF8-A4B723ECA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530" y="3112169"/>
            <a:ext cx="7322470" cy="4911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57FAA3D-62D2-467B-B21C-CD0144B97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032" y="3112169"/>
            <a:ext cx="8782227" cy="476763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9649B89-9595-48EE-9A21-999E88E76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36639" y="3271292"/>
            <a:ext cx="3958722" cy="40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82716E-6 L 0.25 3.82716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-145032" y="284861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853207" y="1327076"/>
            <a:ext cx="65880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 descr="초기화면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16" y="2428856"/>
            <a:ext cx="1733792" cy="67446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B9168C-5B5A-408A-AFD5-6AC180F5DD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578" y="3349335"/>
            <a:ext cx="10612824" cy="5780339"/>
          </a:xfrm>
          <a:prstGeom prst="rect">
            <a:avLst/>
          </a:prstGeom>
        </p:spPr>
      </p:pic>
      <p:grpSp>
        <p:nvGrpSpPr>
          <p:cNvPr id="12" name="Group 3">
            <a:extLst>
              <a:ext uri="{FF2B5EF4-FFF2-40B4-BE49-F238E27FC236}">
                <a16:creationId xmlns:a16="http://schemas.microsoft.com/office/drawing/2014/main" id="{4D0C8C7F-BCA1-4F26-AD26-CA68703D3710}"/>
              </a:ext>
            </a:extLst>
          </p:cNvPr>
          <p:cNvGrpSpPr/>
          <p:nvPr/>
        </p:nvGrpSpPr>
        <p:grpSpPr>
          <a:xfrm>
            <a:off x="1079104" y="1595581"/>
            <a:ext cx="7120033" cy="639063"/>
            <a:chOff x="0" y="0"/>
            <a:chExt cx="5920967" cy="696492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B7552927-7874-4CFE-8541-B0D90A68A4C3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1223120" y="1665356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4.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서초구 지도 및 위치구현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994DFE-E489-4513-97EB-43D1D6E73A3E}"/>
              </a:ext>
            </a:extLst>
          </p:cNvPr>
          <p:cNvSpPr txBox="1"/>
          <p:nvPr/>
        </p:nvSpPr>
        <p:spPr>
          <a:xfrm>
            <a:off x="9648056" y="8383861"/>
            <a:ext cx="14401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CJ</a:t>
            </a:r>
            <a:r>
              <a:rPr lang="ko-KR" altLang="en-US" sz="1200" dirty="0" err="1"/>
              <a:t>키즈빌어린이집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7675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41 -0.00139 L -0.06441 -0.00124 C -0.07092 -0.01914 -0.07396 -0.02979 -0.08221 -0.04445 C -0.08516 -0.0497 -0.08872 -0.05386 -0.09184 -0.0588 C -0.0941 -0.06235 -0.09592 -0.06698 -0.09835 -0.07022 C -0.11476 -0.09321 -0.11051 -0.0855 -0.12492 -0.10031 C -0.12848 -0.10402 -0.13186 -0.10834 -0.13542 -0.11189 C -0.15165 -0.12732 -0.1533 -0.1196 -0.17335 -0.14908 L -0.1967 -0.18349 C -0.20104 -0.18997 -0.20321 -0.19414 -0.20808 -0.19923 C -0.21224 -0.20386 -0.21667 -0.20788 -0.22092 -0.2122 C -0.2211 -0.21235 -0.2283 -0.21991 -0.22978 -0.22084 C -0.23108 -0.22161 -0.23247 -0.22176 -0.23386 -0.22223 C -0.24158 -0.23596 -0.23169 -0.2196 -0.23872 -0.22794 C -0.23967 -0.22902 -0.24028 -0.23087 -0.24115 -0.23226 C -0.2421 -0.2338 -0.24323 -0.23504 -0.24436 -0.23658 C -0.24749 -0.24476 -0.2441 -0.23735 -0.24922 -0.24368 C -0.25087 -0.24584 -0.25235 -0.24862 -0.254 -0.25093 C -0.25556 -0.25294 -0.25738 -0.25448 -0.25886 -0.25664 C -0.26007 -0.25834 -0.26094 -0.2605 -0.26207 -0.26235 C -0.26788 -0.27161 -0.26407 -0.26497 -0.26858 -0.27099 C -0.27101 -0.27423 -0.27309 -0.27855 -0.27578 -0.28102 C -0.27795 -0.28288 -0.28038 -0.28411 -0.28229 -0.28673 C -0.2915 -0.29985 -0.28238 -0.28828 -0.28872 -0.29383 C -0.29384 -0.29846 -0.29141 -0.29815 -0.29679 -0.30109 C -0.29887 -0.30217 -0.30321 -0.30386 -0.30321 -0.30371 C -0.30434 -0.30494 -0.3053 -0.30618 -0.30643 -0.3068 C -0.31172 -0.30988 -0.31111 -0.30957 -0.3145 -0.30957 L -0.31528 -0.30957 " pathEditMode="relative" rAng="0" ptsTypes="AAAAAAAAAAAAAAA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43" y="-1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0" y="337101"/>
            <a:ext cx="8165423" cy="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프로젝트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 </a:t>
            </a:r>
            <a:r>
              <a:rPr lang="ko-KR" alt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결과물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5197" y="1275756"/>
            <a:ext cx="61745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7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 descr="두번째화면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400" y="2404224"/>
            <a:ext cx="13140003" cy="6899134"/>
          </a:xfrm>
          <a:prstGeom prst="rect">
            <a:avLst/>
          </a:prstGeom>
        </p:spPr>
      </p:pic>
      <p:grpSp>
        <p:nvGrpSpPr>
          <p:cNvPr id="11" name="Group 3">
            <a:extLst>
              <a:ext uri="{FF2B5EF4-FFF2-40B4-BE49-F238E27FC236}">
                <a16:creationId xmlns:a16="http://schemas.microsoft.com/office/drawing/2014/main" id="{8D7B7F4B-C229-46B8-9103-87F13E4FCECD}"/>
              </a:ext>
            </a:extLst>
          </p:cNvPr>
          <p:cNvGrpSpPr/>
          <p:nvPr/>
        </p:nvGrpSpPr>
        <p:grpSpPr>
          <a:xfrm>
            <a:off x="1025197" y="1495965"/>
            <a:ext cx="4769788" cy="639063"/>
            <a:chOff x="0" y="0"/>
            <a:chExt cx="5920967" cy="696492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15BBF075-3AB1-4CA0-B701-2B679B9B1837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B7DE6DAD-A362-49C0-A437-D40A0F87BB5D}"/>
              </a:ext>
            </a:extLst>
          </p:cNvPr>
          <p:cNvSpPr txBox="1"/>
          <p:nvPr/>
        </p:nvSpPr>
        <p:spPr>
          <a:xfrm>
            <a:off x="853207" y="1559697"/>
            <a:ext cx="426928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5.  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위치 </a:t>
            </a:r>
            <a:r>
              <a:rPr lang="ko-KR" altLang="en-US" sz="25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클릭시</a:t>
            </a:r>
            <a:r>
              <a:rPr lang="ko-KR" altLang="en-US" sz="25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이동화면</a:t>
            </a:r>
            <a:endParaRPr lang="en-US" altLang="ko-KR" sz="25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52A073-7030-4BCD-A587-638CDB612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009" y="3243365"/>
            <a:ext cx="4680520" cy="45986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3790F29-8FED-4151-B310-AAEF0C016B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7630" y="6727676"/>
            <a:ext cx="514350" cy="352425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7D8F18-F460-46CD-A06C-535CF1BD45DC}"/>
              </a:ext>
            </a:extLst>
          </p:cNvPr>
          <p:cNvSpPr/>
          <p:nvPr/>
        </p:nvSpPr>
        <p:spPr>
          <a:xfrm>
            <a:off x="9144000" y="2695228"/>
            <a:ext cx="2073630" cy="548137"/>
          </a:xfrm>
          <a:prstGeom prst="roundRect">
            <a:avLst/>
          </a:prstGeom>
          <a:noFill/>
          <a:ln w="603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20E0A71-3C9D-4D5D-BC0C-BDA018861353}"/>
              </a:ext>
            </a:extLst>
          </p:cNvPr>
          <p:cNvSpPr/>
          <p:nvPr/>
        </p:nvSpPr>
        <p:spPr>
          <a:xfrm>
            <a:off x="15120664" y="2695228"/>
            <a:ext cx="1368152" cy="54813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9713A51-E21B-4861-949E-4EF673AFF4AA}"/>
              </a:ext>
            </a:extLst>
          </p:cNvPr>
          <p:cNvSpPr/>
          <p:nvPr/>
        </p:nvSpPr>
        <p:spPr>
          <a:xfrm>
            <a:off x="10224120" y="3775348"/>
            <a:ext cx="3312368" cy="3744416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E6B37E2-9C56-4982-B7D5-3D38BFF3BF3C}"/>
              </a:ext>
            </a:extLst>
          </p:cNvPr>
          <p:cNvSpPr/>
          <p:nvPr/>
        </p:nvSpPr>
        <p:spPr>
          <a:xfrm>
            <a:off x="4235009" y="2783559"/>
            <a:ext cx="588511" cy="45980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52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자체평가 의견 및 </a:t>
            </a:r>
            <a:r>
              <a:rPr lang="ko-KR" altLang="en-US" sz="9000" dirty="0" err="1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느낀점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205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05495" y="385153"/>
            <a:ext cx="10211132" cy="1160706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3392468" y="1815377"/>
            <a:ext cx="13977311" cy="1514457"/>
            <a:chOff x="0" y="0"/>
            <a:chExt cx="9416297" cy="10202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altLang="ko-KR" sz="2400" dirty="0"/>
            </a:p>
            <a:p>
              <a:r>
                <a:rPr lang="ko-KR" altLang="en-US" sz="2400" dirty="0"/>
                <a:t>자동 저장 코드를 만들며 마지막까지 시행착오가 있었지만 </a:t>
              </a:r>
              <a:endParaRPr lang="en-US" altLang="ko-KR" sz="2400" dirty="0"/>
            </a:p>
            <a:p>
              <a:r>
                <a:rPr lang="ko-KR" altLang="en-US" sz="2400" dirty="0"/>
                <a:t>새로운 내용들을 많이 알게 된 것 같고 동시에 아직 배울 것이 많다고  느꼈다</a:t>
              </a:r>
              <a:r>
                <a:rPr lang="en-US" altLang="ko-KR" sz="2400" dirty="0"/>
                <a:t>.</a:t>
              </a:r>
              <a:endParaRPr lang="ko-KR" altLang="en-US" sz="240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06323" y="3868956"/>
            <a:ext cx="13977311" cy="1514457"/>
            <a:chOff x="0" y="0"/>
            <a:chExt cx="9416297" cy="10202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ko-KR" altLang="en-US" sz="2400" dirty="0"/>
                <a:t>사용해보지 않은 차트를 우리가 받아온 데이터를 기반으로 만들려고  할 때 조금 어려움을 느꼈다</a:t>
              </a:r>
              <a:r>
                <a:rPr lang="en-US" altLang="ko-KR" sz="2400" dirty="0"/>
                <a:t>.  </a:t>
              </a:r>
            </a:p>
            <a:p>
              <a:r>
                <a:rPr lang="ko-KR" altLang="en-US" sz="2400" dirty="0"/>
                <a:t>하지만 다 같이 모은 데이터를 기반으로 화면을 구현하고 보니 뿌듯했고</a:t>
              </a:r>
              <a:r>
                <a:rPr lang="en-US" altLang="ko-KR" sz="2400" dirty="0"/>
                <a:t>, </a:t>
              </a:r>
              <a:r>
                <a:rPr lang="ko-KR" altLang="en-US" sz="2400" dirty="0"/>
                <a:t>더 열심히 </a:t>
              </a:r>
              <a:r>
                <a:rPr lang="ko-KR" altLang="en-US" sz="2400" dirty="0" err="1"/>
                <a:t>해야겠다는</a:t>
              </a:r>
              <a:r>
                <a:rPr lang="ko-KR" altLang="en-US" sz="2400" dirty="0"/>
                <a:t> 생각이 들었다</a:t>
              </a:r>
              <a:r>
                <a:rPr lang="en-US" altLang="ko-KR" sz="2400" dirty="0"/>
                <a:t>.</a:t>
              </a:r>
              <a:endParaRPr lang="ko-KR" altLang="en-US" sz="240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557749" y="5831046"/>
            <a:ext cx="13977311" cy="1514457"/>
            <a:chOff x="0" y="0"/>
            <a:chExt cx="9416297" cy="10202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altLang="ko-KR" sz="2400" dirty="0"/>
            </a:p>
            <a:p>
              <a:r>
                <a:rPr lang="ko-KR" altLang="en-US" sz="2400" dirty="0"/>
                <a:t>데이터를 다루는데 중복된 값을 미처 제거하지 못해서 많이 애를 먹었다</a:t>
              </a:r>
              <a:r>
                <a:rPr lang="en-US" altLang="ko-KR" sz="2400" dirty="0"/>
                <a:t>. </a:t>
              </a:r>
            </a:p>
            <a:p>
              <a:r>
                <a:rPr lang="ko-KR" altLang="en-US" sz="2400" dirty="0"/>
                <a:t>해결하려고 시행착오를 겪으면서 새로운 걸 알게 되었고 많은 공부가 되었다</a:t>
              </a:r>
              <a:r>
                <a:rPr lang="en-US" altLang="ko-KR" sz="2400" dirty="0"/>
                <a:t>.</a:t>
              </a:r>
              <a:endParaRPr lang="ko-KR" altLang="en-US" sz="240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92468" y="7908554"/>
            <a:ext cx="13977311" cy="1514457"/>
            <a:chOff x="0" y="0"/>
            <a:chExt cx="9416297" cy="10202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ko-KR" altLang="en-US" sz="2400" dirty="0"/>
                <a:t>이번 프로젝트에서 데이터를 받아 지도를 만드는 부분을 담당했다</a:t>
              </a:r>
              <a:r>
                <a:rPr lang="en-US" altLang="ko-KR" sz="2400" dirty="0"/>
                <a:t>. </a:t>
              </a:r>
              <a:r>
                <a:rPr lang="ko-KR" altLang="en-US" sz="2400" dirty="0"/>
                <a:t> </a:t>
              </a:r>
              <a:endParaRPr lang="en-US" altLang="ko-KR" sz="2400" dirty="0"/>
            </a:p>
            <a:p>
              <a:r>
                <a:rPr lang="ko-KR" altLang="en-US" sz="2400" dirty="0"/>
                <a:t>자동저장에서 문제가 많이 생겼지만 별 도움은 되지 못한 것 같다</a:t>
              </a:r>
              <a:r>
                <a:rPr lang="en-US" altLang="ko-KR" sz="2400" dirty="0"/>
                <a:t>.</a:t>
              </a:r>
            </a:p>
            <a:p>
              <a:r>
                <a:rPr lang="ko-KR" altLang="en-US" sz="2400" dirty="0"/>
                <a:t>프로젝트가 끝나는 시점에 아쉬움이 많이 남는다</a:t>
              </a:r>
              <a:r>
                <a:rPr lang="en-US" altLang="ko-KR" sz="2400" dirty="0"/>
                <a:t>.  </a:t>
              </a:r>
              <a:endParaRPr lang="ko-KR" altLang="en-US" sz="2400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87066" y="9267409"/>
            <a:ext cx="1020967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장무옥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34685" y="3103302"/>
            <a:ext cx="1002092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지선영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00202" y="7239899"/>
            <a:ext cx="107105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윤상혁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34685" y="5151637"/>
            <a:ext cx="1002092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4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김주희</a:t>
            </a:r>
            <a:endParaRPr lang="en-US" sz="24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401213" y="7864552"/>
            <a:ext cx="1392674" cy="1392674"/>
            <a:chOff x="0" y="0"/>
            <a:chExt cx="1856899" cy="185689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856899" cy="185689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20044" tIns="20044" rIns="20044" bIns="20044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40367" y="593050"/>
              <a:ext cx="420010" cy="412420"/>
              <a:chOff x="0" y="0"/>
              <a:chExt cx="210820" cy="2070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98215" y="598110"/>
              <a:ext cx="422540" cy="397239"/>
              <a:chOff x="0" y="0"/>
              <a:chExt cx="212090" cy="1993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09890" y="896672"/>
              <a:ext cx="726162" cy="450373"/>
              <a:chOff x="0" y="0"/>
              <a:chExt cx="364490" cy="2260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765102"/>
              <a:ext cx="483265" cy="414950"/>
              <a:chOff x="0" y="0"/>
              <a:chExt cx="242570" cy="2082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03160" y="747391"/>
              <a:ext cx="506037" cy="445312"/>
              <a:chOff x="0" y="0"/>
              <a:chExt cx="254000" cy="2235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45462" y="751744"/>
              <a:ext cx="574041" cy="390348"/>
              <a:chOff x="0" y="0"/>
              <a:chExt cx="730250" cy="49657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720" y="48260"/>
                <a:ext cx="636270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401320">
                    <a:moveTo>
                      <a:pt x="64770" y="26670"/>
                    </a:moveTo>
                    <a:cubicBezTo>
                      <a:pt x="76200" y="233680"/>
                      <a:pt x="85090" y="251460"/>
                      <a:pt x="95250" y="271780"/>
                    </a:cubicBezTo>
                    <a:cubicBezTo>
                      <a:pt x="105410" y="290830"/>
                      <a:pt x="116840" y="312420"/>
                      <a:pt x="133350" y="323850"/>
                    </a:cubicBezTo>
                    <a:cubicBezTo>
                      <a:pt x="147320" y="334010"/>
                      <a:pt x="165100" y="335280"/>
                      <a:pt x="187960" y="339090"/>
                    </a:cubicBezTo>
                    <a:cubicBezTo>
                      <a:pt x="219710" y="342900"/>
                      <a:pt x="262890" y="345440"/>
                      <a:pt x="308610" y="339090"/>
                    </a:cubicBezTo>
                    <a:cubicBezTo>
                      <a:pt x="372110" y="330200"/>
                      <a:pt x="474980" y="283210"/>
                      <a:pt x="528320" y="271780"/>
                    </a:cubicBezTo>
                    <a:cubicBezTo>
                      <a:pt x="558800" y="265430"/>
                      <a:pt x="581660" y="257810"/>
                      <a:pt x="599440" y="264160"/>
                    </a:cubicBezTo>
                    <a:cubicBezTo>
                      <a:pt x="614680" y="267970"/>
                      <a:pt x="631190" y="279400"/>
                      <a:pt x="633730" y="289560"/>
                    </a:cubicBezTo>
                    <a:cubicBezTo>
                      <a:pt x="636270" y="297180"/>
                      <a:pt x="629920" y="311150"/>
                      <a:pt x="623570" y="314960"/>
                    </a:cubicBezTo>
                    <a:cubicBezTo>
                      <a:pt x="615950" y="321310"/>
                      <a:pt x="595630" y="322580"/>
                      <a:pt x="588010" y="317500"/>
                    </a:cubicBezTo>
                    <a:cubicBezTo>
                      <a:pt x="580390" y="311150"/>
                      <a:pt x="574040" y="292100"/>
                      <a:pt x="576580" y="283210"/>
                    </a:cubicBezTo>
                    <a:cubicBezTo>
                      <a:pt x="579120" y="275590"/>
                      <a:pt x="589280" y="265430"/>
                      <a:pt x="596900" y="264160"/>
                    </a:cubicBezTo>
                    <a:cubicBezTo>
                      <a:pt x="607060" y="262890"/>
                      <a:pt x="629920" y="276860"/>
                      <a:pt x="633730" y="287020"/>
                    </a:cubicBezTo>
                    <a:cubicBezTo>
                      <a:pt x="636270" y="295910"/>
                      <a:pt x="628650" y="311150"/>
                      <a:pt x="618490" y="318770"/>
                    </a:cubicBezTo>
                    <a:cubicBezTo>
                      <a:pt x="603250" y="330200"/>
                      <a:pt x="567690" y="321310"/>
                      <a:pt x="541020" y="327660"/>
                    </a:cubicBezTo>
                    <a:cubicBezTo>
                      <a:pt x="505460" y="336550"/>
                      <a:pt x="464820" y="361950"/>
                      <a:pt x="426720" y="373380"/>
                    </a:cubicBezTo>
                    <a:cubicBezTo>
                      <a:pt x="388620" y="384810"/>
                      <a:pt x="350520" y="392430"/>
                      <a:pt x="308610" y="396240"/>
                    </a:cubicBezTo>
                    <a:cubicBezTo>
                      <a:pt x="262890" y="400050"/>
                      <a:pt x="195580" y="401320"/>
                      <a:pt x="160020" y="394970"/>
                    </a:cubicBezTo>
                    <a:cubicBezTo>
                      <a:pt x="137160" y="389890"/>
                      <a:pt x="123190" y="386080"/>
                      <a:pt x="106680" y="374650"/>
                    </a:cubicBezTo>
                    <a:cubicBezTo>
                      <a:pt x="85090" y="358140"/>
                      <a:pt x="60960" y="330200"/>
                      <a:pt x="44450" y="299720"/>
                    </a:cubicBezTo>
                    <a:cubicBezTo>
                      <a:pt x="24130" y="260350"/>
                      <a:pt x="10160" y="201930"/>
                      <a:pt x="5080" y="153670"/>
                    </a:cubicBezTo>
                    <a:cubicBezTo>
                      <a:pt x="1270" y="106680"/>
                      <a:pt x="0" y="35560"/>
                      <a:pt x="15240" y="15240"/>
                    </a:cubicBezTo>
                    <a:cubicBezTo>
                      <a:pt x="22860" y="5080"/>
                      <a:pt x="39370" y="0"/>
                      <a:pt x="48260" y="2540"/>
                    </a:cubicBezTo>
                    <a:cubicBezTo>
                      <a:pt x="55880" y="5080"/>
                      <a:pt x="64770" y="26670"/>
                      <a:pt x="64770" y="2667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14678" y="818633"/>
              <a:ext cx="312478" cy="125790"/>
              <a:chOff x="0" y="0"/>
              <a:chExt cx="397510" cy="16002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9530" y="50800"/>
                <a:ext cx="29845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298450" h="80010">
                    <a:moveTo>
                      <a:pt x="30480" y="0"/>
                    </a:moveTo>
                    <a:cubicBezTo>
                      <a:pt x="285750" y="11430"/>
                      <a:pt x="295910" y="24130"/>
                      <a:pt x="297180" y="33020"/>
                    </a:cubicBezTo>
                    <a:cubicBezTo>
                      <a:pt x="298450" y="40640"/>
                      <a:pt x="290830" y="52070"/>
                      <a:pt x="283210" y="55880"/>
                    </a:cubicBezTo>
                    <a:cubicBezTo>
                      <a:pt x="275590" y="59690"/>
                      <a:pt x="256540" y="58420"/>
                      <a:pt x="250190" y="52070"/>
                    </a:cubicBezTo>
                    <a:cubicBezTo>
                      <a:pt x="243840" y="46990"/>
                      <a:pt x="240030" y="35560"/>
                      <a:pt x="241300" y="27940"/>
                    </a:cubicBezTo>
                    <a:cubicBezTo>
                      <a:pt x="243840" y="19050"/>
                      <a:pt x="257810" y="5080"/>
                      <a:pt x="266700" y="3810"/>
                    </a:cubicBezTo>
                    <a:cubicBezTo>
                      <a:pt x="275590" y="2540"/>
                      <a:pt x="293370" y="12700"/>
                      <a:pt x="295910" y="21590"/>
                    </a:cubicBezTo>
                    <a:cubicBezTo>
                      <a:pt x="298450" y="30480"/>
                      <a:pt x="292100" y="49530"/>
                      <a:pt x="278130" y="58420"/>
                    </a:cubicBezTo>
                    <a:cubicBezTo>
                      <a:pt x="243840" y="80010"/>
                      <a:pt x="60960" y="72390"/>
                      <a:pt x="24130" y="52070"/>
                    </a:cubicBezTo>
                    <a:cubicBezTo>
                      <a:pt x="8890" y="44450"/>
                      <a:pt x="0" y="27940"/>
                      <a:pt x="1270" y="20320"/>
                    </a:cubicBezTo>
                    <a:cubicBezTo>
                      <a:pt x="2540" y="11430"/>
                      <a:pt x="30480" y="0"/>
                      <a:pt x="30480" y="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4345" y="698833"/>
              <a:ext cx="568051" cy="375373"/>
              <a:chOff x="0" y="0"/>
              <a:chExt cx="722630" cy="4775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9530" y="35560"/>
                <a:ext cx="6375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637540" h="392430">
                    <a:moveTo>
                      <a:pt x="26670" y="46990"/>
                    </a:moveTo>
                    <a:cubicBezTo>
                      <a:pt x="350520" y="11430"/>
                      <a:pt x="483870" y="0"/>
                      <a:pt x="538480" y="21590"/>
                    </a:cubicBezTo>
                    <a:cubicBezTo>
                      <a:pt x="565150" y="31750"/>
                      <a:pt x="577850" y="49530"/>
                      <a:pt x="589280" y="68580"/>
                    </a:cubicBezTo>
                    <a:cubicBezTo>
                      <a:pt x="600710" y="86360"/>
                      <a:pt x="604520" y="100330"/>
                      <a:pt x="609600" y="127000"/>
                    </a:cubicBezTo>
                    <a:cubicBezTo>
                      <a:pt x="619760" y="180340"/>
                      <a:pt x="637540" y="331470"/>
                      <a:pt x="621030" y="368300"/>
                    </a:cubicBezTo>
                    <a:cubicBezTo>
                      <a:pt x="614680" y="382270"/>
                      <a:pt x="603250" y="389890"/>
                      <a:pt x="594360" y="391160"/>
                    </a:cubicBezTo>
                    <a:cubicBezTo>
                      <a:pt x="584200" y="391160"/>
                      <a:pt x="567690" y="379730"/>
                      <a:pt x="563880" y="370840"/>
                    </a:cubicBezTo>
                    <a:cubicBezTo>
                      <a:pt x="561340" y="363220"/>
                      <a:pt x="563880" y="349250"/>
                      <a:pt x="568960" y="342900"/>
                    </a:cubicBezTo>
                    <a:cubicBezTo>
                      <a:pt x="575310" y="336550"/>
                      <a:pt x="594360" y="331470"/>
                      <a:pt x="603250" y="334010"/>
                    </a:cubicBezTo>
                    <a:cubicBezTo>
                      <a:pt x="612140" y="336550"/>
                      <a:pt x="621030" y="346710"/>
                      <a:pt x="621030" y="354330"/>
                    </a:cubicBezTo>
                    <a:cubicBezTo>
                      <a:pt x="622300" y="364490"/>
                      <a:pt x="607060" y="388620"/>
                      <a:pt x="596900" y="389890"/>
                    </a:cubicBezTo>
                    <a:cubicBezTo>
                      <a:pt x="588010" y="392430"/>
                      <a:pt x="574040" y="386080"/>
                      <a:pt x="565150" y="373380"/>
                    </a:cubicBezTo>
                    <a:cubicBezTo>
                      <a:pt x="543560" y="339090"/>
                      <a:pt x="566420" y="166370"/>
                      <a:pt x="547370" y="118110"/>
                    </a:cubicBezTo>
                    <a:cubicBezTo>
                      <a:pt x="538480" y="93980"/>
                      <a:pt x="532130" y="82550"/>
                      <a:pt x="510540" y="72390"/>
                    </a:cubicBezTo>
                    <a:cubicBezTo>
                      <a:pt x="464820" y="50800"/>
                      <a:pt x="327660" y="67310"/>
                      <a:pt x="242570" y="72390"/>
                    </a:cubicBezTo>
                    <a:cubicBezTo>
                      <a:pt x="166370" y="77470"/>
                      <a:pt x="62230" y="111760"/>
                      <a:pt x="26670" y="99060"/>
                    </a:cubicBezTo>
                    <a:cubicBezTo>
                      <a:pt x="11430" y="92710"/>
                      <a:pt x="0" y="78740"/>
                      <a:pt x="1270" y="69850"/>
                    </a:cubicBezTo>
                    <a:cubicBezTo>
                      <a:pt x="1270" y="60960"/>
                      <a:pt x="26670" y="46990"/>
                      <a:pt x="26670" y="4699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285558" y="735771"/>
              <a:ext cx="321463" cy="193677"/>
              <a:chOff x="0" y="0"/>
              <a:chExt cx="408940" cy="2463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9530" y="49530"/>
                <a:ext cx="311150" cy="15494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154940">
                    <a:moveTo>
                      <a:pt x="27940" y="95250"/>
                    </a:moveTo>
                    <a:cubicBezTo>
                      <a:pt x="137160" y="77470"/>
                      <a:pt x="248920" y="0"/>
                      <a:pt x="281940" y="1270"/>
                    </a:cubicBezTo>
                    <a:cubicBezTo>
                      <a:pt x="293370" y="1270"/>
                      <a:pt x="300990" y="7620"/>
                      <a:pt x="304800" y="13970"/>
                    </a:cubicBezTo>
                    <a:cubicBezTo>
                      <a:pt x="309880" y="20320"/>
                      <a:pt x="311150" y="33020"/>
                      <a:pt x="307340" y="39370"/>
                    </a:cubicBezTo>
                    <a:cubicBezTo>
                      <a:pt x="304800" y="46990"/>
                      <a:pt x="294640" y="55880"/>
                      <a:pt x="287020" y="57150"/>
                    </a:cubicBezTo>
                    <a:cubicBezTo>
                      <a:pt x="278130" y="57150"/>
                      <a:pt x="260350" y="49530"/>
                      <a:pt x="256540" y="41910"/>
                    </a:cubicBezTo>
                    <a:cubicBezTo>
                      <a:pt x="252730" y="33020"/>
                      <a:pt x="256540" y="13970"/>
                      <a:pt x="262890" y="7620"/>
                    </a:cubicBezTo>
                    <a:cubicBezTo>
                      <a:pt x="267970" y="2540"/>
                      <a:pt x="280670" y="0"/>
                      <a:pt x="288290" y="1270"/>
                    </a:cubicBezTo>
                    <a:cubicBezTo>
                      <a:pt x="295910" y="3810"/>
                      <a:pt x="306070" y="11430"/>
                      <a:pt x="308610" y="19050"/>
                    </a:cubicBezTo>
                    <a:cubicBezTo>
                      <a:pt x="311150" y="27940"/>
                      <a:pt x="307340" y="40640"/>
                      <a:pt x="298450" y="52070"/>
                    </a:cubicBezTo>
                    <a:cubicBezTo>
                      <a:pt x="275590" y="78740"/>
                      <a:pt x="176530" y="123190"/>
                      <a:pt x="124460" y="137160"/>
                    </a:cubicBezTo>
                    <a:cubicBezTo>
                      <a:pt x="85090" y="147320"/>
                      <a:pt x="34290" y="154940"/>
                      <a:pt x="15240" y="144780"/>
                    </a:cubicBezTo>
                    <a:cubicBezTo>
                      <a:pt x="6350" y="139700"/>
                      <a:pt x="0" y="125730"/>
                      <a:pt x="1270" y="118110"/>
                    </a:cubicBezTo>
                    <a:cubicBezTo>
                      <a:pt x="3810" y="109220"/>
                      <a:pt x="27940" y="95250"/>
                      <a:pt x="27940" y="9525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698" y="754739"/>
              <a:ext cx="230615" cy="197670"/>
              <a:chOff x="0" y="0"/>
              <a:chExt cx="293370" cy="2514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5720" y="49530"/>
                <a:ext cx="200660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200660" h="151130">
                    <a:moveTo>
                      <a:pt x="165100" y="151130"/>
                    </a:moveTo>
                    <a:cubicBezTo>
                      <a:pt x="68580" y="105410"/>
                      <a:pt x="19050" y="68580"/>
                      <a:pt x="7620" y="45720"/>
                    </a:cubicBezTo>
                    <a:cubicBezTo>
                      <a:pt x="1270" y="34290"/>
                      <a:pt x="0" y="19050"/>
                      <a:pt x="5080" y="12700"/>
                    </a:cubicBezTo>
                    <a:cubicBezTo>
                      <a:pt x="10160" y="5080"/>
                      <a:pt x="29210" y="0"/>
                      <a:pt x="36830" y="1270"/>
                    </a:cubicBezTo>
                    <a:cubicBezTo>
                      <a:pt x="44450" y="3810"/>
                      <a:pt x="53340" y="12700"/>
                      <a:pt x="55880" y="20320"/>
                    </a:cubicBezTo>
                    <a:cubicBezTo>
                      <a:pt x="57150" y="27940"/>
                      <a:pt x="55880" y="40640"/>
                      <a:pt x="49530" y="45720"/>
                    </a:cubicBezTo>
                    <a:cubicBezTo>
                      <a:pt x="41910" y="52070"/>
                      <a:pt x="16510" y="54610"/>
                      <a:pt x="8890" y="48260"/>
                    </a:cubicBezTo>
                    <a:cubicBezTo>
                      <a:pt x="2540" y="41910"/>
                      <a:pt x="2540" y="15240"/>
                      <a:pt x="8890" y="7620"/>
                    </a:cubicBezTo>
                    <a:cubicBezTo>
                      <a:pt x="15240" y="1270"/>
                      <a:pt x="30480" y="0"/>
                      <a:pt x="43180" y="3810"/>
                    </a:cubicBezTo>
                    <a:cubicBezTo>
                      <a:pt x="67310" y="11430"/>
                      <a:pt x="105410" y="64770"/>
                      <a:pt x="133350" y="82550"/>
                    </a:cubicBezTo>
                    <a:cubicBezTo>
                      <a:pt x="153670" y="95250"/>
                      <a:pt x="182880" y="95250"/>
                      <a:pt x="191770" y="107950"/>
                    </a:cubicBezTo>
                    <a:cubicBezTo>
                      <a:pt x="198120" y="115570"/>
                      <a:pt x="200660" y="129540"/>
                      <a:pt x="196850" y="137160"/>
                    </a:cubicBezTo>
                    <a:cubicBezTo>
                      <a:pt x="191770" y="144780"/>
                      <a:pt x="165100" y="151130"/>
                      <a:pt x="165100" y="15113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69422" y="718800"/>
              <a:ext cx="541096" cy="359400"/>
              <a:chOff x="0" y="0"/>
              <a:chExt cx="688340" cy="457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0800" y="38100"/>
                <a:ext cx="598170" cy="370840"/>
              </a:xfrm>
              <a:custGeom>
                <a:avLst/>
                <a:gdLst/>
                <a:ahLst/>
                <a:cxnLst/>
                <a:rect l="l" t="t" r="r" b="b"/>
                <a:pathLst>
                  <a:path w="598170" h="370840">
                    <a:moveTo>
                      <a:pt x="21590" y="30480"/>
                    </a:moveTo>
                    <a:cubicBezTo>
                      <a:pt x="334010" y="10160"/>
                      <a:pt x="474980" y="0"/>
                      <a:pt x="515620" y="16510"/>
                    </a:cubicBezTo>
                    <a:cubicBezTo>
                      <a:pt x="530860" y="22860"/>
                      <a:pt x="533400" y="29210"/>
                      <a:pt x="541020" y="40640"/>
                    </a:cubicBezTo>
                    <a:cubicBezTo>
                      <a:pt x="553720" y="59690"/>
                      <a:pt x="568960" y="90170"/>
                      <a:pt x="576580" y="125730"/>
                    </a:cubicBezTo>
                    <a:cubicBezTo>
                      <a:pt x="588010" y="180340"/>
                      <a:pt x="598170" y="302260"/>
                      <a:pt x="586740" y="339090"/>
                    </a:cubicBezTo>
                    <a:cubicBezTo>
                      <a:pt x="581660" y="354330"/>
                      <a:pt x="574040" y="364490"/>
                      <a:pt x="565150" y="367030"/>
                    </a:cubicBezTo>
                    <a:cubicBezTo>
                      <a:pt x="557530" y="370840"/>
                      <a:pt x="544830" y="367030"/>
                      <a:pt x="538480" y="361950"/>
                    </a:cubicBezTo>
                    <a:cubicBezTo>
                      <a:pt x="532130" y="355600"/>
                      <a:pt x="527050" y="344170"/>
                      <a:pt x="528320" y="335280"/>
                    </a:cubicBezTo>
                    <a:cubicBezTo>
                      <a:pt x="528320" y="327660"/>
                      <a:pt x="535940" y="316230"/>
                      <a:pt x="543560" y="312420"/>
                    </a:cubicBezTo>
                    <a:cubicBezTo>
                      <a:pt x="551180" y="308610"/>
                      <a:pt x="563880" y="308610"/>
                      <a:pt x="571500" y="312420"/>
                    </a:cubicBezTo>
                    <a:cubicBezTo>
                      <a:pt x="577850" y="316230"/>
                      <a:pt x="585470" y="327660"/>
                      <a:pt x="586740" y="335280"/>
                    </a:cubicBezTo>
                    <a:cubicBezTo>
                      <a:pt x="588010" y="344170"/>
                      <a:pt x="582930" y="355600"/>
                      <a:pt x="576580" y="361950"/>
                    </a:cubicBezTo>
                    <a:cubicBezTo>
                      <a:pt x="570230" y="367030"/>
                      <a:pt x="557530" y="369570"/>
                      <a:pt x="549910" y="367030"/>
                    </a:cubicBezTo>
                    <a:cubicBezTo>
                      <a:pt x="541020" y="365760"/>
                      <a:pt x="534670" y="359410"/>
                      <a:pt x="529590" y="347980"/>
                    </a:cubicBezTo>
                    <a:cubicBezTo>
                      <a:pt x="514350" y="314960"/>
                      <a:pt x="538480" y="166370"/>
                      <a:pt x="520700" y="118110"/>
                    </a:cubicBezTo>
                    <a:cubicBezTo>
                      <a:pt x="511810" y="92710"/>
                      <a:pt x="505460" y="78740"/>
                      <a:pt x="480060" y="67310"/>
                    </a:cubicBezTo>
                    <a:cubicBezTo>
                      <a:pt x="412750" y="35560"/>
                      <a:pt x="80010" y="104140"/>
                      <a:pt x="24130" y="82550"/>
                    </a:cubicBezTo>
                    <a:cubicBezTo>
                      <a:pt x="8890" y="76200"/>
                      <a:pt x="0" y="66040"/>
                      <a:pt x="0" y="57150"/>
                    </a:cubicBezTo>
                    <a:cubicBezTo>
                      <a:pt x="0" y="48260"/>
                      <a:pt x="21590" y="30480"/>
                      <a:pt x="21590" y="3048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09353" y="723791"/>
              <a:ext cx="550081" cy="392345"/>
              <a:chOff x="0" y="0"/>
              <a:chExt cx="699770" cy="49911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33020" y="49530"/>
                <a:ext cx="615950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15950" h="425450">
                    <a:moveTo>
                      <a:pt x="69850" y="22860"/>
                    </a:moveTo>
                    <a:cubicBezTo>
                      <a:pt x="82550" y="323850"/>
                      <a:pt x="82550" y="331470"/>
                      <a:pt x="96520" y="339090"/>
                    </a:cubicBezTo>
                    <a:cubicBezTo>
                      <a:pt x="148590" y="368300"/>
                      <a:pt x="523240" y="294640"/>
                      <a:pt x="586740" y="321310"/>
                    </a:cubicBezTo>
                    <a:cubicBezTo>
                      <a:pt x="604520" y="327660"/>
                      <a:pt x="615950" y="341630"/>
                      <a:pt x="615950" y="351790"/>
                    </a:cubicBezTo>
                    <a:cubicBezTo>
                      <a:pt x="614680" y="361950"/>
                      <a:pt x="593090" y="378460"/>
                      <a:pt x="582930" y="379730"/>
                    </a:cubicBezTo>
                    <a:cubicBezTo>
                      <a:pt x="575310" y="379730"/>
                      <a:pt x="563880" y="370840"/>
                      <a:pt x="560070" y="363220"/>
                    </a:cubicBezTo>
                    <a:cubicBezTo>
                      <a:pt x="556260" y="355600"/>
                      <a:pt x="560070" y="335280"/>
                      <a:pt x="566420" y="328930"/>
                    </a:cubicBezTo>
                    <a:cubicBezTo>
                      <a:pt x="571500" y="322580"/>
                      <a:pt x="585470" y="318770"/>
                      <a:pt x="593090" y="321310"/>
                    </a:cubicBezTo>
                    <a:cubicBezTo>
                      <a:pt x="601980" y="323850"/>
                      <a:pt x="615950" y="339090"/>
                      <a:pt x="615950" y="347980"/>
                    </a:cubicBezTo>
                    <a:cubicBezTo>
                      <a:pt x="615950" y="358140"/>
                      <a:pt x="604520" y="370840"/>
                      <a:pt x="586740" y="379730"/>
                    </a:cubicBezTo>
                    <a:cubicBezTo>
                      <a:pt x="521970" y="408940"/>
                      <a:pt x="151130" y="425450"/>
                      <a:pt x="80010" y="397510"/>
                    </a:cubicBezTo>
                    <a:cubicBezTo>
                      <a:pt x="57150" y="388620"/>
                      <a:pt x="52070" y="374650"/>
                      <a:pt x="41910" y="360680"/>
                    </a:cubicBezTo>
                    <a:cubicBezTo>
                      <a:pt x="31750" y="345440"/>
                      <a:pt x="25400" y="332740"/>
                      <a:pt x="21590" y="307340"/>
                    </a:cubicBezTo>
                    <a:cubicBezTo>
                      <a:pt x="10160" y="251460"/>
                      <a:pt x="0" y="64770"/>
                      <a:pt x="17780" y="24130"/>
                    </a:cubicBezTo>
                    <a:cubicBezTo>
                      <a:pt x="24130" y="10160"/>
                      <a:pt x="34290" y="1270"/>
                      <a:pt x="43180" y="1270"/>
                    </a:cubicBezTo>
                    <a:cubicBezTo>
                      <a:pt x="52070" y="0"/>
                      <a:pt x="69850" y="22860"/>
                      <a:pt x="69850" y="2286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1439394" y="3765696"/>
            <a:ext cx="1329511" cy="1329511"/>
            <a:chOff x="0" y="0"/>
            <a:chExt cx="1772682" cy="1772682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772682" cy="1772682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347700" y="566153"/>
              <a:ext cx="400961" cy="393715"/>
              <a:chOff x="0" y="0"/>
              <a:chExt cx="210820" cy="20701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75712" y="570984"/>
              <a:ext cx="403377" cy="379222"/>
              <a:chOff x="0" y="0"/>
              <a:chExt cx="212090" cy="19939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09534" y="856004"/>
              <a:ext cx="693228" cy="429947"/>
              <a:chOff x="0" y="0"/>
              <a:chExt cx="364490" cy="2260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18234" y="730402"/>
              <a:ext cx="461347" cy="396131"/>
              <a:chOff x="0" y="0"/>
              <a:chExt cx="242570" cy="20828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171362" y="713494"/>
              <a:ext cx="483086" cy="425116"/>
              <a:chOff x="0" y="0"/>
              <a:chExt cx="254000" cy="22352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2344683" y="538824"/>
            <a:ext cx="8656705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69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자체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평가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의견</a:t>
            </a:r>
            <a:r>
              <a:rPr lang="en-US" sz="6000" dirty="0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 및 </a:t>
            </a:r>
            <a:r>
              <a:rPr lang="en-US" sz="6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느낀점</a:t>
            </a:r>
            <a:endParaRPr lang="en-US" sz="6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64" name="Group 64"/>
          <p:cNvGrpSpPr/>
          <p:nvPr/>
        </p:nvGrpSpPr>
        <p:grpSpPr>
          <a:xfrm>
            <a:off x="7319010" y="3890010"/>
            <a:ext cx="85725" cy="82868"/>
            <a:chOff x="0" y="0"/>
            <a:chExt cx="114300" cy="110490"/>
          </a:xfrm>
        </p:grpSpPr>
        <p:sp>
          <p:nvSpPr>
            <p:cNvPr id="65" name="Freeform 65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39394" y="1354468"/>
            <a:ext cx="1571574" cy="1739309"/>
            <a:chOff x="0" y="0"/>
            <a:chExt cx="2095432" cy="2319079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585314"/>
              <a:ext cx="1793550" cy="1733765"/>
              <a:chOff x="0" y="0"/>
              <a:chExt cx="812800" cy="78570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7857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85707">
                    <a:moveTo>
                      <a:pt x="406400" y="0"/>
                    </a:moveTo>
                    <a:cubicBezTo>
                      <a:pt x="181951" y="0"/>
                      <a:pt x="0" y="175886"/>
                      <a:pt x="0" y="392853"/>
                    </a:cubicBezTo>
                    <a:cubicBezTo>
                      <a:pt x="0" y="609820"/>
                      <a:pt x="181951" y="785707"/>
                      <a:pt x="406400" y="785707"/>
                    </a:cubicBezTo>
                    <a:cubicBezTo>
                      <a:pt x="630849" y="785707"/>
                      <a:pt x="812800" y="609820"/>
                      <a:pt x="812800" y="392853"/>
                    </a:cubicBezTo>
                    <a:cubicBezTo>
                      <a:pt x="812800" y="17588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45085"/>
                <a:ext cx="660400" cy="6669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51793" y="1158132"/>
              <a:ext cx="405681" cy="398350"/>
              <a:chOff x="0" y="0"/>
              <a:chExt cx="210820" cy="20701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87198" y="1163019"/>
              <a:ext cx="408125" cy="383687"/>
              <a:chOff x="0" y="0"/>
              <a:chExt cx="212090" cy="19939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515532" y="1451395"/>
              <a:ext cx="701389" cy="435008"/>
              <a:chOff x="0" y="0"/>
              <a:chExt cx="364490" cy="2260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19626" y="1324314"/>
              <a:ext cx="466778" cy="400794"/>
              <a:chOff x="0" y="0"/>
              <a:chExt cx="242570" cy="20828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1185151" y="1307207"/>
              <a:ext cx="488773" cy="430120"/>
              <a:chOff x="0" y="0"/>
              <a:chExt cx="254000" cy="22352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055945" y="167784"/>
              <a:ext cx="668242" cy="498530"/>
              <a:chOff x="0" y="0"/>
              <a:chExt cx="880110" cy="65659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49530" y="48260"/>
                <a:ext cx="784860" cy="557530"/>
              </a:xfrm>
              <a:custGeom>
                <a:avLst/>
                <a:gdLst/>
                <a:ahLst/>
                <a:cxnLst/>
                <a:rect l="l" t="t" r="r" b="b"/>
                <a:pathLst>
                  <a:path w="784860" h="557530">
                    <a:moveTo>
                      <a:pt x="10160" y="467360"/>
                    </a:moveTo>
                    <a:cubicBezTo>
                      <a:pt x="302260" y="35560"/>
                      <a:pt x="307340" y="29210"/>
                      <a:pt x="318770" y="20320"/>
                    </a:cubicBezTo>
                    <a:cubicBezTo>
                      <a:pt x="331470" y="11430"/>
                      <a:pt x="346710" y="0"/>
                      <a:pt x="361950" y="2540"/>
                    </a:cubicBezTo>
                    <a:cubicBezTo>
                      <a:pt x="381000" y="5080"/>
                      <a:pt x="411480" y="33020"/>
                      <a:pt x="420370" y="50800"/>
                    </a:cubicBezTo>
                    <a:cubicBezTo>
                      <a:pt x="426720" y="66040"/>
                      <a:pt x="421640" y="77470"/>
                      <a:pt x="421640" y="97790"/>
                    </a:cubicBezTo>
                    <a:cubicBezTo>
                      <a:pt x="422910" y="140970"/>
                      <a:pt x="444500" y="276860"/>
                      <a:pt x="422910" y="299720"/>
                    </a:cubicBezTo>
                    <a:cubicBezTo>
                      <a:pt x="411480" y="309880"/>
                      <a:pt x="374650" y="303530"/>
                      <a:pt x="373380" y="299720"/>
                    </a:cubicBezTo>
                    <a:cubicBezTo>
                      <a:pt x="370840" y="289560"/>
                      <a:pt x="532130" y="222250"/>
                      <a:pt x="590550" y="204470"/>
                    </a:cubicBezTo>
                    <a:cubicBezTo>
                      <a:pt x="627380" y="194310"/>
                      <a:pt x="656590" y="185420"/>
                      <a:pt x="684530" y="189230"/>
                    </a:cubicBezTo>
                    <a:cubicBezTo>
                      <a:pt x="708660" y="191770"/>
                      <a:pt x="731520" y="199390"/>
                      <a:pt x="746760" y="217170"/>
                    </a:cubicBezTo>
                    <a:cubicBezTo>
                      <a:pt x="767080" y="240030"/>
                      <a:pt x="775970" y="287020"/>
                      <a:pt x="779780" y="331470"/>
                    </a:cubicBezTo>
                    <a:cubicBezTo>
                      <a:pt x="784860" y="389890"/>
                      <a:pt x="777240" y="505460"/>
                      <a:pt x="759460" y="535940"/>
                    </a:cubicBezTo>
                    <a:cubicBezTo>
                      <a:pt x="751840" y="548640"/>
                      <a:pt x="741680" y="552450"/>
                      <a:pt x="731520" y="554990"/>
                    </a:cubicBezTo>
                    <a:cubicBezTo>
                      <a:pt x="721360" y="557530"/>
                      <a:pt x="708660" y="557530"/>
                      <a:pt x="698500" y="552450"/>
                    </a:cubicBezTo>
                    <a:cubicBezTo>
                      <a:pt x="685800" y="547370"/>
                      <a:pt x="670560" y="528320"/>
                      <a:pt x="666750" y="515620"/>
                    </a:cubicBezTo>
                    <a:cubicBezTo>
                      <a:pt x="662940" y="504190"/>
                      <a:pt x="664210" y="491490"/>
                      <a:pt x="670560" y="482600"/>
                    </a:cubicBezTo>
                    <a:cubicBezTo>
                      <a:pt x="676910" y="469900"/>
                      <a:pt x="694690" y="454660"/>
                      <a:pt x="708660" y="452120"/>
                    </a:cubicBezTo>
                    <a:cubicBezTo>
                      <a:pt x="723900" y="449580"/>
                      <a:pt x="745490" y="457200"/>
                      <a:pt x="755650" y="468630"/>
                    </a:cubicBezTo>
                    <a:cubicBezTo>
                      <a:pt x="765810" y="478790"/>
                      <a:pt x="770890" y="501650"/>
                      <a:pt x="768350" y="515620"/>
                    </a:cubicBezTo>
                    <a:cubicBezTo>
                      <a:pt x="767080" y="527050"/>
                      <a:pt x="759460" y="537210"/>
                      <a:pt x="751840" y="543560"/>
                    </a:cubicBezTo>
                    <a:cubicBezTo>
                      <a:pt x="742950" y="551180"/>
                      <a:pt x="730250" y="556260"/>
                      <a:pt x="720090" y="556260"/>
                    </a:cubicBezTo>
                    <a:cubicBezTo>
                      <a:pt x="709930" y="557530"/>
                      <a:pt x="697230" y="553720"/>
                      <a:pt x="688340" y="547370"/>
                    </a:cubicBezTo>
                    <a:cubicBezTo>
                      <a:pt x="679450" y="541020"/>
                      <a:pt x="671830" y="534670"/>
                      <a:pt x="668020" y="520700"/>
                    </a:cubicBezTo>
                    <a:cubicBezTo>
                      <a:pt x="656590" y="486410"/>
                      <a:pt x="680720" y="361950"/>
                      <a:pt x="674370" y="318770"/>
                    </a:cubicBezTo>
                    <a:cubicBezTo>
                      <a:pt x="671830" y="298450"/>
                      <a:pt x="656590" y="281940"/>
                      <a:pt x="661670" y="275590"/>
                    </a:cubicBezTo>
                    <a:cubicBezTo>
                      <a:pt x="666750" y="267970"/>
                      <a:pt x="709930" y="273050"/>
                      <a:pt x="711200" y="278130"/>
                    </a:cubicBezTo>
                    <a:cubicBezTo>
                      <a:pt x="712470" y="290830"/>
                      <a:pt x="483870" y="381000"/>
                      <a:pt x="417830" y="391160"/>
                    </a:cubicBezTo>
                    <a:cubicBezTo>
                      <a:pt x="386080" y="396240"/>
                      <a:pt x="361950" y="397510"/>
                      <a:pt x="345440" y="386080"/>
                    </a:cubicBezTo>
                    <a:cubicBezTo>
                      <a:pt x="330200" y="375920"/>
                      <a:pt x="326390" y="354330"/>
                      <a:pt x="321310" y="328930"/>
                    </a:cubicBezTo>
                    <a:cubicBezTo>
                      <a:pt x="312420" y="281940"/>
                      <a:pt x="316230" y="166370"/>
                      <a:pt x="322580" y="121920"/>
                    </a:cubicBezTo>
                    <a:cubicBezTo>
                      <a:pt x="325120" y="99060"/>
                      <a:pt x="325120" y="77470"/>
                      <a:pt x="335280" y="72390"/>
                    </a:cubicBezTo>
                    <a:cubicBezTo>
                      <a:pt x="346710" y="64770"/>
                      <a:pt x="387350" y="76200"/>
                      <a:pt x="391160" y="87630"/>
                    </a:cubicBezTo>
                    <a:cubicBezTo>
                      <a:pt x="396240" y="104140"/>
                      <a:pt x="347980" y="133350"/>
                      <a:pt x="317500" y="172720"/>
                    </a:cubicBezTo>
                    <a:cubicBezTo>
                      <a:pt x="260350" y="248920"/>
                      <a:pt x="125730" y="478790"/>
                      <a:pt x="83820" y="520700"/>
                    </a:cubicBezTo>
                    <a:cubicBezTo>
                      <a:pt x="72390" y="532130"/>
                      <a:pt x="67310" y="537210"/>
                      <a:pt x="57150" y="538480"/>
                    </a:cubicBezTo>
                    <a:cubicBezTo>
                      <a:pt x="45720" y="541020"/>
                      <a:pt x="25400" y="534670"/>
                      <a:pt x="16510" y="527050"/>
                    </a:cubicBezTo>
                    <a:cubicBezTo>
                      <a:pt x="7620" y="520700"/>
                      <a:pt x="2540" y="509270"/>
                      <a:pt x="1270" y="499110"/>
                    </a:cubicBezTo>
                    <a:cubicBezTo>
                      <a:pt x="0" y="488950"/>
                      <a:pt x="10160" y="467360"/>
                      <a:pt x="10160" y="46736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538082" y="474423"/>
              <a:ext cx="452244" cy="567957"/>
              <a:chOff x="0" y="0"/>
              <a:chExt cx="595630" cy="74803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49530" y="45720"/>
                <a:ext cx="497840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497840" h="654050">
                    <a:moveTo>
                      <a:pt x="99060" y="80010"/>
                    </a:moveTo>
                    <a:cubicBezTo>
                      <a:pt x="419100" y="2540"/>
                      <a:pt x="439420" y="0"/>
                      <a:pt x="455930" y="10160"/>
                    </a:cubicBezTo>
                    <a:cubicBezTo>
                      <a:pt x="473710" y="20320"/>
                      <a:pt x="492760" y="41910"/>
                      <a:pt x="494030" y="63500"/>
                    </a:cubicBezTo>
                    <a:cubicBezTo>
                      <a:pt x="497840" y="97790"/>
                      <a:pt x="459740" y="152400"/>
                      <a:pt x="433070" y="195580"/>
                    </a:cubicBezTo>
                    <a:cubicBezTo>
                      <a:pt x="406400" y="241300"/>
                      <a:pt x="369570" y="287020"/>
                      <a:pt x="331470" y="330200"/>
                    </a:cubicBezTo>
                    <a:cubicBezTo>
                      <a:pt x="290830" y="377190"/>
                      <a:pt x="237490" y="415290"/>
                      <a:pt x="198120" y="464820"/>
                    </a:cubicBezTo>
                    <a:cubicBezTo>
                      <a:pt x="157480" y="515620"/>
                      <a:pt x="124460" y="605790"/>
                      <a:pt x="92710" y="632460"/>
                    </a:cubicBezTo>
                    <a:cubicBezTo>
                      <a:pt x="77470" y="646430"/>
                      <a:pt x="62230" y="651510"/>
                      <a:pt x="48260" y="651510"/>
                    </a:cubicBezTo>
                    <a:cubicBezTo>
                      <a:pt x="36830" y="652780"/>
                      <a:pt x="25400" y="646430"/>
                      <a:pt x="17780" y="638810"/>
                    </a:cubicBezTo>
                    <a:cubicBezTo>
                      <a:pt x="10160" y="632460"/>
                      <a:pt x="2540" y="622300"/>
                      <a:pt x="1270" y="610870"/>
                    </a:cubicBezTo>
                    <a:cubicBezTo>
                      <a:pt x="0" y="596900"/>
                      <a:pt x="5080" y="575310"/>
                      <a:pt x="15240" y="565150"/>
                    </a:cubicBezTo>
                    <a:cubicBezTo>
                      <a:pt x="25400" y="554990"/>
                      <a:pt x="46990" y="547370"/>
                      <a:pt x="60960" y="549910"/>
                    </a:cubicBezTo>
                    <a:cubicBezTo>
                      <a:pt x="74930" y="552450"/>
                      <a:pt x="92710" y="567690"/>
                      <a:pt x="99060" y="580390"/>
                    </a:cubicBezTo>
                    <a:cubicBezTo>
                      <a:pt x="104140" y="589280"/>
                      <a:pt x="105410" y="601980"/>
                      <a:pt x="101600" y="612140"/>
                    </a:cubicBezTo>
                    <a:cubicBezTo>
                      <a:pt x="97790" y="624840"/>
                      <a:pt x="83820" y="643890"/>
                      <a:pt x="69850" y="648970"/>
                    </a:cubicBezTo>
                    <a:cubicBezTo>
                      <a:pt x="57150" y="654050"/>
                      <a:pt x="34290" y="648970"/>
                      <a:pt x="22860" y="642620"/>
                    </a:cubicBezTo>
                    <a:cubicBezTo>
                      <a:pt x="12700" y="637540"/>
                      <a:pt x="6350" y="626110"/>
                      <a:pt x="2540" y="615950"/>
                    </a:cubicBezTo>
                    <a:cubicBezTo>
                      <a:pt x="0" y="605790"/>
                      <a:pt x="0" y="595630"/>
                      <a:pt x="3810" y="582930"/>
                    </a:cubicBezTo>
                    <a:cubicBezTo>
                      <a:pt x="7620" y="566420"/>
                      <a:pt x="19050" y="548640"/>
                      <a:pt x="31750" y="527050"/>
                    </a:cubicBezTo>
                    <a:cubicBezTo>
                      <a:pt x="49530" y="497840"/>
                      <a:pt x="74930" y="461010"/>
                      <a:pt x="104140" y="424180"/>
                    </a:cubicBezTo>
                    <a:cubicBezTo>
                      <a:pt x="142240" y="378460"/>
                      <a:pt x="199390" y="331470"/>
                      <a:pt x="245110" y="274320"/>
                    </a:cubicBezTo>
                    <a:cubicBezTo>
                      <a:pt x="297180" y="209550"/>
                      <a:pt x="382270" y="48260"/>
                      <a:pt x="397510" y="52070"/>
                    </a:cubicBezTo>
                    <a:cubicBezTo>
                      <a:pt x="405130" y="54610"/>
                      <a:pt x="410210" y="88900"/>
                      <a:pt x="398780" y="102870"/>
                    </a:cubicBezTo>
                    <a:cubicBezTo>
                      <a:pt x="369570" y="138430"/>
                      <a:pt x="154940" y="182880"/>
                      <a:pt x="105410" y="168910"/>
                    </a:cubicBezTo>
                    <a:cubicBezTo>
                      <a:pt x="85090" y="162560"/>
                      <a:pt x="72390" y="144780"/>
                      <a:pt x="68580" y="132080"/>
                    </a:cubicBezTo>
                    <a:cubicBezTo>
                      <a:pt x="64770" y="121920"/>
                      <a:pt x="68580" y="109220"/>
                      <a:pt x="73660" y="100330"/>
                    </a:cubicBezTo>
                    <a:cubicBezTo>
                      <a:pt x="78740" y="91440"/>
                      <a:pt x="99060" y="80010"/>
                      <a:pt x="99060" y="8001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033766" y="529386"/>
              <a:ext cx="634492" cy="505280"/>
              <a:chOff x="0" y="0"/>
              <a:chExt cx="835660" cy="66548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9530" y="50800"/>
                <a:ext cx="739140" cy="565150"/>
              </a:xfrm>
              <a:custGeom>
                <a:avLst/>
                <a:gdLst/>
                <a:ahLst/>
                <a:cxnLst/>
                <a:rect l="l" t="t" r="r" b="b"/>
                <a:pathLst>
                  <a:path w="739140" h="565150">
                    <a:moveTo>
                      <a:pt x="53340" y="0"/>
                    </a:moveTo>
                    <a:cubicBezTo>
                      <a:pt x="317500" y="123190"/>
                      <a:pt x="381000" y="168910"/>
                      <a:pt x="439420" y="210820"/>
                    </a:cubicBezTo>
                    <a:cubicBezTo>
                      <a:pt x="492760" y="251460"/>
                      <a:pt x="539750" y="289560"/>
                      <a:pt x="586740" y="335280"/>
                    </a:cubicBezTo>
                    <a:cubicBezTo>
                      <a:pt x="637540" y="382270"/>
                      <a:pt x="717550" y="450850"/>
                      <a:pt x="731520" y="490220"/>
                    </a:cubicBezTo>
                    <a:cubicBezTo>
                      <a:pt x="739140" y="509270"/>
                      <a:pt x="737870" y="525780"/>
                      <a:pt x="730250" y="538480"/>
                    </a:cubicBezTo>
                    <a:cubicBezTo>
                      <a:pt x="723900" y="551180"/>
                      <a:pt x="703580" y="562610"/>
                      <a:pt x="689610" y="563880"/>
                    </a:cubicBezTo>
                    <a:cubicBezTo>
                      <a:pt x="675640" y="565150"/>
                      <a:pt x="655320" y="554990"/>
                      <a:pt x="645160" y="544830"/>
                    </a:cubicBezTo>
                    <a:cubicBezTo>
                      <a:pt x="637540" y="537210"/>
                      <a:pt x="635000" y="524510"/>
                      <a:pt x="635000" y="514350"/>
                    </a:cubicBezTo>
                    <a:cubicBezTo>
                      <a:pt x="633730" y="504190"/>
                      <a:pt x="636270" y="491490"/>
                      <a:pt x="643890" y="482600"/>
                    </a:cubicBezTo>
                    <a:cubicBezTo>
                      <a:pt x="652780" y="472440"/>
                      <a:pt x="674370" y="462280"/>
                      <a:pt x="687070" y="462280"/>
                    </a:cubicBezTo>
                    <a:cubicBezTo>
                      <a:pt x="698500" y="461010"/>
                      <a:pt x="709930" y="466090"/>
                      <a:pt x="717550" y="472440"/>
                    </a:cubicBezTo>
                    <a:cubicBezTo>
                      <a:pt x="726440" y="480060"/>
                      <a:pt x="734060" y="490220"/>
                      <a:pt x="735330" y="500380"/>
                    </a:cubicBezTo>
                    <a:cubicBezTo>
                      <a:pt x="737870" y="514350"/>
                      <a:pt x="734060" y="537210"/>
                      <a:pt x="723900" y="547370"/>
                    </a:cubicBezTo>
                    <a:cubicBezTo>
                      <a:pt x="715010" y="557530"/>
                      <a:pt x="692150" y="565150"/>
                      <a:pt x="679450" y="563880"/>
                    </a:cubicBezTo>
                    <a:cubicBezTo>
                      <a:pt x="668020" y="563880"/>
                      <a:pt x="662940" y="558800"/>
                      <a:pt x="648970" y="549910"/>
                    </a:cubicBezTo>
                    <a:cubicBezTo>
                      <a:pt x="609600" y="520700"/>
                      <a:pt x="508000" y="397510"/>
                      <a:pt x="439420" y="336550"/>
                    </a:cubicBezTo>
                    <a:cubicBezTo>
                      <a:pt x="381000" y="285750"/>
                      <a:pt x="328930" y="247650"/>
                      <a:pt x="269240" y="207010"/>
                    </a:cubicBezTo>
                    <a:cubicBezTo>
                      <a:pt x="207010" y="166370"/>
                      <a:pt x="116840" y="114300"/>
                      <a:pt x="71120" y="96520"/>
                    </a:cubicBezTo>
                    <a:cubicBezTo>
                      <a:pt x="48260" y="87630"/>
                      <a:pt x="29210" y="92710"/>
                      <a:pt x="17780" y="82550"/>
                    </a:cubicBezTo>
                    <a:cubicBezTo>
                      <a:pt x="6350" y="71120"/>
                      <a:pt x="0" y="45720"/>
                      <a:pt x="1270" y="33020"/>
                    </a:cubicBezTo>
                    <a:cubicBezTo>
                      <a:pt x="3810" y="21590"/>
                      <a:pt x="12700" y="12700"/>
                      <a:pt x="21590" y="6350"/>
                    </a:cubicBezTo>
                    <a:cubicBezTo>
                      <a:pt x="30480" y="1270"/>
                      <a:pt x="53340" y="0"/>
                      <a:pt x="53340" y="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322084" y="0"/>
              <a:ext cx="140784" cy="143677"/>
              <a:chOff x="0" y="0"/>
              <a:chExt cx="185420" cy="18923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684651" y="131141"/>
              <a:ext cx="140784" cy="143677"/>
              <a:chOff x="0" y="0"/>
              <a:chExt cx="185420" cy="18923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954648" y="370281"/>
              <a:ext cx="140784" cy="143677"/>
              <a:chOff x="0" y="0"/>
              <a:chExt cx="185420" cy="18923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1112837" y="313389"/>
              <a:ext cx="786848" cy="658599"/>
              <a:chOff x="0" y="0"/>
              <a:chExt cx="1036320" cy="86741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50800" y="50800"/>
                <a:ext cx="943610" cy="765810"/>
              </a:xfrm>
              <a:custGeom>
                <a:avLst/>
                <a:gdLst/>
                <a:ahLst/>
                <a:cxnLst/>
                <a:rect l="l" t="t" r="r" b="b"/>
                <a:pathLst>
                  <a:path w="943610" h="765810">
                    <a:moveTo>
                      <a:pt x="0" y="311150"/>
                    </a:moveTo>
                    <a:cubicBezTo>
                      <a:pt x="1270" y="303530"/>
                      <a:pt x="1270" y="299720"/>
                      <a:pt x="1270" y="299720"/>
                    </a:cubicBezTo>
                    <a:cubicBezTo>
                      <a:pt x="1270" y="299720"/>
                      <a:pt x="2540" y="295910"/>
                      <a:pt x="3810" y="293370"/>
                    </a:cubicBezTo>
                    <a:cubicBezTo>
                      <a:pt x="3810" y="292100"/>
                      <a:pt x="5080" y="288290"/>
                      <a:pt x="5080" y="288290"/>
                    </a:cubicBezTo>
                    <a:cubicBezTo>
                      <a:pt x="5080" y="288290"/>
                      <a:pt x="6350" y="256540"/>
                      <a:pt x="10160" y="241300"/>
                    </a:cubicBezTo>
                    <a:cubicBezTo>
                      <a:pt x="15240" y="223520"/>
                      <a:pt x="26670" y="207010"/>
                      <a:pt x="35560" y="190500"/>
                    </a:cubicBezTo>
                    <a:cubicBezTo>
                      <a:pt x="44450" y="176530"/>
                      <a:pt x="54610" y="163830"/>
                      <a:pt x="63500" y="151130"/>
                    </a:cubicBezTo>
                    <a:cubicBezTo>
                      <a:pt x="73660" y="137160"/>
                      <a:pt x="82550" y="123190"/>
                      <a:pt x="92710" y="110490"/>
                    </a:cubicBezTo>
                    <a:cubicBezTo>
                      <a:pt x="105410" y="95250"/>
                      <a:pt x="118110" y="77470"/>
                      <a:pt x="133350" y="64770"/>
                    </a:cubicBezTo>
                    <a:cubicBezTo>
                      <a:pt x="147320" y="54610"/>
                      <a:pt x="175260" y="41910"/>
                      <a:pt x="179070" y="41910"/>
                    </a:cubicBezTo>
                    <a:cubicBezTo>
                      <a:pt x="180340" y="41910"/>
                      <a:pt x="179070" y="40640"/>
                      <a:pt x="179070" y="39370"/>
                    </a:cubicBezTo>
                    <a:cubicBezTo>
                      <a:pt x="180340" y="38100"/>
                      <a:pt x="181610" y="33020"/>
                      <a:pt x="182880" y="29210"/>
                    </a:cubicBezTo>
                    <a:cubicBezTo>
                      <a:pt x="184150" y="25400"/>
                      <a:pt x="185420" y="22860"/>
                      <a:pt x="187960" y="19050"/>
                    </a:cubicBezTo>
                    <a:cubicBezTo>
                      <a:pt x="189230" y="16510"/>
                      <a:pt x="191770" y="13970"/>
                      <a:pt x="194310" y="11430"/>
                    </a:cubicBezTo>
                    <a:cubicBezTo>
                      <a:pt x="198120" y="8890"/>
                      <a:pt x="200660" y="6350"/>
                      <a:pt x="204470" y="5080"/>
                    </a:cubicBezTo>
                    <a:cubicBezTo>
                      <a:pt x="207010" y="3810"/>
                      <a:pt x="210820" y="2540"/>
                      <a:pt x="214630" y="1270"/>
                    </a:cubicBezTo>
                    <a:cubicBezTo>
                      <a:pt x="218440" y="0"/>
                      <a:pt x="222250" y="0"/>
                      <a:pt x="224790" y="0"/>
                    </a:cubicBezTo>
                    <a:cubicBezTo>
                      <a:pt x="228600" y="0"/>
                      <a:pt x="232410" y="1270"/>
                      <a:pt x="236220" y="1270"/>
                    </a:cubicBezTo>
                    <a:cubicBezTo>
                      <a:pt x="240030" y="2540"/>
                      <a:pt x="242570" y="3810"/>
                      <a:pt x="246380" y="5080"/>
                    </a:cubicBezTo>
                    <a:cubicBezTo>
                      <a:pt x="250190" y="7620"/>
                      <a:pt x="252730" y="8890"/>
                      <a:pt x="255270" y="11430"/>
                    </a:cubicBezTo>
                    <a:cubicBezTo>
                      <a:pt x="257810" y="13970"/>
                      <a:pt x="260350" y="17780"/>
                      <a:pt x="262890" y="20320"/>
                    </a:cubicBezTo>
                    <a:cubicBezTo>
                      <a:pt x="264160" y="22860"/>
                      <a:pt x="266700" y="26670"/>
                      <a:pt x="267970" y="30480"/>
                    </a:cubicBezTo>
                    <a:cubicBezTo>
                      <a:pt x="269240" y="33020"/>
                      <a:pt x="269240" y="36830"/>
                      <a:pt x="270510" y="40640"/>
                    </a:cubicBezTo>
                    <a:cubicBezTo>
                      <a:pt x="271780" y="46990"/>
                      <a:pt x="270510" y="57150"/>
                      <a:pt x="273050" y="67310"/>
                    </a:cubicBezTo>
                    <a:cubicBezTo>
                      <a:pt x="276860" y="81280"/>
                      <a:pt x="290830" y="100330"/>
                      <a:pt x="293370" y="111760"/>
                    </a:cubicBezTo>
                    <a:cubicBezTo>
                      <a:pt x="294640" y="119380"/>
                      <a:pt x="290830" y="127000"/>
                      <a:pt x="293370" y="129540"/>
                    </a:cubicBezTo>
                    <a:cubicBezTo>
                      <a:pt x="297180" y="132080"/>
                      <a:pt x="307340" y="124460"/>
                      <a:pt x="317500" y="121920"/>
                    </a:cubicBezTo>
                    <a:cubicBezTo>
                      <a:pt x="331470" y="119380"/>
                      <a:pt x="354330" y="114300"/>
                      <a:pt x="373380" y="118110"/>
                    </a:cubicBezTo>
                    <a:cubicBezTo>
                      <a:pt x="396240" y="123190"/>
                      <a:pt x="426720" y="153670"/>
                      <a:pt x="445770" y="154940"/>
                    </a:cubicBezTo>
                    <a:cubicBezTo>
                      <a:pt x="457200" y="154940"/>
                      <a:pt x="467360" y="144780"/>
                      <a:pt x="476250" y="142240"/>
                    </a:cubicBezTo>
                    <a:cubicBezTo>
                      <a:pt x="482600" y="140970"/>
                      <a:pt x="490220" y="142240"/>
                      <a:pt x="492760" y="139700"/>
                    </a:cubicBezTo>
                    <a:cubicBezTo>
                      <a:pt x="494030" y="138430"/>
                      <a:pt x="491490" y="135890"/>
                      <a:pt x="492760" y="132080"/>
                    </a:cubicBezTo>
                    <a:cubicBezTo>
                      <a:pt x="494030" y="124460"/>
                      <a:pt x="506730" y="101600"/>
                      <a:pt x="509270" y="95250"/>
                    </a:cubicBezTo>
                    <a:cubicBezTo>
                      <a:pt x="510540" y="92710"/>
                      <a:pt x="510540" y="91440"/>
                      <a:pt x="511810" y="90170"/>
                    </a:cubicBezTo>
                    <a:cubicBezTo>
                      <a:pt x="513080" y="87630"/>
                      <a:pt x="514350" y="85090"/>
                      <a:pt x="514350" y="85090"/>
                    </a:cubicBezTo>
                    <a:cubicBezTo>
                      <a:pt x="514350" y="83820"/>
                      <a:pt x="516890" y="81280"/>
                      <a:pt x="518160" y="80010"/>
                    </a:cubicBezTo>
                    <a:cubicBezTo>
                      <a:pt x="519430" y="78740"/>
                      <a:pt x="521970" y="76200"/>
                      <a:pt x="521970" y="76200"/>
                    </a:cubicBezTo>
                    <a:cubicBezTo>
                      <a:pt x="521970" y="76200"/>
                      <a:pt x="525780" y="73660"/>
                      <a:pt x="527050" y="72390"/>
                    </a:cubicBezTo>
                    <a:cubicBezTo>
                      <a:pt x="528320" y="71120"/>
                      <a:pt x="532130" y="69850"/>
                      <a:pt x="532130" y="69850"/>
                    </a:cubicBezTo>
                    <a:cubicBezTo>
                      <a:pt x="532130" y="69850"/>
                      <a:pt x="535940" y="68580"/>
                      <a:pt x="537210" y="67310"/>
                    </a:cubicBezTo>
                    <a:cubicBezTo>
                      <a:pt x="538480" y="66040"/>
                      <a:pt x="542290" y="64770"/>
                      <a:pt x="542290" y="64770"/>
                    </a:cubicBezTo>
                    <a:cubicBezTo>
                      <a:pt x="542290" y="64770"/>
                      <a:pt x="546100" y="64770"/>
                      <a:pt x="548640" y="64770"/>
                    </a:cubicBezTo>
                    <a:cubicBezTo>
                      <a:pt x="549910" y="64770"/>
                      <a:pt x="553720" y="63500"/>
                      <a:pt x="553720" y="63500"/>
                    </a:cubicBezTo>
                    <a:cubicBezTo>
                      <a:pt x="553720" y="63500"/>
                      <a:pt x="557530" y="64770"/>
                      <a:pt x="560070" y="64770"/>
                    </a:cubicBezTo>
                    <a:cubicBezTo>
                      <a:pt x="561340" y="64770"/>
                      <a:pt x="565150" y="64770"/>
                      <a:pt x="565150" y="64770"/>
                    </a:cubicBezTo>
                    <a:cubicBezTo>
                      <a:pt x="565150" y="64770"/>
                      <a:pt x="568960" y="66040"/>
                      <a:pt x="570230" y="67310"/>
                    </a:cubicBezTo>
                    <a:cubicBezTo>
                      <a:pt x="572770" y="68580"/>
                      <a:pt x="575310" y="69850"/>
                      <a:pt x="576580" y="69850"/>
                    </a:cubicBezTo>
                    <a:cubicBezTo>
                      <a:pt x="576580" y="69850"/>
                      <a:pt x="579120" y="71120"/>
                      <a:pt x="580390" y="72390"/>
                    </a:cubicBezTo>
                    <a:cubicBezTo>
                      <a:pt x="582930" y="73660"/>
                      <a:pt x="585470" y="76200"/>
                      <a:pt x="585470" y="76200"/>
                    </a:cubicBezTo>
                    <a:cubicBezTo>
                      <a:pt x="585470" y="76200"/>
                      <a:pt x="588010" y="78740"/>
                      <a:pt x="589280" y="80010"/>
                    </a:cubicBezTo>
                    <a:cubicBezTo>
                      <a:pt x="590550" y="81280"/>
                      <a:pt x="593090" y="83820"/>
                      <a:pt x="593090" y="83820"/>
                    </a:cubicBezTo>
                    <a:cubicBezTo>
                      <a:pt x="593090" y="85090"/>
                      <a:pt x="594360" y="87630"/>
                      <a:pt x="595630" y="88900"/>
                    </a:cubicBezTo>
                    <a:cubicBezTo>
                      <a:pt x="596900" y="91440"/>
                      <a:pt x="598170" y="93980"/>
                      <a:pt x="598170" y="93980"/>
                    </a:cubicBezTo>
                    <a:cubicBezTo>
                      <a:pt x="598170" y="95250"/>
                      <a:pt x="599440" y="97790"/>
                      <a:pt x="599440" y="100330"/>
                    </a:cubicBezTo>
                    <a:cubicBezTo>
                      <a:pt x="600710" y="101600"/>
                      <a:pt x="600710" y="105410"/>
                      <a:pt x="600710" y="105410"/>
                    </a:cubicBezTo>
                    <a:cubicBezTo>
                      <a:pt x="600710" y="105410"/>
                      <a:pt x="600710" y="109220"/>
                      <a:pt x="600710" y="111760"/>
                    </a:cubicBezTo>
                    <a:cubicBezTo>
                      <a:pt x="600710" y="113030"/>
                      <a:pt x="600710" y="116840"/>
                      <a:pt x="600710" y="116840"/>
                    </a:cubicBezTo>
                    <a:cubicBezTo>
                      <a:pt x="600710" y="116840"/>
                      <a:pt x="600710" y="121920"/>
                      <a:pt x="599440" y="123190"/>
                    </a:cubicBezTo>
                    <a:cubicBezTo>
                      <a:pt x="599440" y="123190"/>
                      <a:pt x="599440" y="124460"/>
                      <a:pt x="599440" y="124460"/>
                    </a:cubicBezTo>
                    <a:cubicBezTo>
                      <a:pt x="600710" y="125730"/>
                      <a:pt x="605790" y="123190"/>
                      <a:pt x="610870" y="123190"/>
                    </a:cubicBezTo>
                    <a:cubicBezTo>
                      <a:pt x="623570" y="124460"/>
                      <a:pt x="661670" y="129540"/>
                      <a:pt x="678180" y="142240"/>
                    </a:cubicBezTo>
                    <a:cubicBezTo>
                      <a:pt x="689610" y="151130"/>
                      <a:pt x="697230" y="166370"/>
                      <a:pt x="701040" y="181610"/>
                    </a:cubicBezTo>
                    <a:cubicBezTo>
                      <a:pt x="706120" y="196850"/>
                      <a:pt x="703580" y="215900"/>
                      <a:pt x="699770" y="231140"/>
                    </a:cubicBezTo>
                    <a:cubicBezTo>
                      <a:pt x="695960" y="246380"/>
                      <a:pt x="692150" y="260350"/>
                      <a:pt x="681990" y="273050"/>
                    </a:cubicBezTo>
                    <a:cubicBezTo>
                      <a:pt x="669290" y="288290"/>
                      <a:pt x="626110" y="311150"/>
                      <a:pt x="624840" y="311150"/>
                    </a:cubicBezTo>
                    <a:cubicBezTo>
                      <a:pt x="624840" y="311150"/>
                      <a:pt x="624840" y="341630"/>
                      <a:pt x="624840" y="350520"/>
                    </a:cubicBezTo>
                    <a:cubicBezTo>
                      <a:pt x="624840" y="354330"/>
                      <a:pt x="624840" y="356870"/>
                      <a:pt x="624840" y="359410"/>
                    </a:cubicBezTo>
                    <a:cubicBezTo>
                      <a:pt x="626110" y="364490"/>
                      <a:pt x="631190" y="373380"/>
                      <a:pt x="633730" y="374650"/>
                    </a:cubicBezTo>
                    <a:cubicBezTo>
                      <a:pt x="635000" y="374650"/>
                      <a:pt x="636270" y="370840"/>
                      <a:pt x="637540" y="369570"/>
                    </a:cubicBezTo>
                    <a:cubicBezTo>
                      <a:pt x="638810" y="368300"/>
                      <a:pt x="640080" y="369570"/>
                      <a:pt x="641350" y="368300"/>
                    </a:cubicBezTo>
                    <a:cubicBezTo>
                      <a:pt x="642620" y="367030"/>
                      <a:pt x="641350" y="364490"/>
                      <a:pt x="642620" y="361950"/>
                    </a:cubicBezTo>
                    <a:cubicBezTo>
                      <a:pt x="648970" y="354330"/>
                      <a:pt x="681990" y="332740"/>
                      <a:pt x="699770" y="326390"/>
                    </a:cubicBezTo>
                    <a:cubicBezTo>
                      <a:pt x="715010" y="322580"/>
                      <a:pt x="731520" y="327660"/>
                      <a:pt x="744220" y="323850"/>
                    </a:cubicBezTo>
                    <a:cubicBezTo>
                      <a:pt x="753110" y="321310"/>
                      <a:pt x="762000" y="313690"/>
                      <a:pt x="767080" y="311150"/>
                    </a:cubicBezTo>
                    <a:cubicBezTo>
                      <a:pt x="769620" y="309880"/>
                      <a:pt x="770890" y="309880"/>
                      <a:pt x="772160" y="308610"/>
                    </a:cubicBezTo>
                    <a:cubicBezTo>
                      <a:pt x="774700" y="308610"/>
                      <a:pt x="778510" y="306070"/>
                      <a:pt x="778510" y="306070"/>
                    </a:cubicBezTo>
                    <a:cubicBezTo>
                      <a:pt x="778510" y="306070"/>
                      <a:pt x="782320" y="306070"/>
                      <a:pt x="783590" y="304800"/>
                    </a:cubicBezTo>
                    <a:cubicBezTo>
                      <a:pt x="786130" y="304800"/>
                      <a:pt x="789940" y="303530"/>
                      <a:pt x="789940" y="303530"/>
                    </a:cubicBezTo>
                    <a:cubicBezTo>
                      <a:pt x="789940" y="303530"/>
                      <a:pt x="793750" y="304800"/>
                      <a:pt x="796290" y="304800"/>
                    </a:cubicBezTo>
                    <a:cubicBezTo>
                      <a:pt x="797560" y="304800"/>
                      <a:pt x="802640" y="304800"/>
                      <a:pt x="802640" y="304800"/>
                    </a:cubicBezTo>
                    <a:cubicBezTo>
                      <a:pt x="802640" y="304800"/>
                      <a:pt x="806450" y="306070"/>
                      <a:pt x="807720" y="306070"/>
                    </a:cubicBezTo>
                    <a:cubicBezTo>
                      <a:pt x="810260" y="307340"/>
                      <a:pt x="814070" y="307340"/>
                      <a:pt x="814070" y="307340"/>
                    </a:cubicBezTo>
                    <a:cubicBezTo>
                      <a:pt x="814070" y="308610"/>
                      <a:pt x="817880" y="309880"/>
                      <a:pt x="819150" y="311150"/>
                    </a:cubicBezTo>
                    <a:cubicBezTo>
                      <a:pt x="820420" y="312420"/>
                      <a:pt x="821690" y="313690"/>
                      <a:pt x="824230" y="313690"/>
                    </a:cubicBezTo>
                    <a:cubicBezTo>
                      <a:pt x="828040" y="313690"/>
                      <a:pt x="835660" y="304800"/>
                      <a:pt x="844550" y="304800"/>
                    </a:cubicBezTo>
                    <a:cubicBezTo>
                      <a:pt x="863600" y="303530"/>
                      <a:pt x="922020" y="316230"/>
                      <a:pt x="933450" y="335280"/>
                    </a:cubicBezTo>
                    <a:cubicBezTo>
                      <a:pt x="943610" y="350520"/>
                      <a:pt x="937260" y="381000"/>
                      <a:pt x="928370" y="396240"/>
                    </a:cubicBezTo>
                    <a:cubicBezTo>
                      <a:pt x="919480" y="410210"/>
                      <a:pt x="900430" y="417830"/>
                      <a:pt x="883920" y="427990"/>
                    </a:cubicBezTo>
                    <a:cubicBezTo>
                      <a:pt x="864870" y="438150"/>
                      <a:pt x="821690" y="450850"/>
                      <a:pt x="820420" y="455930"/>
                    </a:cubicBezTo>
                    <a:cubicBezTo>
                      <a:pt x="819150" y="457200"/>
                      <a:pt x="820420" y="458470"/>
                      <a:pt x="821690" y="458470"/>
                    </a:cubicBezTo>
                    <a:cubicBezTo>
                      <a:pt x="821690" y="461010"/>
                      <a:pt x="824230" y="464820"/>
                      <a:pt x="824230" y="464820"/>
                    </a:cubicBezTo>
                    <a:cubicBezTo>
                      <a:pt x="824230" y="464820"/>
                      <a:pt x="825500" y="468630"/>
                      <a:pt x="825500" y="471170"/>
                    </a:cubicBezTo>
                    <a:cubicBezTo>
                      <a:pt x="826770" y="472440"/>
                      <a:pt x="826770" y="476250"/>
                      <a:pt x="826770" y="476250"/>
                    </a:cubicBezTo>
                    <a:cubicBezTo>
                      <a:pt x="826770" y="476250"/>
                      <a:pt x="826770" y="481330"/>
                      <a:pt x="826770" y="482600"/>
                    </a:cubicBezTo>
                    <a:cubicBezTo>
                      <a:pt x="826770" y="485140"/>
                      <a:pt x="826770" y="488950"/>
                      <a:pt x="826770" y="488950"/>
                    </a:cubicBezTo>
                    <a:cubicBezTo>
                      <a:pt x="826770" y="488950"/>
                      <a:pt x="825500" y="492760"/>
                      <a:pt x="825500" y="495300"/>
                    </a:cubicBezTo>
                    <a:cubicBezTo>
                      <a:pt x="825500" y="496570"/>
                      <a:pt x="824230" y="501650"/>
                      <a:pt x="824230" y="501650"/>
                    </a:cubicBezTo>
                    <a:cubicBezTo>
                      <a:pt x="824230" y="501650"/>
                      <a:pt x="821690" y="504190"/>
                      <a:pt x="821690" y="506730"/>
                    </a:cubicBezTo>
                    <a:cubicBezTo>
                      <a:pt x="820420" y="508000"/>
                      <a:pt x="817880" y="511810"/>
                      <a:pt x="817880" y="511810"/>
                    </a:cubicBezTo>
                    <a:cubicBezTo>
                      <a:pt x="817880" y="511810"/>
                      <a:pt x="815340" y="515620"/>
                      <a:pt x="814070" y="516890"/>
                    </a:cubicBezTo>
                    <a:cubicBezTo>
                      <a:pt x="812800" y="518160"/>
                      <a:pt x="810260" y="520700"/>
                      <a:pt x="810260" y="520700"/>
                    </a:cubicBezTo>
                    <a:cubicBezTo>
                      <a:pt x="810260" y="521970"/>
                      <a:pt x="810260" y="521970"/>
                      <a:pt x="810260" y="521970"/>
                    </a:cubicBezTo>
                    <a:cubicBezTo>
                      <a:pt x="810260" y="521970"/>
                      <a:pt x="806450" y="523240"/>
                      <a:pt x="805180" y="524510"/>
                    </a:cubicBezTo>
                    <a:cubicBezTo>
                      <a:pt x="802640" y="525780"/>
                      <a:pt x="800100" y="528320"/>
                      <a:pt x="800100" y="528320"/>
                    </a:cubicBezTo>
                    <a:cubicBezTo>
                      <a:pt x="800100" y="528320"/>
                      <a:pt x="796290" y="529590"/>
                      <a:pt x="793750" y="530860"/>
                    </a:cubicBezTo>
                    <a:cubicBezTo>
                      <a:pt x="792480" y="530860"/>
                      <a:pt x="788670" y="532130"/>
                      <a:pt x="787400" y="532130"/>
                    </a:cubicBezTo>
                    <a:cubicBezTo>
                      <a:pt x="787400" y="532130"/>
                      <a:pt x="783590" y="533400"/>
                      <a:pt x="782320" y="533400"/>
                    </a:cubicBezTo>
                    <a:cubicBezTo>
                      <a:pt x="779780" y="533400"/>
                      <a:pt x="775970" y="534670"/>
                      <a:pt x="775970" y="534670"/>
                    </a:cubicBezTo>
                    <a:cubicBezTo>
                      <a:pt x="775970" y="534670"/>
                      <a:pt x="754380" y="553720"/>
                      <a:pt x="749300" y="561340"/>
                    </a:cubicBezTo>
                    <a:cubicBezTo>
                      <a:pt x="746760" y="566420"/>
                      <a:pt x="749300" y="574040"/>
                      <a:pt x="746760" y="576580"/>
                    </a:cubicBezTo>
                    <a:cubicBezTo>
                      <a:pt x="744220" y="579120"/>
                      <a:pt x="737870" y="576580"/>
                      <a:pt x="732790" y="579120"/>
                    </a:cubicBezTo>
                    <a:cubicBezTo>
                      <a:pt x="722630" y="585470"/>
                      <a:pt x="702310" y="614680"/>
                      <a:pt x="697230" y="619760"/>
                    </a:cubicBezTo>
                    <a:cubicBezTo>
                      <a:pt x="695960" y="622300"/>
                      <a:pt x="694690" y="622300"/>
                      <a:pt x="693420" y="623570"/>
                    </a:cubicBezTo>
                    <a:cubicBezTo>
                      <a:pt x="692150" y="626110"/>
                      <a:pt x="690880" y="633730"/>
                      <a:pt x="688340" y="635000"/>
                    </a:cubicBezTo>
                    <a:cubicBezTo>
                      <a:pt x="685800" y="636270"/>
                      <a:pt x="684530" y="635000"/>
                      <a:pt x="681990" y="636270"/>
                    </a:cubicBezTo>
                    <a:cubicBezTo>
                      <a:pt x="674370" y="638810"/>
                      <a:pt x="654050" y="666750"/>
                      <a:pt x="647700" y="669290"/>
                    </a:cubicBezTo>
                    <a:cubicBezTo>
                      <a:pt x="646430" y="670560"/>
                      <a:pt x="645160" y="669290"/>
                      <a:pt x="645160" y="669290"/>
                    </a:cubicBezTo>
                    <a:cubicBezTo>
                      <a:pt x="645160" y="669290"/>
                      <a:pt x="645160" y="669290"/>
                      <a:pt x="645160" y="670560"/>
                    </a:cubicBezTo>
                    <a:cubicBezTo>
                      <a:pt x="645160" y="670560"/>
                      <a:pt x="645160" y="671830"/>
                      <a:pt x="646430" y="673100"/>
                    </a:cubicBezTo>
                    <a:cubicBezTo>
                      <a:pt x="646430" y="673100"/>
                      <a:pt x="646430" y="674370"/>
                      <a:pt x="647700" y="674370"/>
                    </a:cubicBezTo>
                    <a:cubicBezTo>
                      <a:pt x="647700" y="676910"/>
                      <a:pt x="647700" y="678180"/>
                      <a:pt x="648970" y="680720"/>
                    </a:cubicBezTo>
                    <a:cubicBezTo>
                      <a:pt x="648970" y="681990"/>
                      <a:pt x="650240" y="684530"/>
                      <a:pt x="650240" y="685800"/>
                    </a:cubicBezTo>
                    <a:cubicBezTo>
                      <a:pt x="651510" y="687070"/>
                      <a:pt x="650240" y="687070"/>
                      <a:pt x="651510" y="688340"/>
                    </a:cubicBezTo>
                    <a:cubicBezTo>
                      <a:pt x="651510" y="689610"/>
                      <a:pt x="651510" y="689610"/>
                      <a:pt x="651510" y="690880"/>
                    </a:cubicBezTo>
                    <a:cubicBezTo>
                      <a:pt x="651510" y="692150"/>
                      <a:pt x="651510" y="694690"/>
                      <a:pt x="651510" y="695960"/>
                    </a:cubicBezTo>
                    <a:cubicBezTo>
                      <a:pt x="651510" y="698500"/>
                      <a:pt x="651510" y="701040"/>
                      <a:pt x="651510" y="702310"/>
                    </a:cubicBezTo>
                    <a:cubicBezTo>
                      <a:pt x="651510" y="703580"/>
                      <a:pt x="651510" y="703580"/>
                      <a:pt x="650240" y="704850"/>
                    </a:cubicBezTo>
                    <a:cubicBezTo>
                      <a:pt x="650240" y="706120"/>
                      <a:pt x="650240" y="706120"/>
                      <a:pt x="650240" y="707390"/>
                    </a:cubicBezTo>
                    <a:cubicBezTo>
                      <a:pt x="650240" y="708660"/>
                      <a:pt x="648970" y="711200"/>
                      <a:pt x="648970" y="712470"/>
                    </a:cubicBezTo>
                    <a:cubicBezTo>
                      <a:pt x="647700" y="715010"/>
                      <a:pt x="647700" y="716280"/>
                      <a:pt x="646430" y="717550"/>
                    </a:cubicBezTo>
                    <a:cubicBezTo>
                      <a:pt x="646430" y="718820"/>
                      <a:pt x="645160" y="718820"/>
                      <a:pt x="645160" y="720090"/>
                    </a:cubicBezTo>
                    <a:cubicBezTo>
                      <a:pt x="645160" y="721360"/>
                      <a:pt x="645160" y="721360"/>
                      <a:pt x="643890" y="722630"/>
                    </a:cubicBezTo>
                    <a:cubicBezTo>
                      <a:pt x="643890" y="723900"/>
                      <a:pt x="641350" y="725170"/>
                      <a:pt x="640080" y="726440"/>
                    </a:cubicBezTo>
                    <a:cubicBezTo>
                      <a:pt x="640080" y="728980"/>
                      <a:pt x="638810" y="730250"/>
                      <a:pt x="637540" y="731520"/>
                    </a:cubicBezTo>
                    <a:cubicBezTo>
                      <a:pt x="636270" y="732790"/>
                      <a:pt x="636270" y="732790"/>
                      <a:pt x="635000" y="732790"/>
                    </a:cubicBezTo>
                    <a:cubicBezTo>
                      <a:pt x="635000" y="734060"/>
                      <a:pt x="635000" y="734060"/>
                      <a:pt x="633730" y="734060"/>
                    </a:cubicBezTo>
                    <a:cubicBezTo>
                      <a:pt x="633730" y="735330"/>
                      <a:pt x="633730" y="737870"/>
                      <a:pt x="633730" y="737870"/>
                    </a:cubicBezTo>
                    <a:cubicBezTo>
                      <a:pt x="633730" y="737870"/>
                      <a:pt x="631190" y="740410"/>
                      <a:pt x="631190" y="741680"/>
                    </a:cubicBezTo>
                    <a:cubicBezTo>
                      <a:pt x="629920" y="744220"/>
                      <a:pt x="628650" y="746760"/>
                      <a:pt x="628650" y="746760"/>
                    </a:cubicBezTo>
                    <a:cubicBezTo>
                      <a:pt x="628650" y="746760"/>
                      <a:pt x="626110" y="749300"/>
                      <a:pt x="624840" y="750570"/>
                    </a:cubicBezTo>
                    <a:cubicBezTo>
                      <a:pt x="623570" y="751840"/>
                      <a:pt x="621030" y="754380"/>
                      <a:pt x="621030" y="754380"/>
                    </a:cubicBezTo>
                    <a:cubicBezTo>
                      <a:pt x="621030" y="754380"/>
                      <a:pt x="618490" y="756920"/>
                      <a:pt x="615950" y="758190"/>
                    </a:cubicBezTo>
                    <a:cubicBezTo>
                      <a:pt x="614680" y="758190"/>
                      <a:pt x="612140" y="760730"/>
                      <a:pt x="612140" y="760730"/>
                    </a:cubicBezTo>
                    <a:cubicBezTo>
                      <a:pt x="612140" y="760730"/>
                      <a:pt x="608330" y="762000"/>
                      <a:pt x="607060" y="762000"/>
                    </a:cubicBezTo>
                    <a:cubicBezTo>
                      <a:pt x="605790" y="763270"/>
                      <a:pt x="601980" y="764540"/>
                      <a:pt x="601980" y="764540"/>
                    </a:cubicBezTo>
                    <a:cubicBezTo>
                      <a:pt x="601980" y="764540"/>
                      <a:pt x="598170" y="764540"/>
                      <a:pt x="596900" y="764540"/>
                    </a:cubicBezTo>
                    <a:cubicBezTo>
                      <a:pt x="594360" y="764540"/>
                      <a:pt x="591820" y="765810"/>
                      <a:pt x="591820" y="765810"/>
                    </a:cubicBezTo>
                    <a:cubicBezTo>
                      <a:pt x="590550" y="765810"/>
                      <a:pt x="588010" y="764540"/>
                      <a:pt x="585470" y="764540"/>
                    </a:cubicBezTo>
                    <a:cubicBezTo>
                      <a:pt x="584200" y="764540"/>
                      <a:pt x="580390" y="763270"/>
                      <a:pt x="580390" y="763270"/>
                    </a:cubicBezTo>
                    <a:cubicBezTo>
                      <a:pt x="580390" y="763270"/>
                      <a:pt x="577850" y="762000"/>
                      <a:pt x="575310" y="762000"/>
                    </a:cubicBezTo>
                    <a:cubicBezTo>
                      <a:pt x="574040" y="760730"/>
                      <a:pt x="570230" y="759460"/>
                      <a:pt x="570230" y="759460"/>
                    </a:cubicBezTo>
                    <a:cubicBezTo>
                      <a:pt x="570230" y="759460"/>
                      <a:pt x="567690" y="758190"/>
                      <a:pt x="566420" y="756920"/>
                    </a:cubicBezTo>
                    <a:cubicBezTo>
                      <a:pt x="565150" y="755650"/>
                      <a:pt x="562610" y="753110"/>
                      <a:pt x="562610" y="753110"/>
                    </a:cubicBezTo>
                    <a:cubicBezTo>
                      <a:pt x="562610" y="753110"/>
                      <a:pt x="560070" y="750570"/>
                      <a:pt x="558800" y="749300"/>
                    </a:cubicBezTo>
                    <a:cubicBezTo>
                      <a:pt x="557530" y="748030"/>
                      <a:pt x="554990" y="745490"/>
                      <a:pt x="554990" y="745490"/>
                    </a:cubicBezTo>
                    <a:cubicBezTo>
                      <a:pt x="554990" y="745490"/>
                      <a:pt x="553720" y="741680"/>
                      <a:pt x="552450" y="740410"/>
                    </a:cubicBezTo>
                    <a:cubicBezTo>
                      <a:pt x="552450" y="739140"/>
                      <a:pt x="549910" y="735330"/>
                      <a:pt x="549910" y="735330"/>
                    </a:cubicBezTo>
                    <a:cubicBezTo>
                      <a:pt x="549910" y="735330"/>
                      <a:pt x="549910" y="732790"/>
                      <a:pt x="548640" y="730250"/>
                    </a:cubicBezTo>
                    <a:cubicBezTo>
                      <a:pt x="548640" y="728980"/>
                      <a:pt x="548640" y="725170"/>
                      <a:pt x="548640" y="725170"/>
                    </a:cubicBezTo>
                    <a:cubicBezTo>
                      <a:pt x="548640" y="725170"/>
                      <a:pt x="548640" y="721360"/>
                      <a:pt x="548640" y="720090"/>
                    </a:cubicBezTo>
                    <a:cubicBezTo>
                      <a:pt x="548640" y="718820"/>
                      <a:pt x="548640" y="715010"/>
                      <a:pt x="548640" y="715010"/>
                    </a:cubicBezTo>
                    <a:cubicBezTo>
                      <a:pt x="548640" y="715010"/>
                      <a:pt x="547370" y="703580"/>
                      <a:pt x="544830" y="698500"/>
                    </a:cubicBezTo>
                    <a:cubicBezTo>
                      <a:pt x="542290" y="690880"/>
                      <a:pt x="538480" y="683260"/>
                      <a:pt x="532130" y="675640"/>
                    </a:cubicBezTo>
                    <a:cubicBezTo>
                      <a:pt x="525780" y="668020"/>
                      <a:pt x="509270" y="655320"/>
                      <a:pt x="506730" y="654050"/>
                    </a:cubicBezTo>
                    <a:cubicBezTo>
                      <a:pt x="506730" y="654050"/>
                      <a:pt x="502920" y="651510"/>
                      <a:pt x="501650" y="650240"/>
                    </a:cubicBezTo>
                    <a:cubicBezTo>
                      <a:pt x="499110" y="650240"/>
                      <a:pt x="496570" y="647700"/>
                      <a:pt x="496570" y="647700"/>
                    </a:cubicBezTo>
                    <a:cubicBezTo>
                      <a:pt x="496570" y="647700"/>
                      <a:pt x="492760" y="645160"/>
                      <a:pt x="491490" y="643890"/>
                    </a:cubicBezTo>
                    <a:cubicBezTo>
                      <a:pt x="490220" y="641350"/>
                      <a:pt x="487680" y="638810"/>
                      <a:pt x="487680" y="638810"/>
                    </a:cubicBezTo>
                    <a:cubicBezTo>
                      <a:pt x="486410" y="638810"/>
                      <a:pt x="453390" y="633730"/>
                      <a:pt x="436880" y="626110"/>
                    </a:cubicBezTo>
                    <a:cubicBezTo>
                      <a:pt x="420370" y="615950"/>
                      <a:pt x="405130" y="595630"/>
                      <a:pt x="388620" y="584200"/>
                    </a:cubicBezTo>
                    <a:cubicBezTo>
                      <a:pt x="374650" y="574040"/>
                      <a:pt x="359410" y="568960"/>
                      <a:pt x="344170" y="560070"/>
                    </a:cubicBezTo>
                    <a:cubicBezTo>
                      <a:pt x="330200" y="549910"/>
                      <a:pt x="316230" y="539750"/>
                      <a:pt x="302260" y="528320"/>
                    </a:cubicBezTo>
                    <a:cubicBezTo>
                      <a:pt x="288290" y="518160"/>
                      <a:pt x="266700" y="499110"/>
                      <a:pt x="260350" y="497840"/>
                    </a:cubicBezTo>
                    <a:cubicBezTo>
                      <a:pt x="259080" y="496570"/>
                      <a:pt x="257810" y="499110"/>
                      <a:pt x="256540" y="497840"/>
                    </a:cubicBezTo>
                    <a:cubicBezTo>
                      <a:pt x="252730" y="496570"/>
                      <a:pt x="250190" y="488950"/>
                      <a:pt x="245110" y="483870"/>
                    </a:cubicBezTo>
                    <a:cubicBezTo>
                      <a:pt x="238760" y="476250"/>
                      <a:pt x="229870" y="467360"/>
                      <a:pt x="220980" y="458470"/>
                    </a:cubicBezTo>
                    <a:cubicBezTo>
                      <a:pt x="210820" y="449580"/>
                      <a:pt x="203200" y="436880"/>
                      <a:pt x="191770" y="429260"/>
                    </a:cubicBezTo>
                    <a:cubicBezTo>
                      <a:pt x="180340" y="421640"/>
                      <a:pt x="162560" y="420370"/>
                      <a:pt x="153670" y="414020"/>
                    </a:cubicBezTo>
                    <a:cubicBezTo>
                      <a:pt x="146050" y="408940"/>
                      <a:pt x="140970" y="396240"/>
                      <a:pt x="138430" y="396240"/>
                    </a:cubicBezTo>
                    <a:cubicBezTo>
                      <a:pt x="137160" y="396240"/>
                      <a:pt x="135890" y="398780"/>
                      <a:pt x="135890" y="398780"/>
                    </a:cubicBezTo>
                    <a:cubicBezTo>
                      <a:pt x="135890" y="398780"/>
                      <a:pt x="132080" y="401320"/>
                      <a:pt x="130810" y="402590"/>
                    </a:cubicBezTo>
                    <a:cubicBezTo>
                      <a:pt x="129540" y="403860"/>
                      <a:pt x="125730" y="405130"/>
                      <a:pt x="125730" y="405130"/>
                    </a:cubicBezTo>
                    <a:cubicBezTo>
                      <a:pt x="125730" y="405130"/>
                      <a:pt x="121920" y="406400"/>
                      <a:pt x="120650" y="407670"/>
                    </a:cubicBezTo>
                    <a:cubicBezTo>
                      <a:pt x="118110" y="407670"/>
                      <a:pt x="114300" y="408940"/>
                      <a:pt x="114300" y="408940"/>
                    </a:cubicBezTo>
                    <a:cubicBezTo>
                      <a:pt x="114300" y="408940"/>
                      <a:pt x="110490" y="410210"/>
                      <a:pt x="109220" y="410210"/>
                    </a:cubicBezTo>
                    <a:cubicBezTo>
                      <a:pt x="106680" y="410210"/>
                      <a:pt x="102870" y="410210"/>
                      <a:pt x="102870" y="410210"/>
                    </a:cubicBezTo>
                    <a:cubicBezTo>
                      <a:pt x="102870" y="410210"/>
                      <a:pt x="99060" y="410210"/>
                      <a:pt x="97790" y="408940"/>
                    </a:cubicBezTo>
                    <a:cubicBezTo>
                      <a:pt x="95250" y="408940"/>
                      <a:pt x="91440" y="408940"/>
                      <a:pt x="91440" y="408940"/>
                    </a:cubicBezTo>
                    <a:cubicBezTo>
                      <a:pt x="91440" y="408940"/>
                      <a:pt x="87630" y="407670"/>
                      <a:pt x="86360" y="406400"/>
                    </a:cubicBezTo>
                    <a:cubicBezTo>
                      <a:pt x="85090" y="405130"/>
                      <a:pt x="81280" y="403860"/>
                      <a:pt x="81280" y="403860"/>
                    </a:cubicBezTo>
                    <a:cubicBezTo>
                      <a:pt x="81280" y="403860"/>
                      <a:pt x="77470" y="401320"/>
                      <a:pt x="76200" y="400050"/>
                    </a:cubicBezTo>
                    <a:cubicBezTo>
                      <a:pt x="74930" y="400050"/>
                      <a:pt x="71120" y="397510"/>
                      <a:pt x="71120" y="397510"/>
                    </a:cubicBezTo>
                    <a:cubicBezTo>
                      <a:pt x="71120" y="397510"/>
                      <a:pt x="68580" y="393700"/>
                      <a:pt x="68580" y="392430"/>
                    </a:cubicBezTo>
                    <a:cubicBezTo>
                      <a:pt x="67310" y="391160"/>
                      <a:pt x="64770" y="388620"/>
                      <a:pt x="64770" y="388620"/>
                    </a:cubicBezTo>
                    <a:cubicBezTo>
                      <a:pt x="64770" y="388620"/>
                      <a:pt x="62230" y="384810"/>
                      <a:pt x="62230" y="383540"/>
                    </a:cubicBezTo>
                    <a:cubicBezTo>
                      <a:pt x="60960" y="381000"/>
                      <a:pt x="59690" y="378460"/>
                      <a:pt x="59690" y="378460"/>
                    </a:cubicBezTo>
                    <a:cubicBezTo>
                      <a:pt x="59690" y="377190"/>
                      <a:pt x="58420" y="374650"/>
                      <a:pt x="58420" y="372110"/>
                    </a:cubicBezTo>
                    <a:cubicBezTo>
                      <a:pt x="57150" y="370840"/>
                      <a:pt x="57150" y="367030"/>
                      <a:pt x="57150" y="367030"/>
                    </a:cubicBezTo>
                    <a:cubicBezTo>
                      <a:pt x="57150" y="367030"/>
                      <a:pt x="57150" y="361950"/>
                      <a:pt x="57150" y="360680"/>
                    </a:cubicBezTo>
                    <a:cubicBezTo>
                      <a:pt x="57150" y="359410"/>
                      <a:pt x="57150" y="359410"/>
                      <a:pt x="57150" y="358140"/>
                    </a:cubicBezTo>
                    <a:cubicBezTo>
                      <a:pt x="57150" y="358140"/>
                      <a:pt x="54610" y="359410"/>
                      <a:pt x="54610" y="359410"/>
                    </a:cubicBezTo>
                    <a:cubicBezTo>
                      <a:pt x="54610" y="359410"/>
                      <a:pt x="50800" y="359410"/>
                      <a:pt x="49530" y="359410"/>
                    </a:cubicBezTo>
                    <a:cubicBezTo>
                      <a:pt x="46990" y="359410"/>
                      <a:pt x="43180" y="359410"/>
                      <a:pt x="43180" y="359410"/>
                    </a:cubicBezTo>
                    <a:cubicBezTo>
                      <a:pt x="43180" y="359410"/>
                      <a:pt x="39370" y="358140"/>
                      <a:pt x="38100" y="358140"/>
                    </a:cubicBezTo>
                    <a:cubicBezTo>
                      <a:pt x="35560" y="356870"/>
                      <a:pt x="31750" y="356870"/>
                      <a:pt x="31750" y="356870"/>
                    </a:cubicBezTo>
                    <a:cubicBezTo>
                      <a:pt x="31750" y="356870"/>
                      <a:pt x="27940" y="354330"/>
                      <a:pt x="26670" y="354330"/>
                    </a:cubicBezTo>
                    <a:cubicBezTo>
                      <a:pt x="25400" y="353060"/>
                      <a:pt x="21590" y="350520"/>
                      <a:pt x="21590" y="350520"/>
                    </a:cubicBezTo>
                    <a:cubicBezTo>
                      <a:pt x="21590" y="350520"/>
                      <a:pt x="17780" y="347980"/>
                      <a:pt x="16510" y="346710"/>
                    </a:cubicBezTo>
                    <a:cubicBezTo>
                      <a:pt x="15240" y="345440"/>
                      <a:pt x="12700" y="342900"/>
                      <a:pt x="12700" y="342900"/>
                    </a:cubicBezTo>
                    <a:cubicBezTo>
                      <a:pt x="12700" y="342900"/>
                      <a:pt x="10160" y="340360"/>
                      <a:pt x="8890" y="339090"/>
                    </a:cubicBezTo>
                    <a:cubicBezTo>
                      <a:pt x="7620" y="336550"/>
                      <a:pt x="6350" y="334010"/>
                      <a:pt x="6350" y="334010"/>
                    </a:cubicBezTo>
                    <a:cubicBezTo>
                      <a:pt x="5080" y="334010"/>
                      <a:pt x="3810" y="330200"/>
                      <a:pt x="3810" y="327660"/>
                    </a:cubicBezTo>
                    <a:cubicBezTo>
                      <a:pt x="2540" y="326390"/>
                      <a:pt x="1270" y="322580"/>
                      <a:pt x="1270" y="322580"/>
                    </a:cubicBezTo>
                    <a:cubicBezTo>
                      <a:pt x="1270" y="322580"/>
                      <a:pt x="1270" y="318770"/>
                      <a:pt x="1270" y="317500"/>
                    </a:cubicBezTo>
                    <a:cubicBezTo>
                      <a:pt x="0" y="314960"/>
                      <a:pt x="0" y="311150"/>
                      <a:pt x="0" y="311150"/>
                    </a:cubicBezTo>
                    <a:moveTo>
                      <a:pt x="292100" y="377190"/>
                    </a:moveTo>
                    <a:cubicBezTo>
                      <a:pt x="299720" y="382270"/>
                      <a:pt x="299720" y="379730"/>
                      <a:pt x="299720" y="379730"/>
                    </a:cubicBezTo>
                    <a:cubicBezTo>
                      <a:pt x="300990" y="378460"/>
                      <a:pt x="302260" y="377190"/>
                      <a:pt x="300990" y="375920"/>
                    </a:cubicBezTo>
                    <a:cubicBezTo>
                      <a:pt x="300990" y="373380"/>
                      <a:pt x="294640" y="365760"/>
                      <a:pt x="293370" y="367030"/>
                    </a:cubicBezTo>
                    <a:cubicBezTo>
                      <a:pt x="290830" y="367030"/>
                      <a:pt x="292100" y="377190"/>
                      <a:pt x="292100" y="377190"/>
                    </a:cubicBezTo>
                    <a:moveTo>
                      <a:pt x="486410" y="400050"/>
                    </a:moveTo>
                    <a:cubicBezTo>
                      <a:pt x="487680" y="401320"/>
                      <a:pt x="490220" y="398780"/>
                      <a:pt x="492760" y="397510"/>
                    </a:cubicBezTo>
                    <a:cubicBezTo>
                      <a:pt x="494030" y="396240"/>
                      <a:pt x="497840" y="394970"/>
                      <a:pt x="497840" y="394970"/>
                    </a:cubicBezTo>
                    <a:cubicBezTo>
                      <a:pt x="497840" y="394970"/>
                      <a:pt x="501650" y="393700"/>
                      <a:pt x="502920" y="392430"/>
                    </a:cubicBezTo>
                    <a:cubicBezTo>
                      <a:pt x="505460" y="391160"/>
                      <a:pt x="509270" y="389890"/>
                      <a:pt x="509270" y="389890"/>
                    </a:cubicBezTo>
                    <a:cubicBezTo>
                      <a:pt x="509270" y="389890"/>
                      <a:pt x="510540" y="391160"/>
                      <a:pt x="511810" y="389890"/>
                    </a:cubicBezTo>
                    <a:cubicBezTo>
                      <a:pt x="513080" y="388620"/>
                      <a:pt x="513080" y="378460"/>
                      <a:pt x="510540" y="378460"/>
                    </a:cubicBezTo>
                    <a:cubicBezTo>
                      <a:pt x="506730" y="375920"/>
                      <a:pt x="486410" y="400050"/>
                      <a:pt x="486410" y="40005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1116628" y="6507480"/>
            <a:ext cx="111442" cy="108585"/>
            <a:chOff x="0" y="0"/>
            <a:chExt cx="148590" cy="144780"/>
          </a:xfrm>
        </p:grpSpPr>
        <p:sp>
          <p:nvSpPr>
            <p:cNvPr id="95" name="Freeform 95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888028" y="6297930"/>
            <a:ext cx="85725" cy="82868"/>
            <a:chOff x="0" y="0"/>
            <a:chExt cx="114300" cy="110490"/>
          </a:xfrm>
        </p:grpSpPr>
        <p:sp>
          <p:nvSpPr>
            <p:cNvPr id="97" name="Freeform 97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66653" y="5736961"/>
            <a:ext cx="1338156" cy="1541038"/>
            <a:chOff x="0" y="0"/>
            <a:chExt cx="1784208" cy="2054717"/>
          </a:xfrm>
        </p:grpSpPr>
        <p:grpSp>
          <p:nvGrpSpPr>
            <p:cNvPr id="99" name="Group 99"/>
            <p:cNvGrpSpPr/>
            <p:nvPr/>
          </p:nvGrpSpPr>
          <p:grpSpPr>
            <a:xfrm>
              <a:off x="0" y="0"/>
              <a:ext cx="1784208" cy="1784208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349961" y="569834"/>
              <a:ext cx="403569" cy="396275"/>
              <a:chOff x="0" y="0"/>
              <a:chExt cx="210820" cy="20701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982056" y="574696"/>
              <a:ext cx="406000" cy="381688"/>
              <a:chOff x="0" y="0"/>
              <a:chExt cx="212090" cy="19939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119003" y="735151"/>
              <a:ext cx="464347" cy="398706"/>
              <a:chOff x="0" y="0"/>
              <a:chExt cx="242570" cy="20828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178978" y="718133"/>
              <a:ext cx="486227" cy="427880"/>
              <a:chOff x="0" y="0"/>
              <a:chExt cx="254000" cy="22352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965419" y="626391"/>
              <a:ext cx="425908" cy="152521"/>
              <a:chOff x="0" y="0"/>
              <a:chExt cx="563880" cy="20193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329435" y="613921"/>
              <a:ext cx="441256" cy="155399"/>
              <a:chOff x="0" y="0"/>
              <a:chExt cx="584200" cy="20574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553900" y="1021603"/>
              <a:ext cx="672435" cy="158277"/>
              <a:chOff x="0" y="0"/>
              <a:chExt cx="890270" cy="20955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689634" y="1691161"/>
              <a:ext cx="259957" cy="260916"/>
              <a:chOff x="0" y="0"/>
              <a:chExt cx="344170" cy="34544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806663" y="1577969"/>
              <a:ext cx="425908" cy="455645"/>
              <a:chOff x="0" y="0"/>
              <a:chExt cx="563880" cy="60325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431596" y="1578928"/>
              <a:ext cx="410560" cy="475789"/>
              <a:chOff x="0" y="0"/>
              <a:chExt cx="543560" cy="62992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469966" y="1613461"/>
              <a:ext cx="304083" cy="398089"/>
              <a:chOff x="0" y="0"/>
              <a:chExt cx="402590" cy="52705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873811" y="1624013"/>
              <a:ext cx="296409" cy="353005"/>
              <a:chOff x="0" y="0"/>
              <a:chExt cx="392430" cy="46736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686757" y="1721857"/>
              <a:ext cx="100721" cy="188973"/>
              <a:chOff x="0" y="0"/>
              <a:chExt cx="133350" cy="25019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850789" y="1739123"/>
              <a:ext cx="97844" cy="167869"/>
              <a:chOff x="0" y="0"/>
              <a:chExt cx="129540" cy="22225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867096" y="1764064"/>
              <a:ext cx="141010" cy="99762"/>
              <a:chOff x="0" y="0"/>
              <a:chExt cx="186690" cy="13208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861340" y="1742960"/>
              <a:ext cx="128540" cy="118947"/>
              <a:chOff x="0" y="0"/>
              <a:chExt cx="170180" cy="15748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629202" y="1724735"/>
              <a:ext cx="143888" cy="153480"/>
              <a:chOff x="0" y="0"/>
              <a:chExt cx="190500" cy="2032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646468" y="1792842"/>
              <a:ext cx="112232" cy="136214"/>
              <a:chOff x="0" y="0"/>
              <a:chExt cx="148590" cy="18034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861340" y="1718020"/>
              <a:ext cx="169788" cy="141010"/>
              <a:chOff x="0" y="0"/>
              <a:chExt cx="224790" cy="18669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898751" y="1772697"/>
              <a:ext cx="144847" cy="108395"/>
              <a:chOff x="0" y="0"/>
              <a:chExt cx="191770" cy="14351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664694" y="1870541"/>
              <a:ext cx="169788" cy="148684"/>
              <a:chOff x="0" y="0"/>
              <a:chExt cx="224790" cy="19685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462292" y="1615380"/>
              <a:ext cx="341494" cy="421112"/>
              <a:chOff x="0" y="0"/>
              <a:chExt cx="452120" cy="55753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846952" y="1600991"/>
              <a:ext cx="370271" cy="414397"/>
              <a:chOff x="0" y="0"/>
              <a:chExt cx="490220" cy="54864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9" name="잉크 148">
                <a:extLst>
                  <a:ext uri="{FF2B5EF4-FFF2-40B4-BE49-F238E27FC236}">
                    <a16:creationId xmlns:a16="http://schemas.microsoft.com/office/drawing/2014/main" id="{19C70D1B-F4B0-48DA-8158-2ABC819D8EA4}"/>
                  </a:ext>
                </a:extLst>
              </p14:cNvPr>
              <p14:cNvContentPartPr/>
              <p14:nvPr/>
            </p14:nvContentPartPr>
            <p14:xfrm>
              <a:off x="2317330" y="2302844"/>
              <a:ext cx="26640" cy="44280"/>
            </p14:xfrm>
          </p:contentPart>
        </mc:Choice>
        <mc:Fallback xmlns="">
          <p:pic>
            <p:nvPicPr>
              <p:cNvPr id="149" name="잉크 14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9C70D1B-F4B0-48DA-8158-2ABC819D8E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08207" y="2293844"/>
                <a:ext cx="44522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56AF454A-B077-4495-9963-6D0A39576C18}"/>
                  </a:ext>
                </a:extLst>
              </p14:cNvPr>
              <p14:cNvContentPartPr/>
              <p14:nvPr/>
            </p14:nvContentPartPr>
            <p14:xfrm>
              <a:off x="2265043" y="2305342"/>
              <a:ext cx="131760" cy="124560"/>
            </p14:xfrm>
          </p:contentPart>
        </mc:Choice>
        <mc:Fallback xmlns="">
          <p:pic>
            <p:nvPicPr>
              <p:cNvPr id="150" name="잉크 14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6AF454A-B077-4495-9963-6D0A39576C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56043" y="2296316"/>
                <a:ext cx="149400" cy="142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1" name="잉크 150">
                <a:extLst>
                  <a:ext uri="{FF2B5EF4-FFF2-40B4-BE49-F238E27FC236}">
                    <a16:creationId xmlns:a16="http://schemas.microsoft.com/office/drawing/2014/main" id="{5CBF5B57-337D-4BCE-B9F9-EA5B784DF28D}"/>
                  </a:ext>
                </a:extLst>
              </p14:cNvPr>
              <p14:cNvContentPartPr/>
              <p14:nvPr/>
            </p14:nvContentPartPr>
            <p14:xfrm>
              <a:off x="1962643" y="6239332"/>
              <a:ext cx="34200" cy="33840"/>
            </p14:xfrm>
          </p:contentPart>
        </mc:Choice>
        <mc:Fallback xmlns="">
          <p:pic>
            <p:nvPicPr>
              <p:cNvPr id="151" name="잉크 150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CBF5B57-337D-4BCE-B9F9-EA5B784DF2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4003" y="6230692"/>
                <a:ext cx="518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2" name="잉크 151">
                <a:extLst>
                  <a:ext uri="{FF2B5EF4-FFF2-40B4-BE49-F238E27FC236}">
                    <a16:creationId xmlns:a16="http://schemas.microsoft.com/office/drawing/2014/main" id="{7FEA2C03-0876-4F87-A6B4-A98EF58BFA8F}"/>
                  </a:ext>
                </a:extLst>
              </p14:cNvPr>
              <p14:cNvContentPartPr/>
              <p14:nvPr/>
            </p14:nvContentPartPr>
            <p14:xfrm>
              <a:off x="2233003" y="6244372"/>
              <a:ext cx="33480" cy="39960"/>
            </p14:xfrm>
          </p:contentPart>
        </mc:Choice>
        <mc:Fallback xmlns="">
          <p:pic>
            <p:nvPicPr>
              <p:cNvPr id="152" name="잉크 15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7FEA2C03-0876-4F87-A6B4-A98EF58BFA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24003" y="6235372"/>
                <a:ext cx="511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3" name="잉크 152">
                <a:extLst>
                  <a:ext uri="{FF2B5EF4-FFF2-40B4-BE49-F238E27FC236}">
                    <a16:creationId xmlns:a16="http://schemas.microsoft.com/office/drawing/2014/main" id="{29D9944C-013C-4DD5-A3BF-A89E64846A3E}"/>
                  </a:ext>
                </a:extLst>
              </p14:cNvPr>
              <p14:cNvContentPartPr/>
              <p14:nvPr/>
            </p14:nvContentPartPr>
            <p14:xfrm>
              <a:off x="2287003" y="6290452"/>
              <a:ext cx="127440" cy="72360"/>
            </p14:xfrm>
          </p:contentPart>
        </mc:Choice>
        <mc:Fallback xmlns="">
          <p:pic>
            <p:nvPicPr>
              <p:cNvPr id="153" name="잉크 15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29D9944C-013C-4DD5-A3BF-A89E64846A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78003" y="6281452"/>
                <a:ext cx="14508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92898A5-0571-4935-9584-DFB49F8912B7}"/>
              </a:ext>
            </a:extLst>
          </p:cNvPr>
          <p:cNvGrpSpPr/>
          <p:nvPr/>
        </p:nvGrpSpPr>
        <p:grpSpPr>
          <a:xfrm>
            <a:off x="2340643" y="6556852"/>
            <a:ext cx="360" cy="12240"/>
            <a:chOff x="2340643" y="6556852"/>
            <a:chExt cx="360" cy="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2F5F4008-6FF6-413D-837E-ECEBDEE961E5}"/>
                    </a:ext>
                  </a:extLst>
                </p14:cNvPr>
                <p14:cNvContentPartPr/>
                <p14:nvPr/>
              </p14:nvContentPartPr>
              <p14:xfrm>
                <a:off x="2340643" y="6568012"/>
                <a:ext cx="360" cy="108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F5F4008-6FF6-413D-837E-ECEBDEE961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31643" y="6559012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26771768-DF0E-42CF-B158-999DE551F011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26771768-DF0E-42CF-B158-999DE551F0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3869D50-4EC6-4E79-89FE-507652829645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73869D50-4EC6-4E79-89FE-5076528296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FE657DC7-A019-4413-8B68-D92A2B31E820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FE657DC7-A019-4413-8B68-D92A2B31E8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12D67FE-323D-4E82-BBC6-921C57B40F7D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p14="http://schemas.microsoft.com/office/powerpoint/2010/main" xmlns="" xmlns:a16="http://schemas.microsoft.com/office/drawing/2014/main" id="{A12D67FE-323D-4E82-BBC6-921C57B40F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8D798ED1-8F1B-410F-AA0A-7342C0E40F18}"/>
                  </a:ext>
                </a:extLst>
              </p14:cNvPr>
              <p14:cNvContentPartPr/>
              <p14:nvPr/>
            </p14:nvContentPartPr>
            <p14:xfrm>
              <a:off x="2256403" y="4270206"/>
              <a:ext cx="127440" cy="122040"/>
            </p14:xfrm>
          </p:contentPart>
        </mc:Choice>
        <mc:Fallback xmlns="">
          <p:pic>
            <p:nvPicPr>
              <p:cNvPr id="163" name="잉크 16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D798ED1-8F1B-410F-AA0A-7342C0E40F1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47403" y="4261232"/>
                <a:ext cx="145080" cy="13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89686BEB-6830-4773-A3A5-0F00AFB522BD}"/>
                  </a:ext>
                </a:extLst>
              </p14:cNvPr>
              <p14:cNvContentPartPr/>
              <p14:nvPr/>
            </p14:nvContentPartPr>
            <p14:xfrm>
              <a:off x="2159902" y="8459837"/>
              <a:ext cx="128160" cy="6264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9686BEB-6830-4773-A3A5-0F00AFB522B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50902" y="8450837"/>
                <a:ext cx="1458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64492537-C36F-4C3F-A077-D16E48D1F32F}"/>
                  </a:ext>
                </a:extLst>
              </p14:cNvPr>
              <p14:cNvContentPartPr/>
              <p14:nvPr/>
            </p14:nvContentPartPr>
            <p14:xfrm>
              <a:off x="2181862" y="8394677"/>
              <a:ext cx="62280" cy="237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64492537-C36F-4C3F-A077-D16E48D1F32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72862" y="8385677"/>
                <a:ext cx="79920" cy="41400"/>
              </a:xfrm>
              <a:prstGeom prst="rect">
                <a:avLst/>
              </a:prstGeom>
            </p:spPr>
          </p:pic>
        </mc:Fallback>
      </mc:AlternateContent>
      <p:sp>
        <p:nvSpPr>
          <p:cNvPr id="161" name="TextBox 63">
            <a:extLst>
              <a:ext uri="{FF2B5EF4-FFF2-40B4-BE49-F238E27FC236}">
                <a16:creationId xmlns:a16="http://schemas.microsoft.com/office/drawing/2014/main" id="{C8BDF453-0C75-45D3-AB6A-1368C9E5A67C}"/>
              </a:ext>
            </a:extLst>
          </p:cNvPr>
          <p:cNvSpPr txBox="1"/>
          <p:nvPr/>
        </p:nvSpPr>
        <p:spPr>
          <a:xfrm>
            <a:off x="3891363" y="4148284"/>
            <a:ext cx="1301428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>
              <a:lnSpc>
                <a:spcPts val="264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endParaRPr lang="en-US" altLang="ko-KR" sz="22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6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D221B191-8FD1-4421-9B14-5B78E81B79D6}"/>
              </a:ext>
            </a:extLst>
          </p:cNvPr>
          <p:cNvSpPr txBox="1"/>
          <p:nvPr/>
        </p:nvSpPr>
        <p:spPr>
          <a:xfrm>
            <a:off x="853207" y="2393486"/>
            <a:ext cx="4769787" cy="1174252"/>
          </a:xfrm>
          <a:prstGeom prst="rect">
            <a:avLst/>
          </a:prstGeom>
        </p:spPr>
        <p:txBody>
          <a:bodyPr lIns="53061" tIns="53061" rIns="53061" bIns="53061" rtlCol="0" anchor="ctr"/>
          <a:lstStyle/>
          <a:p>
            <a:pPr algn="ctr">
              <a:lnSpc>
                <a:spcPts val="2859"/>
              </a:lnSpc>
            </a:pPr>
            <a:endParaRPr/>
          </a:p>
        </p:txBody>
      </p:sp>
      <p:sp>
        <p:nvSpPr>
          <p:cNvPr id="10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87593032-35C9-49D9-939B-B921EA4C6DC4}"/>
              </a:ext>
            </a:extLst>
          </p:cNvPr>
          <p:cNvGrpSpPr/>
          <p:nvPr/>
        </p:nvGrpSpPr>
        <p:grpSpPr>
          <a:xfrm>
            <a:off x="1028700" y="3848099"/>
            <a:ext cx="16230600" cy="1909230"/>
            <a:chOff x="0" y="0"/>
            <a:chExt cx="5920967" cy="6964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D32D05D-1AAB-4D13-9040-7A818A97437C}"/>
                </a:ext>
              </a:extLst>
            </p:cNvPr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23">
            <a:extLst>
              <a:ext uri="{FF2B5EF4-FFF2-40B4-BE49-F238E27FC236}">
                <a16:creationId xmlns:a16="http://schemas.microsoft.com/office/drawing/2014/main" id="{BC67680A-741F-4245-A681-3359D868DD2B}"/>
              </a:ext>
            </a:extLst>
          </p:cNvPr>
          <p:cNvSpPr txBox="1"/>
          <p:nvPr/>
        </p:nvSpPr>
        <p:spPr>
          <a:xfrm>
            <a:off x="1954899" y="4112152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dirty="0">
                <a:solidFill>
                  <a:srgbClr val="003EA8"/>
                </a:solidFill>
                <a:latin typeface="Arita Dotum Bold" panose="020B0600000101010101" charset="-127"/>
                <a:ea typeface="Arita Dotum Bold" panose="020B0600000101010101" charset="-127"/>
              </a:rPr>
              <a:t>프로젝트 시연 및 질문</a:t>
            </a:r>
            <a:endParaRPr lang="en-US" sz="9000" dirty="0">
              <a:solidFill>
                <a:srgbClr val="003EA8"/>
              </a:solidFill>
              <a:latin typeface="Arita Dotum Bold" panose="020B0600000101010101" charset="-127"/>
              <a:ea typeface="Arita Dotum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019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285820" y="571468"/>
            <a:ext cx="15795020" cy="9022622"/>
            <a:chOff x="0" y="0"/>
            <a:chExt cx="5762066" cy="32914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3291477"/>
            </a:xfrm>
            <a:custGeom>
              <a:avLst/>
              <a:gdLst/>
              <a:ahLst/>
              <a:cxnLst/>
              <a:rect l="l" t="t" r="r" b="b"/>
              <a:pathLst>
                <a:path w="5762066" h="3291477">
                  <a:moveTo>
                    <a:pt x="0" y="0"/>
                  </a:moveTo>
                  <a:lnTo>
                    <a:pt x="5762066" y="0"/>
                  </a:lnTo>
                  <a:lnTo>
                    <a:pt x="5762066" y="3291477"/>
                  </a:lnTo>
                  <a:lnTo>
                    <a:pt x="0" y="3291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97717" y="4609099"/>
            <a:ext cx="729761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dirty="0" err="1">
                <a:solidFill>
                  <a:srgbClr val="003EA8"/>
                </a:solidFill>
                <a:latin typeface="HY견고딕" pitchFamily="18" charset="-127"/>
                <a:ea typeface="HY견고딕" pitchFamily="18" charset="-127"/>
              </a:rPr>
              <a:t>감사합니다</a:t>
            </a:r>
            <a:endParaRPr lang="en-US" sz="9000" dirty="0">
              <a:solidFill>
                <a:srgbClr val="003EA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984238" y="4346807"/>
            <a:ext cx="1637441" cy="1643417"/>
          </a:xfrm>
          <a:custGeom>
            <a:avLst/>
            <a:gdLst/>
            <a:ahLst/>
            <a:cxnLst/>
            <a:rect l="l" t="t" r="r" b="b"/>
            <a:pathLst>
              <a:path w="1637441" h="1643417">
                <a:moveTo>
                  <a:pt x="0" y="0"/>
                </a:moveTo>
                <a:lnTo>
                  <a:pt x="1637441" y="0"/>
                </a:lnTo>
                <a:lnTo>
                  <a:pt x="1637441" y="1643417"/>
                </a:lnTo>
                <a:lnTo>
                  <a:pt x="0" y="164341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5107</TotalTime>
  <Words>1574</Words>
  <Application>Microsoft Office PowerPoint</Application>
  <PresentationFormat>사용자 지정</PresentationFormat>
  <Paragraphs>406</Paragraphs>
  <Slides>29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Arita Dotum Medium</vt:lpstr>
      <vt:lpstr>Calibri</vt:lpstr>
      <vt:lpstr>HY견고딕</vt:lpstr>
      <vt:lpstr>맑은 고딕</vt:lpstr>
      <vt:lpstr>Arial</vt:lpstr>
      <vt:lpstr>Arita Dotum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불사조 팀</dc:title>
  <dc:creator>GRS</dc:creator>
  <cp:lastModifiedBy>GRS</cp:lastModifiedBy>
  <cp:revision>148</cp:revision>
  <dcterms:created xsi:type="dcterms:W3CDTF">2006-08-16T00:00:00Z</dcterms:created>
  <dcterms:modified xsi:type="dcterms:W3CDTF">2024-05-14T01:20:27Z</dcterms:modified>
  <dc:identifier>DAGAel_MQkM</dc:identifier>
</cp:coreProperties>
</file>