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89" r:id="rId7"/>
    <p:sldId id="290" r:id="rId8"/>
    <p:sldId id="292" r:id="rId9"/>
    <p:sldId id="291" r:id="rId10"/>
    <p:sldId id="299" r:id="rId11"/>
    <p:sldId id="298" r:id="rId12"/>
    <p:sldId id="261" r:id="rId13"/>
    <p:sldId id="269" r:id="rId14"/>
    <p:sldId id="265" r:id="rId15"/>
    <p:sldId id="297" r:id="rId16"/>
    <p:sldId id="293" r:id="rId17"/>
    <p:sldId id="264" r:id="rId18"/>
    <p:sldId id="295" r:id="rId19"/>
    <p:sldId id="270" r:id="rId20"/>
    <p:sldId id="268" r:id="rId21"/>
    <p:sldId id="267" r:id="rId22"/>
    <p:sldId id="296" r:id="rId23"/>
    <p:sldId id="294" r:id="rId24"/>
    <p:sldId id="300" r:id="rId25"/>
    <p:sldId id="301" r:id="rId26"/>
    <p:sldId id="284" r:id="rId27"/>
    <p:sldId id="271" r:id="rId28"/>
    <p:sldId id="273" r:id="rId29"/>
    <p:sldId id="278" r:id="rId30"/>
    <p:sldId id="279" r:id="rId31"/>
  </p:sldIdLst>
  <p:sldSz cx="18288000" cy="10287000"/>
  <p:notesSz cx="6858000" cy="9144000"/>
  <p:embeddedFontLst>
    <p:embeddedFont>
      <p:font typeface="Arita Dotum Bold" panose="020B0600000101010101" charset="-127"/>
      <p:regular r:id="rId33"/>
    </p:embeddedFont>
    <p:embeddedFont>
      <p:font typeface="Arita Dotum Medium" panose="020B0600000101010101" charset="-127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맑은 고딕" panose="020B0503020000020004" pitchFamily="50" charset="-127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S" initials="G" lastIdx="2" clrIdx="0">
    <p:extLst>
      <p:ext uri="{19B8F6BF-5375-455C-9EA6-DF929625EA0E}">
        <p15:presenceInfo xmlns:p15="http://schemas.microsoft.com/office/powerpoint/2012/main" userId="GR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36" y="6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15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205 206 24575,'0'1'0,"-1"0"0,1 0 0,-1 0 0,0-1 0,1 1 0,-1 0 0,0-1 0,0 1 0,1-1 0,-1 1 0,0-1 0,0 1 0,0-1 0,1 1 0,-1-1 0,0 0 0,0 0 0,0 1 0,0-1 0,0 0 0,0 0 0,0 0 0,-1 0 0,-27 3 0,27-3 0,-9 1 0,0 0 0,0-1 0,0 0 0,0-1 0,-21-4 0,29 4 0,-1-1 0,1 0 0,-1 1 0,1-1 0,0 0 0,-1 0 0,1-1 0,0 1 0,1-1 0,-1 1 0,0-1 0,1 0 0,0 0 0,-1 0 0,1-1 0,0 1 0,1 0 0,-1-1 0,0 1 0,-1-6 0,1 3 0,1 1 0,-1-1 0,1 1 0,0-1 0,0 1 0,0-1 0,1 0 0,0 0 0,0 1 0,0-1 0,1 0 0,0 1 0,0-1 0,3-6 0,-3 8 0,1 1 0,-1-1 0,1 1 0,0 0 0,0 0 0,1 0 0,-1 0 0,1 0 0,-1 0 0,1 1 0,0-1 0,0 1 0,0 0 0,0 0 0,0 0 0,1 0 0,-1 0 0,1 1 0,-1-1 0,1 1 0,6-1 0,18-2 0,0 1 0,0 1 0,1 1 0,43 6 0,-70-5 0,0 0 0,-1 0 0,1 1 0,0-1 0,-1 1 0,1-1 0,-1 1 0,1 0 0,-1 0 0,1 0 0,-1 0 0,0-1 0,1 2 0,-1-1 0,0 0 0,0 0 0,0 0 0,0 1 0,0-1 0,2 3 0,-1 0 0,0 0 0,0 1 0,-1-1 0,1 1 0,-1-1 0,0 1 0,0 6 0,0 8 0,0 0 0,-5 33 0,4-48 0,-1 0-23,0-1 0,0 1 0,0-1 0,0 0 0,0 0 0,-1 0 0,1 1 0,-1-1 0,0-1 0,0 1 0,0 0 0,0 0 0,-1-1-1,1 1 1,-1-1 0,1 0 0,-1 0 0,0 0 0,0 0 0,0 0 0,0-1 0,0 1 0,-6 1 0,-3 3-789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1.7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76 97 24575,'-4'0'0,"0"-1"0,0 0 0,0-1 0,1 1 0,-1 0 0,0-1 0,1 0 0,0 0 0,-1 0 0,1 0 0,0-1 0,0 1 0,0-1 0,0 0 0,0 0 0,1 0 0,-1 0 0,1 0 0,0-1 0,0 1 0,0-1 0,1 1 0,-1-1 0,1 0 0,-2-7 0,3 10 0,0 0 0,-1 0 0,1 0 0,1 1 0,-1-1 0,0 0 0,0 0 0,0 0 0,0 0 0,1 1 0,-1-1 0,0 0 0,1 0 0,-1 0 0,0 1 0,1-1 0,-1 0 0,1 1 0,0-1 0,-1 0 0,1 1 0,-1-1 0,1 0 0,0 1 0,-1-1 0,1 1 0,0 0 0,0-1 0,0 1 0,-1 0 0,1-1 0,0 1 0,0 0 0,0 0 0,0-1 0,-1 1 0,1 0 0,0 0 0,0 0 0,0 0 0,0 0 0,0 1 0,1-1 0,50 0 0,-43 1 0,34-2 0,-32 0 0,-1 0 0,1 0 0,-1 1 0,0 1 0,1 0 0,-1 0 0,0 1 0,0 0 0,0 1 0,17 7 0,-26-9 0,1-1 0,-1 1 0,0 0 0,0 0 0,0-1 0,0 1 0,0 0 0,0 0 0,0 0 0,-1 0 0,1 0 0,0 0 0,-1 0 0,1 1 0,0-1 0,-1 0 0,1 0 0,-1 0 0,0 1 0,1-1 0,-1 0 0,0 1 0,0-1 0,0 0 0,0 0 0,0 1 0,0-1 0,0 0 0,0 1 0,0-1 0,-1 0 0,1 0 0,-1 1 0,1-1 0,-1 0 0,1 0 0,-1 0 0,0 1 0,1-1 0,-1 0 0,0 0 0,0 0 0,0 0 0,0-1 0,-2 3 0,-2 2 0,0-1 0,0 0 0,0 0 0,-1 0 0,0 0 0,1-1 0,-11 4 0,-15 10 0,31-17 0,0 0 0,0 0 0,0 0 0,0 0 0,-1 0 0,1 1 0,0-1 0,0 0 0,0 0 0,0 0 0,0 1 0,0-1 0,0 0 0,0 0 0,0 0 0,0 1 0,0-1 0,0 0 0,0 0 0,0 0 0,0 1 0,0-1 0,0 0 0,0 0 0,0 0 0,0 1 0,0-1 0,0 0 0,0 0 0,0 0 0,0 1 0,0-1 0,0 0 0,1 0 0,-1 0 0,0 0 0,0 1 0,0-1 0,0 0 0,0 0 0,1 0 0,-1 0 0,21 6 0,-12-5-170,-1 0-1,1-1 0,-1 0 1,1-1-1,-1 1 0,0-2 1,12-2-1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2.6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3.8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7.2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09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312 256 24575,'-1'10'0,"1"0"0,-1 0 0,-1 0 0,0 0 0,-5 15 0,6-23 0,1 1 0,-1 0 0,0 0 0,-1-1 0,1 1 0,0-1 0,-1 1 0,1-1 0,-1 0 0,0 1 0,0-1 0,0 0 0,0 0 0,0 0 0,0-1 0,0 1 0,-1 0 0,1-1 0,-1 0 0,1 1 0,-1-1 0,0 0 0,-4 1 0,6-2 0,0 0 0,0 0 0,0 0 0,0 0 0,0 0 0,1 0 0,-1 0 0,0 0 0,0-1 0,0 1 0,0 0 0,0-1 0,0 1 0,0-1 0,0 1 0,1-1 0,-1 1 0,0-1 0,0 1 0,1-1 0,-1 0 0,0 1 0,1-1 0,-1 0 0,0-1 0,-8-29 0,9 24 0,0-1 0,0 1 0,0-1 0,1 0 0,1 1 0,1-9 0,-1 11 0,1-1 0,-1 1 0,1-1 0,0 1 0,1 0 0,-1 0 0,1 0 0,0 1 0,0-1 0,1 1 0,-1 0 0,1 0 0,0 0 0,0 1 0,7-4 0,-11 7 0,1-1 0,0 0 0,0 1 0,-1-1 0,1 1 0,0-1 0,0 1 0,0 0 0,0 0 0,0 0 0,-1 0 0,1 0 0,0 0 0,0 0 0,0 1 0,0-1 0,-1 1 0,1-1 0,0 1 0,2 1 0,-2 0 0,0 0 0,1 0 0,-1 0 0,0 0 0,0 1 0,0-1 0,-1 1 0,1-1 0,0 1 0,-1 0 0,0 0 0,0 0 0,0-1 0,0 1 0,0 0 0,0 5 0,3 19 0,-1-1 0,-2 1 0,0 0 0,-6 46 0,4-68 0,0-1 0,-1 1 0,1-1 0,-1 0 0,0 1 0,0-1 0,-1 0 0,1 0 0,-1 0 0,0-1 0,0 1 0,0-1 0,-1 1 0,1-1 0,-1 0 0,0 0 0,-5 3 0,7-5 0,1 0 0,-1 0 0,0 0 0,0 0 0,1 0 0,-1 0 0,0 0 0,0 0 0,0-1 0,0 1 0,0-1 0,0 0 0,0 1 0,-1-1 0,1 0 0,0 0 0,0 0 0,0-1 0,0 1 0,0 0 0,0-1 0,0 1 0,0-1 0,0 0 0,0 0 0,0 0 0,1 0 0,-1 0 0,0 0 0,0 0 0,1 0 0,-1-1 0,1 1 0,-1-1 0,1 1 0,0-1 0,-1 0 0,1 1 0,0-1 0,-1-2 0,-1-3 0,1 1 0,0 0 0,1-1 0,0 0 0,0 1 0,0-1 0,0 0 0,1 1 0,0-1 0,1 0 0,0 0 0,0 1 0,0-1 0,1 1 0,0-1 0,0 1 0,0 0 0,1-1 0,5-8 0,6-9 0,0 2 0,1-1 0,27-28 0,-38 46 0,1 0 0,0 1 0,1 0 0,-1 0 0,1 0 0,-1 1 0,11-5 0,-15 7 0,0 0 0,1 1 0,-1-1 0,0 1 0,0-1 0,0 1 0,0-1 0,0 1 0,0 0 0,1 0 0,-1-1 0,0 1 0,0 0 0,1 0 0,-1 0 0,0 0 0,0 0 0,0 1 0,1-1 0,-1 0 0,0 1 0,0-1 0,0 0 0,0 1 0,0 0 0,0-1 0,0 1 0,0-1 0,0 1 0,0 0 0,0 0 0,0 0 0,0 0 0,0-1 0,-1 1 0,1 0 0,0 0 0,-1 0 0,1 1 0,-1-1 0,1 0 0,-1 0 0,1 0 0,-1 0 0,0 0 0,1 1 0,-1 1 0,1 18 0,-1-1 0,0 1 0,-2-1 0,-1 1 0,0-1 0,-1 0 0,-1 0 0,-9 22 0,5-26 0,8-13 0,-1-1 0,0 1 0,1 0 0,-1 0 0,1-1 0,0 1 0,0 0 0,0 0 0,0 0 0,0 4 0,32-40 0,-27 28 0,0-1 0,0 1 0,-1 0 0,1-1 0,-1 0 0,0 0 0,-1 0 0,1 0 0,1-10 0,1 0 0,-5 16 0,0-1 0,0 0 0,0 1 0,1-1 0,-1 0 0,0 0 0,0 1 0,0-1 0,1 0 0,-1 1 0,0-1 0,1 0 0,-1 1 0,1-1 0,-1 1 0,0-1 0,1 1 0,0-1 0,-1 1 0,1-1 0,-1 1 0,1-1 0,-1 1 0,1-1 0,0 1 0,-1 0 0,2-1 0,9 16 0,-9-10 0,0 1 0,-1-1 0,0 1 0,0 0 0,0 0 0,0 8 0,-2-12 0,1 1 0,-1-1 0,0 0 0,1 1 0,-1-1 0,-1 0 0,1 0 0,0 0 0,0 0 0,-1 0 0,1 0 0,-1 0 0,0 0 0,1 0 0,-1-1 0,0 1 0,0-1 0,0 1 0,0-1 0,0 0 0,-1 0 0,1 0 0,0 0 0,0 0 0,-1 0 0,-3 0 0,-8 2 0,-1-1 0,1-1 0,-25 0 0,-13 3 0,37 0 0,-1 0 0,-25 13 0,29-12 0,0 0 0,-1 0 0,1-1 0,-24 4 0,33-8 0,1 0 0,0 0 0,0 0 0,0-1 0,0 1 0,0 0 0,0-1 0,0 1 0,0-1 0,0 0 0,0 0 0,0 0 0,0 0 0,0 0 0,1 0 0,-1 0 0,0-1 0,1 1 0,-1 0 0,1-1 0,-1 0 0,1 1 0,0-1 0,0 0 0,-1 0 0,1 1 0,0-1 0,1 0 0,-1 0 0,0 0 0,1 0 0,-1 0 0,1 0 0,-1 0 0,1-4 0,-2-9 0,0-1 0,2 0 0,1-28 0,0 26 0,-2-29 0,0 26 0,1-1 0,4-25 0,-3 41 0,0-1 0,0 1 0,1 0 0,0 0 0,0 0 0,1 0 0,0 0 0,0 0 0,0 1 0,1 0 0,7-9 0,-5 7 0,1 1 0,0 0 0,0 0 0,1 1 0,0 0 0,0 0 0,0 1 0,0 0 0,1 1 0,-1 0 0,1 0 0,0 1 0,0 0 0,0 0 0,0 1 0,0 0 0,0 1 0,1 0 0,-1 0 0,0 1 0,0 0 0,0 1 0,0 0 0,17 6 0,-25-8 0,0 0 0,1 0 0,-1 1 0,0-1 0,0 0 0,1 1 0,-1-1 0,0 1 0,0-1 0,0 1 0,0 0 0,0 0 0,0-1 0,0 1 0,0 0 0,0 0 0,0 0 0,0 0 0,-1 0 0,1 0 0,1 2 0,-3-2 0,1 0 0,-1-1 0,1 1 0,-1 0 0,0 0 0,1-1 0,-1 1 0,0-1 0,1 1 0,-1 0 0,0-1 0,0 0 0,1 1 0,-1-1 0,0 1 0,0-1 0,0 0 0,0 0 0,1 1 0,-1-1 0,-2 0 0,-4 2 0,0-1 0,-1 0 0,1 0 0,0-1 0,-1 0 0,-12-2 0,17 1 0,1 0 0,-1-1 0,0 0 0,1 1 0,0-1 0,-1 0 0,1-1 0,0 1 0,0 0 0,0 0 0,0-1 0,0 1 0,1-1 0,-1 0 0,1 0 0,0 1 0,-1-1 0,0-5 0,1 4 0,-1 0 0,1 1 0,-1-1 0,0 0 0,0 1 0,-1-1 0,1 1 0,-1 0 0,1 0 0,-1 0 0,-5-5 0,0 5 0,0 0 0,0 1 0,0-1 0,-1 1 0,1 1 0,-1 0 0,1 0 0,-1 1 0,1 0 0,-1 0 0,1 1 0,0 0 0,-1 0 0,-9 4 0,15-4 0,1 1 0,0-1 0,0 1 0,0 0 0,0 0 0,0 0 0,0 0 0,0 0 0,1 0 0,-1 0 0,1 1 0,-1-1 0,1 1 0,0-1 0,0 1 0,0-1 0,0 1 0,1 0 0,-1 0 0,1-1 0,-1 1 0,1 4 0,2 74 0,0-49 0,-1 33 0,1-28 0,-6 71 0,-25 8 0,29-116 0,0-1 0,0 1 0,0 0 0,0 0 0,0 0 0,0 0 0,0 0 0,0 0 0,0 0 0,0 0 0,0 0 0,0 0 0,0 0 0,0 0 0,0 0 0,-1-1 0,1 1 0,0 0 0,0 0 0,0 0 0,0 0 0,0 0 0,0 0 0,0 0 0,0 0 0,0 0 0,0 0 0,0 0 0,-1 0 0,1 0 0,0 0 0,0 0 0,0 0 0,0 0 0,0 0 0,0 0 0,0 0 0,0 0 0,0 0 0,0 0 0,-1 0 0,1 0 0,0 0 0,0 0 0,0 1 0,-3-20 0,2-23 0,6-1 0,1 1 0,24-78 0,-23 97 0,2 0 0,0 1 0,2 0 0,0 1 0,2 0 0,24-31 0,-37 51 0,1 0 0,-1 1 0,0-1 0,1 0 0,-1 1 0,1-1 0,-1 0 0,1 1 0,0-1 0,-1 1 0,1-1 0,0 1 0,-1-1 0,1 1 0,0-1 0,-1 1 0,1 0 0,0 0 0,0-1 0,-1 1 0,1 0 0,0 0 0,0 0 0,0 0 0,-1 0 0,1 0 0,0 0 0,1 0 0,-1 1 0,0 0 0,0-1 0,0 1 0,0 0 0,-1 0 0,1 1 0,0-1 0,-1 0 0,1 0 0,-1 0 0,1 0 0,-1 0 0,0 1 0,1-1 0,-1 0 0,0 2 0,3 62 0,-3-58 0,0 27 0,-1 0 0,-9 48 0,6-65 0,0-1 0,-1 1 0,-1-1 0,0 0 0,-1-1 0,-17 27 0,9-18 0,-6 10 0,-46 56 0,66-90 0,1 1 0,-1 0 0,1 0 0,-1-1 0,0 1 0,1 0 0,-1-1 0,0 1 0,0-1 0,1 1 0,-1-1 0,0 1 0,0-1 0,0 1 0,1-1 0,-1 0 0,0 0 0,0 1 0,0-1 0,0 0 0,-1 0 0,2 0 0,-1 0 0,1-1 0,-1 1 0,1 0 0,-1-1 0,1 1 0,-1-1 0,1 1 0,0-1 0,-1 1 0,1-1 0,0 1 0,-1-1 0,1 1 0,0-1 0,0 1 0,-1-1 0,1 1 0,0-1 0,0 1 0,0-1 0,0 0 0,0 0 0,-1-3 0,1 1 0,0 0 0,0-1 0,0 1 0,1-1 0,-1 1 0,1 0 0,0-1 0,0 1 0,2-6 0,0 6 0,0-1 0,0 0 0,0 1 0,0-1 0,1 1 0,-1 0 0,1 0 0,0 0 0,0 1 0,0-1 0,0 1 0,0 0 0,0 0 0,9-2 0,-12 4 0,1-1 0,0 1 0,0-1 0,-1 1 0,1 0 0,0 0 0,0 0 0,0 0 0,0 0 0,-1 0 0,1 0 0,0 0 0,0 1 0,0-1 0,-1 1 0,1 0 0,0-1 0,-1 1 0,1 0 0,0 0 0,-1 0 0,1 0 0,-1 0 0,0 0 0,1 1 0,-1-1 0,0 0 0,0 1 0,1-1 0,-1 1 0,0-1 0,-1 1 0,1 0 0,0-1 0,0 1 0,-1 0 0,1 0 0,-1-1 0,1 3 0,0 0 0,-1 0 0,1 0 0,-1 0 0,0 1 0,0-1 0,0 0 0,0 0 0,-1 0 0,0 0 0,0 0 0,0 0 0,0 0 0,-1 0 0,1 0 0,-1 0 0,0-1 0,0 1 0,-1-1 0,-3 5 0,-1 4 0,4-3 108,10-9-1581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15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374 411 24575,'-47'2'0,"34"-1"0,-1 0 0,0 0 0,0-1 0,1-1 0,-1-1 0,-19-3 0,31 4 0,0-1 0,0 1 0,0 0 0,1-1 0,-1 1 0,0-1 0,1 1 0,-1-1 0,1 0 0,0 0 0,0 1 0,-1-1 0,1 0 0,0 0 0,0 0 0,1-1 0,-1 1 0,0 0 0,1 0 0,-1 0 0,1 0 0,0-1 0,0 1 0,0-2 0,2-66 0,0 47 0,-2 14 0,1 0 0,1 1 0,-1 0 0,1-1 0,1 1 0,0 0 0,0 0 0,0 0 0,1 0 0,0 1 0,1-1 0,0 1 0,0 0 0,0 1 0,1-1 0,0 1 0,0 0 0,8-5 0,-6 4 0,1 1 0,0 1 0,0 0 0,0 0 0,1 0 0,0 1 0,0 1 0,0 0 0,0 0 0,0 1 0,1 0 0,-1 1 0,1 0 0,16 1 0,-23 1 0,0 0 0,-1 0 0,1 1 0,-1-1 0,1 1 0,-1 0 0,1 0 0,-1 0 0,0 0 0,0 0 0,0 1 0,0 0 0,0-1 0,-1 1 0,1 0 0,-1 0 0,0 0 0,0 1 0,0-1 0,0 1 0,0-1 0,-1 1 0,0-1 0,2 7 0,2 7 0,0 0 0,-1 0 0,-1 0 0,1 19 0,-4-35 0,2 18 0,-1 1 0,-1 0 0,-3 23 0,2-38 0,0 1 0,0 0 0,-1-1 0,1 0 0,-1 1 0,-1-1 0,1 0 0,-1 0 0,1 0 0,-1 0 0,-1-1 0,1 1 0,-1-1 0,0 0 0,-7 7 0,-5 1 0,0-1 0,0-1 0,-33 15 0,44-22 0,-1-1 0,1 1 0,-1-1 0,0 0 0,0-1 0,0 0 0,1 0 0,-2 0 0,1 0 0,0-1 0,0 0 0,0-1 0,0 1 0,0-1 0,0 0 0,-8-3 0,11 2 0,0 0 0,-1-1 0,1 1 0,1-1 0,-1 0 0,0 0 0,1 0 0,-1 0 0,1-1 0,0 1 0,0-1 0,0 1 0,0-1 0,1 0 0,0 0 0,0 1 0,0-1 0,0 0 0,0 0 0,1 0 0,-1-6 0,0-13 0,1-1 0,3-32 0,-2 41 0,1 6 0,-1 1 0,2-1 0,-1 1 0,1 0 0,0 0 0,1 0 0,0 0 0,0 1 0,1-1 0,0 1 0,0 0 0,0 0 0,8-6 0,-10 9 0,1 1 0,-1-1 0,1 1 0,0 0 0,0 0 0,0 0 0,0 0 0,0 1 0,1 0 0,-1 0 0,1 0 0,-1 0 0,1 1 0,0 0 0,0 0 0,0 0 0,-1 0 0,1 1 0,0 0 0,0 0 0,0 0 0,0 0 0,0 1 0,6 2 0,-9-2 0,0 0 0,-1 0 0,1 0 0,-1 0 0,1 1 0,-1-1 0,1 1 0,-1-1 0,0 1 0,1 0 0,-1-1 0,0 1 0,0 0 0,0 0 0,-1 0 0,1 0 0,0 0 0,-1 0 0,1 0 0,-1 0 0,0 0 0,1 2 0,0 54 0,-2-45 0,2-3 0,-2 1 0,1 0 0,-1 0 0,-1-1 0,0 1 0,-4 12 0,4-20 0,1 0 0,0-1 0,-1 1 0,1-1 0,-1 1 0,0-1 0,0 0 0,0 0 0,0 0 0,0 0 0,0 0 0,0 0 0,-1-1 0,1 1 0,-1-1 0,1 1 0,-1-1 0,0 0 0,1 0 0,-1 0 0,0-1 0,0 1 0,0 0 0,0-1 0,1 0 0,-1 0 0,-6 0 0,6 0 0,1 0 0,-1 0 0,0 0 0,0 0 0,0 0 0,0 0 0,0-1 0,1 0 0,-1 1 0,0-1 0,0 0 0,1-1 0,-1 1 0,1 0 0,-1-1 0,1 1 0,-1-1 0,1 0 0,0 0 0,0 0 0,-3-3 0,3 1 0,0-1 0,1 1 0,-1 0 0,1-1 0,0 1 0,1-1 0,-1 0 0,1 1 0,0-1 0,0 0 0,0 1 0,0-1 0,2-4 0,2-9 0,1 31 0,0 31 0,-3-16 0,-1-9 0,0 0 0,-1 0 0,-5 33 0,5-52 0,-1 0 0,1 0 0,0 0 0,0 0 0,0 0 0,0 0 0,0 0 0,0 0 0,0 0 0,0 0 0,0-1 0,0 1 0,0 0 0,0 0 0,-1 0 0,1 0 0,0 0 0,0 0 0,0 0 0,0 0 0,0 0 0,0 0 0,0 0 0,0 0 0,0 0 0,-1 0 0,1 0 0,0 0 0,0 0 0,0 1 0,0-1 0,0 0 0,0 0 0,0 0 0,0 0 0,0 0 0,0 0 0,0 0 0,0 0 0,-1 0 0,1 0 0,0 0 0,0 0 0,0 0 0,-3-18 0,-2-24 0,5 21 0,-1-35 0,1 53 0,0 0 0,0-1 0,1 1 0,-1 0 0,1 0 0,0 0 0,0 0 0,0 0 0,0 0 0,1 0 0,-1 0 0,1 1 0,2-4 0,-4 6 0,1 1 0,0-1 0,-1 0 0,1 1 0,-1-1 0,1 0 0,-1 1 0,1-1 0,-1 1 0,1-1 0,-1 1 0,1-1 0,-1 1 0,0-1 0,1 1 0,-1-1 0,0 1 0,1 0 0,-1-1 0,0 1 0,0-1 0,0 1 0,1 0 0,-1-1 0,0 1 0,0 0 0,0-1 0,0 1 0,0 0 0,0-1 0,0 1 0,-1 1 0,5 27 0,-3-17 0,0-5 0,0 0 0,-1 0 0,0 1 0,0-1 0,-1 0 0,0 0 0,0 1 0,-4 11 0,5-18 0,0-1 0,0 0 0,0 0 0,0 0 0,0 0 0,0 0 0,0 0 0,0 1 0,0-1 0,-1 0 0,1 0 0,0 0 0,0 0 0,0 0 0,0 0 0,0 0 0,0 0 0,0 0 0,0 1 0,-1-1 0,1 0 0,0 0 0,0 0 0,0 0 0,0 0 0,0 0 0,0 0 0,0 0 0,-1 0 0,1 0 0,0 0 0,0 0 0,0 0 0,0 0 0,0 0 0,-1 0 0,1 0 0,0 0 0,0 0 0,0 0 0,0 0 0,0 0 0,0 0 0,-1 0 0,1-1 0,0 1 0,0 0 0,0 0 0,0 0 0,0 0 0,0 0 0,0 0 0,0 0 0,0 0 0,-1 0 0,1-1 0,0 1 0,0 0 0,0 0 0,0 0 0,-6-14 0,0-15 0,5 16 0,0 0 0,1 0 0,1 0 0,0 0 0,4-16 0,-4 23 0,1 0 0,-1 0 0,1 1 0,0-1 0,1 1 0,-1-1 0,1 1 0,0 0 0,0 0 0,1 0 0,-1 0 0,1 1 0,8-8 0,-12 11 0,1 1 0,0-1 0,0 0 0,-1 1 0,1-1 0,0 1 0,0-1 0,0 1 0,0-1 0,0 1 0,0-1 0,0 1 0,0 0 0,0 0 0,0-1 0,0 1 0,0 0 0,0 0 0,0 0 0,0 0 0,0 0 0,0 0 0,0 1 0,0-1 0,0 0 0,0 0 0,0 1 0,0-1 0,0 1 0,0-1 0,1 2 0,0 0 0,0 0 0,0 0 0,-1 1 0,1-1 0,-1 1 0,0-1 0,1 1 0,-1-1 0,-1 1 0,1 0 0,1 4 0,1 9 0,-1 0 0,-1 32 0,0-44 0,-1-1 0,0 1 0,0 0 0,0 0 0,0-1 0,0 1 0,-1 0 0,0 0 0,0-1 0,0 1 0,0-1 0,-1 1 0,1-1 0,-1 1 0,0-1 0,0 0 0,0 0 0,0 0 0,-1 0 0,1 0 0,-1 0 0,0-1 0,0 1 0,0-1 0,0 0 0,0 0 0,0 0 0,-7 2 0,2 1 0,0 1 0,1-1 0,-1 1 0,1 0 0,0 1 0,-7 8 0,13-15 0,1 1 0,-1 0 0,0 0 0,1 0 0,-1 0 0,0 0 0,1 0 0,-1 0 0,1 0 0,0 0 0,-1 0 0,1 0 0,0 1 0,0-1 0,-1 0 0,1 0 0,0 0 0,0 0 0,0 0 0,1 1 0,-1-1 0,1 2 0,0-2 0,0 1 0,0-1 0,1 0 0,-1 0 0,1 0 0,-1 0 0,1 0 0,0 0 0,-1 0 0,1 0 0,0-1 0,-1 1 0,1-1 0,0 1 0,0-1 0,0 0 0,-1 1 0,1-1 0,4-1 0,7 2 0,1 0 0,-1-2 0,0 1 0,1-2 0,-1 0 0,21-6 0,-42 12 0,1-1 0,-1 1 0,1 1 0,-12 9 0,-15 9 0,25-18 0,-1 0 0,1 0 0,-1-1 0,0-1 0,-1 0 0,1 0 0,-15 2 0,23-5 0,0 0 0,-1 0 0,1 0 0,0 0 0,0 0 0,0-1 0,-1 1 0,1-1 0,0 1 0,0-1 0,0 0 0,0 0 0,0 0 0,0 0 0,0 0 0,0 0 0,0-1 0,0 1 0,1 0 0,-1-1 0,0 0 0,1 1 0,-1-1 0,1 0 0,0 0 0,0 0 0,0 0 0,0 0 0,0 0 0,0 0 0,0 0 0,1 0 0,-1 0 0,1-1 0,-1 1 0,1 0 0,0 0 0,0-1 0,0 1 0,0 0 0,1-3 0,1-71 0,-2 77 0,0 1 0,0-1 0,-1 0 0,1 1 0,-1-1 0,1 1 0,-1-1 0,0 0 0,1 0 0,-1 1 0,0-1 0,0 0 0,0 0 0,0 0 0,0 0 0,0 0 0,0 0 0,0 0 0,0 0 0,-1 0 0,1-1 0,-3 2 0,0 0 0,-1 0 0,0 0 0,0-1 0,0 0 0,0 0 0,0 0 0,-6 0 0,6-1 0,0 1 0,1-1 0,-1 0 0,0 0 0,0-1 0,1 0 0,-1 1 0,0-2 0,1 1 0,-1 0 0,1-1 0,-1 0 0,1 0 0,0 0 0,0-1 0,-7-5 0,5 0 0,1-1 0,1 0 0,0 0 0,0 0 0,1 0 0,0-1 0,1 1 0,0-1 0,0 0 0,0-12 0,1 6 0,0 0 0,2 0 0,0 1 0,0-1 0,7-26 0,-6 36 0,0 1 0,0-1 0,1 1 0,0 0 0,0 0 0,1 0 0,-1 0 0,1 0 0,0 1 0,0 0 0,9-8 0,61-37 0,-32 23 0,-23 14 0,1 2 0,1 0 0,0 1 0,0 1 0,0 1 0,1 1 0,0 1 0,0 1 0,1 1 0,31 0 0,-43 1-1365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5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84 24575,'9'-1'0,"-1"-1"0,1 0 0,-1 0 0,0-1 0,0 0 0,0 0 0,11-6 0,28-11 0,-29 16 0,0 1 0,0 1 0,0 1 0,0 0 0,0 2 0,0 0 0,0 1 0,0 0 0,-1 2 0,1 0 0,31 12 0,-48-15 0,1 0 0,-1 0 0,1-1 0,-1 1 0,0 1 0,1-1 0,-1 0 0,0 0 0,0 0 0,0 0 0,0 1 0,0-1 0,0 1 0,0-1 0,0 1 0,-1-1 0,1 1 0,-1-1 0,1 1 0,-1-1 0,1 1 0,-1 0 0,0-1 0,0 1 0,0 0 0,0-1 0,0 1 0,0 0 0,0-1 0,0 1 0,-1 0 0,1-1 0,-1 1 0,1-1 0,-1 1 0,0 0 0,1-1 0,-3 3 0,1 0 0,0-1 0,1 0 0,-1 0 0,-1 0 0,1 0 0,0 0 0,-1 0 0,0-1 0,1 1 0,-1-1 0,0 0 0,0 0 0,-1 0 0,1 0 0,0 0 0,-1-1 0,-3 2 0,-35 4 0,0-2 0,-1-2 0,1-1 0,-43-5 0,75 1 0,-1 0 0,1-1 0,0 0 0,0 0 0,0-1 0,0 0 0,1-1 0,0 0 0,-1-1 0,2 0 0,-1 0 0,1-1 0,-11-10 0,16 13 0,-1 0 0,1 0 0,0-1 0,1 1 0,-1-1 0,1 1 0,0-1 0,0 0 0,0 0 0,-1-7 0,2 11 0,1 0 0,0-1 0,0 1 0,-1-1 0,1 1 0,0 0 0,0-1 0,1 1 0,-1-1 0,0 1 0,0 0 0,1-1 0,-1 1 0,0 0 0,1-1 0,0 1 0,-1 0 0,1-1 0,0 1 0,-1 0 0,1 0 0,0 0 0,0 0 0,0 0 0,0 0 0,0 0 0,0 0 0,0 0 0,1 0 0,-1 1 0,0-1 0,0 1 0,1-1 0,-1 0 0,0 1 0,1 0 0,-1-1 0,0 1 0,1 0 0,2 0 0,39-3 0,0 1 0,66 8 0,-49 5 0,-76-9 0,1 0 0,-1 1 0,-17 5 0,13-3 0,6-3 0,1 0 0,-1-1 0,-16-1 0,-31 4 0,59-4 0,1 0 0,0 0 0,0 0 0,0 1 0,0-1 0,0 0 0,0 1 0,0-1 0,0 1 0,0-1 0,0 1 0,0-1 0,0 1 0,0 0 0,1 0 0,-1-1 0,0 1 0,0 0 0,1 0 0,-1 0 0,0 0 0,1 0 0,-1 0 0,1 0 0,-1 0 0,1 0 0,0 0 0,-1 0 0,1 0 0,0 0 0,0 0 0,0 0 0,-1 0 0,1 0 0,0 1 0,1-1 0,-1 0 0,0 0 0,0 0 0,0 0 0,1 0 0,-1 0 0,0 0 0,1 0 0,-1 0 0,1 0 0,0 0 0,0 1 0,0 1 0,1-1 0,-1 1 0,1-1 0,0 1 0,0-1 0,0 0 0,0 1 0,0-1 0,0 0 0,0-1 0,1 1 0,-1 0 0,1-1 0,-1 1 0,1-1 0,0 0 0,0 0 0,3 2 0,42 0 0,0-3 0,53-5 0,53-8 0,-355 13 0,452 0 0,-550-13 0,279 7 0,20 6 0,0-1 0,0 1 0,0 0 0,0 0 0,-1-1 0,1 1 0,0 0 0,0-1 0,0 1 0,0 0 0,0 0 0,0-1 0,0 1 0,0 0 0,0-1 0,0 1 0,0 0 0,0 0 0,0-1 0,1 1 0,-1 0 0,0 0 0,0-1 0,0 1 0,0 0 0,0 0 0,1-1 0,-1 1 0,0 0 0,0 0 0,0 0 0,0-1 0,1 1 0,-1 0 0,0 0 0,1-1 0,2-1 0,1 0 0,-1 0 0,1 0 0,0 0 0,-1 0 0,1 1 0,6-2 0,39-6 0,-1 2 0,2 2 0,-1 2 0,69 6 0,-80 6 0,-37-9 0,-1 0 0,1 1 0,-1-1 0,0 0 0,1 0 0,-1 0 0,0 1 0,1-1 0,-1 0 0,0 0 0,0 1 0,1-1 0,-1 0 0,0 0 0,0 1 0,1-1 0,-1 0 0,0 1 0,0-1 0,0 0 0,0 1 0,0-1 0,1 1 0,-1-1 0,0 0 0,0 1 0,0-1 0,0 0 0,0 1 0,0 0 0,-18 11 0,-127 34 0,250-42 0,-103-4 0,0-1 0,-1 1 0,1 0 0,0 0 0,0 0 0,0 0 0,0 1 0,-1-1 0,1 0 0,0 1 0,0-1 0,-1 1 0,1 0 0,0-1 0,-1 1 0,1 0 0,0 0 0,-1 0 0,1 0 0,-1 1 0,0-1 0,1 0 0,-1 0 0,0 1 0,0-1 0,0 1 0,1 1 0,-2-1 0,0 0 0,-1 0 0,1 0 0,-1-1 0,1 1 0,-1 0 0,0 0 0,0-1 0,0 1 0,0 0 0,0-1 0,0 1 0,0-1 0,0 1 0,-1-1 0,1 0 0,0 1 0,-1-1 0,1 0 0,-1 0 0,0 0 0,1 0 0,-1 0 0,0 0 0,-3 0 0,-14 8 0,-1-2 0,0 0 0,-23 4 0,-14 5 0,34-12 0,0 0 0,0-1 0,0-1 0,-1-2 0,1 0 0,-34-5 0,51 4 0,-1-1 0,1 0 0,0 0 0,0 0 0,0-1 0,-6-3 0,10 5 0,1 1 0,0 0 0,0-1 0,0 1 0,0-1 0,0 0 0,-1 1 0,1-1 0,0 0 0,0 1 0,1-1 0,-1 0 0,0 0 0,0 0 0,0 0 0,0 0 0,1 0 0,-1 0 0,1 0 0,-1 0 0,1 0 0,-1-1 0,1 1 0,-1 0 0,1 0 0,0 0 0,0-1 0,0 1 0,-1 0 0,1 0 0,0-1 0,1 1 0,-1 0 0,0 0 0,0-1 0,0 1 0,2-2 0,-1 1 0,1 1 0,-1 0 0,1 0 0,0 0 0,-1 0 0,1 0 0,0 0 0,0 0 0,0 0 0,0 1 0,0-1 0,0 0 0,0 1 0,0 0 0,0 0 0,0 0 0,0-1 0,0 2 0,0-1 0,2 0 0,48 9 0,-39-6 0,79 3 0,-129-6 0,11 1 0,-46-5 0,72 4 0,0 0 0,-1 0 0,1 0 0,0 1 0,-1-1 0,1 0 0,0 0 0,-1 0 0,1 0 0,0 0 0,-1 0 0,1-1 0,0 1 0,-1 0 0,1 0 0,0 0 0,-1 0 0,1 0 0,0 0 0,-1-1 0,1 1 0,0 0 0,-1 0 0,1 0 0,0-1 0,0 1 0,-1 0 0,1 0 0,0-1 0,0 1 0,0 0 0,0-1 0,-1 1 0,1 0 0,0-1 0,0 1 0,0 0 0,0-1 0,0 1 0,0 0 0,0-1 0,0 1 0,0 0 0,0-1 0,0 1 0,15-14 0,33-10 0,-45 23 0,47-23-109,-33 15-16,0 0-1,1 2 1,0 0-1,0 0 0,1 2 1,-1 0-1,1 1 0,0 1 1,22 0-1,-30 3-6700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5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19 24575,'-16'1'0,"0"0"0,0 2 0,0 0 0,0 0 0,0 2 0,0 0 0,1 1 0,0 0 0,0 2 0,-14 8 0,29-16 0,0 0 0,0 0 0,0 0 0,0 0 0,1 0 0,-1 0 0,0 0 0,0 0 0,0 0 0,0 0 0,0 0 0,0 0 0,0 0 0,0 0 0,1 0 0,-1 0 0,0 0 0,0 0 0,0 1 0,0-1 0,0 0 0,0 0 0,0 0 0,0 0 0,0 0 0,0 0 0,1 0 0,-1 0 0,0 0 0,0 0 0,0 0 0,0 0 0,0 1 0,0-1 0,0 0 0,0 0 0,0 0 0,0 0 0,0 0 0,0 0 0,0 0 0,0 0 0,0 1 0,0-1 0,0 0 0,0 0 0,0 0 0,0 0 0,0 0 0,0 0 0,0 0 0,0 0 0,0 1 0,0-1 0,0 0 0,0 0 0,0 0 0,-1 0 0,1 0 0,0 0 0,0 0 0,0 0 0,0 0 0,0 0 0,0 0 0,0 0 0,0 1 0,-1-1 0,17 2 0,17 0 0,22-3 0,106-14 0,-143 9 0,-20 2 0,-37-2 0,5 1 0,30 3 0,1 1 0,-1 0 0,1-1 0,0 0 0,-1 0 0,1 0 0,0 0 0,0 0 0,-4-5 0,7 7 0,0 0 0,-1-1 0,1 1 0,0 0 0,0 0 0,0-1 0,0 1 0,-1 0 0,1-1 0,0 1 0,0 0 0,0-1 0,0 1 0,0 0 0,0-1 0,0 1 0,0 0 0,0-1 0,0 1 0,0-1 0,0 1 0,0 0 0,0-1 0,0 1 0,0 0 0,0-1 0,1 1 0,-1 0 0,0 0 0,0-1 0,0 1 0,1 0 0,-1-1 0,0 1 0,25-8 0,-5 5 0,1 1 0,-1 1 0,1 1 0,0 1 0,37 7 0,-30 7-1365,-16-7-5461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2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252 188 24575,'-1'1'0,"1"0"0,-1 0 0,0 0 0,1 0 0,-1-1 0,0 1 0,1 0 0,-1 0 0,0 0 0,0-1 0,0 1 0,1 0 0,-1-1 0,0 1 0,0-1 0,0 1 0,0-1 0,0 0 0,0 1 0,0-1 0,0 0 0,-1 1 0,1-1 0,0 0 0,0 0 0,0 0 0,0 0 0,0 0 0,0 0 0,-2-1 0,0 1 0,0 0 0,0 0 0,0 0 0,0-1 0,0 1 0,0-1 0,1 1 0,-1-1 0,0 0 0,-4-3 0,8 6 0,1-1 0,-1 0 0,1 0 0,0 0 0,0 0 0,0-1 0,0 1 0,-1 0 0,1-1 0,0 0 0,0 1 0,0-1 0,0 0 0,0 0 0,0 0 0,0 0 0,0 0 0,0 0 0,0-1 0,0 1 0,0-1 0,0 1 0,0-1 0,0 0 0,-1 0 0,1 1 0,0-1 0,-1-1 0,1 1 0,0 0 0,-1 0 0,1-1 0,-1 1 0,0 0 0,1-1 0,-1 0 0,0 1 0,0-1 0,0 0 0,0 1 0,0-1 0,0 0 0,-1 0 0,1 0 0,-1 0 0,1 0 0,-1 0 0,0 0 0,0 0 0,1 0 0,-1 0 0,-1 0 0,1 0 0,0 0 0,0 1 0,-1-1 0,1 0 0,-1 0 0,0 0 0,1 0 0,-1 0 0,0 1 0,0-1 0,0 0 0,0 1 0,-1-1 0,1 0 0,0 1 0,-3-2 0,9 7 0,0 1 0,0 0 0,-1 0 0,0 0 0,0 1 0,0 0 0,-1 0 0,1 0 0,-1 0 0,-1 0 0,1 0 0,-1 1 0,0-1 0,-1 1 0,0 0 0,1 7 0,0 10 0,0-1 0,-2 1 0,-3 31 0,3-54 0,-1 1 0,1-1 0,0 1 0,-1-1 0,1 0 0,-1 1 0,1-1 0,-1 1 0,0-1 0,0 0 0,1 0 0,-1 1 0,0-1 0,0 0 0,0 0 0,0 0 0,0 0 0,-1 0 0,1 0 0,0 0 0,0 0 0,-3 0 0,0 1 0,0 0 0,-1-1 0,1 0 0,0 0 0,-1 0 0,1-1 0,-9 1 0,-1-2 0,0 0 0,0 0 0,0-1 0,-15-5 0,23 6 0,0-1 0,0 0 0,0 0 0,0-1 0,0 0 0,0 0 0,1 0 0,-1-1 0,1 1 0,0-1 0,0-1 0,1 1 0,-1-1 0,1 1 0,0-1 0,-5-8 0,5 5 0,1 0 0,0-1 0,0 1 0,0-1 0,1 0 0,1 0 0,-1 1 0,1-1 0,1 0 0,1-18 0,-1 23 0,0 0 0,0 0 0,1 0 0,0 1 0,-1-1 0,1 0 0,1 0 0,-1 1 0,0-1 0,1 0 0,0 1 0,0-1 0,0 1 0,0 0 0,1 0 0,-1 0 0,1 0 0,0 0 0,0 0 0,4-3 0,1 2 0,0 0 0,0 0 0,0 1 0,0 0 0,0 0 0,1 1 0,0 0 0,10 0 0,18-3 0,47-1 0,-74 6 0,-1 0 0,1 1 0,-1-1 0,0 2 0,1-1 0,-1 1 0,0 1 0,0 0 0,0 0 0,13 7 0,-19-6 0,1-1 0,-1 1 0,0 0 0,0-1 0,0 2 0,-1-1 0,1 0 0,-1 0 0,0 1 0,-1-1 0,1 1 0,-1 0 0,1-1 0,-1 1 0,-1 0 0,1 0 0,-1 0 0,0 6 0,1 5 0,-2-1 0,0 0 0,0 0 0,-7 26 0,7-38 0,0-1 0,0 1 0,-1 0 0,1 0 0,-1-1 0,0 1 0,1-1 0,-1 1 0,0-1 0,0 0 0,-1 0 0,1 0 0,0 0 0,-1 0 0,1 0 0,-1-1 0,0 1 0,1-1 0,-1 0 0,0 0 0,0 0 0,-3 1 0,-10 2 0,1-1 0,0-1 0,-21 0 0,-3 2 0,35-3 0,0-1 0,0 1 0,0-1 0,0 1 0,0-1 0,0 0 0,1-1 0,-1 1 0,0-1 0,0 0 0,0 0 0,1 0 0,-1 0 0,0 0 0,1-1 0,-1 0 0,1 0 0,-1 0 0,1 0 0,0 0 0,0-1 0,0 1 0,-4-6 0,3 2 0,0-1 0,1 1 0,0-1 0,0 0 0,0 0 0,1 0 0,0 0 0,1 0 0,0 0 0,0-1 0,0-12 0,0 8 0,0 0 0,1 0 0,1 0 0,0 0 0,1 0 0,4-16 0,-5 24 0,1 1 0,-1-1 0,1 1 0,0-1 0,0 1 0,0 0 0,1 0 0,-1 0 0,1 0 0,0 0 0,0 1 0,0-1 0,0 1 0,0-1 0,0 1 0,1 0 0,-1 1 0,1-1 0,-1 1 0,1-1 0,0 1 0,-1 0 0,7-1 0,4 0 0,0-1 0,-1 2 0,1 0 0,0 0 0,23 3 0,-33-1 0,0-1 0,0 1 0,0 0 0,0 0 0,0 0 0,0 0 0,0 1 0,-1 0 0,1-1 0,0 1 0,-1 1 0,0-1 0,1 0 0,-1 1 0,0 0 0,0 0 0,0 0 0,-1 0 0,1 0 0,-1 0 0,0 1 0,1-1 0,0 5 0,3 5 0,-1 0 0,-1 1 0,0-1 0,-1 1 0,-1 0 0,2 25 0,-4-36 0,0 0 0,0 0 0,-1 0 0,1 1 0,-1-1 0,1 0 0,-1 0 0,0 0 0,0 0 0,0 0 0,-1-1 0,1 1 0,-1 0 0,0 0 0,1-1 0,-1 1 0,0-1 0,0 0 0,-1 1 0,1-1 0,0 0 0,-1 0 0,0-1 0,1 1 0,-1 0 0,0-1 0,0 0 0,0 0 0,0 0 0,0 0 0,0 0 0,0 0 0,0-1 0,0 1 0,-5-1 0,-4 2 0,0-1 0,0-1 0,0 0 0,-1-1 0,1 0 0,-15-3 0,23 3 0,1 0 0,0 0 0,0 0 0,0 0 0,0-1 0,0 0 0,0 1 0,0-1 0,1 0 0,-1 0 0,0 0 0,1-1 0,0 1 0,0-1 0,-1 1 0,1-1 0,1 0 0,-1 1 0,0-1 0,1 0 0,-1 0 0,1-1 0,0 1 0,0 0 0,0 0 0,1 0 0,-1-5 0,0 5 0,0-1 0,1 0 0,-1 0 0,1 1 0,0-1 0,0 0 0,0 0 0,1 1 0,-1-1 0,1 0 0,0 0 0,0 1 0,0-1 0,1 1 0,-1-1 0,1 1 0,0 0 0,3-5 0,-1 5 0,-1 0 0,1 1 0,0-1 0,0 1 0,1 0 0,-1 0 0,0 0 0,1 0 0,0 1 0,-1 0 0,1 0 0,-1 0 0,1 1 0,6-1 0,2 0 0,-4-1 0,0 1 0,1 1 0,-1 0 0,1 0 0,11 2 0,-19-2 0,0 1 0,0-1 0,0 1 0,0 0 0,-1-1 0,1 1 0,0 0 0,0 0 0,-1 0 0,1 1 0,0-1 0,-1 0 0,1 0 0,-1 1 0,0-1 0,1 1 0,-1-1 0,0 1 0,0 0 0,0 0 0,0-1 0,0 1 0,0 0 0,-1 0 0,1 0 0,0 0 0,-1 0 0,0 0 0,1 4 0,0 2 0,0 0 0,-1 1 0,0-1 0,0 1 0,-1-1 0,0 0 0,0 1 0,-1-1 0,0 0 0,0 0 0,-1 0 0,-4 9 0,4-13 0,0 1 0,-1-1 0,1 0 0,-1 0 0,0 0 0,0-1 0,0 1 0,0-1 0,-1 0 0,1 0 0,-1 0 0,0-1 0,0 0 0,0 0 0,0 0 0,0 0 0,-1-1 0,1 0 0,0 0 0,-6 0 0,1 1 0,-1-1 0,1-1 0,-1 0 0,1 0 0,-1-1 0,1 0 0,-1-1 0,1 0 0,0-1 0,-15-5 0,23 6 0,-1 1 0,0-1 0,0 1 0,1-1 0,-1 0 0,1 0 0,-1 0 0,1-1 0,0 1 0,0 0 0,0-1 0,0 0 0,0 1 0,1-1 0,-3-5 0,3 4 0,0 0 0,0 0 0,1 0 0,-1 0 0,1 0 0,0 0 0,0-1 0,0 1 0,1 0 0,0 0 0,0 0 0,0 0 0,0 0 0,0 0 0,3-4 0,-2 4 0,0 0 0,1 1 0,0-1 0,0 1 0,0-1 0,0 1 0,1 0 0,-1 0 0,1 1 0,-1-1 0,1 1 0,0-1 0,0 1 0,0 0 0,1 1 0,-1-1 0,0 1 0,9-2 0,7-1 0,0 0 0,35-1 0,-52 5 0,0 0 0,0 0 0,-1 0 0,1 0 0,0 0 0,-1 1 0,1-1 0,0 1 0,-1 0 0,1 0 0,-1 0 0,1 0 0,-1 0 0,1 0 0,-1 1 0,0-1 0,0 1 0,0 0 0,4 3 0,-5-3 0,-1-1 0,1 1 0,0-1 0,-1 0 0,0 1 0,1-1 0,-1 1 0,0-1 0,0 1 0,0 0 0,0-1 0,0 1 0,0-1 0,0 1 0,0-1 0,0 1 0,-1-1 0,1 1 0,-1-1 0,1 1 0,-1-1 0,0 0 0,1 1 0,-1-1 0,0 0 0,0 1 0,0-1 0,0 0 0,0 0 0,0 0 0,-1 0 0,1 0 0,0 0 0,0 0 0,-1-1 0,-1 2 0,-6 3 0,-1 0 0,0-1 0,0-1 0,0 1 0,-1-1 0,1-1 0,-1 0 0,1-1 0,-1 0 0,0 0 0,0-1 0,1 0 0,-1-1 0,0-1 0,-12-2 0,21 3 0,0 1 0,0 0 0,0-1 0,0 1 0,1-1 0,-1 0 0,0 1 0,1-1 0,-1 0 0,0 0 0,1 0 0,-1-1 0,1 1 0,-1 0 0,1 0 0,0-1 0,-1 1 0,1-1 0,0 1 0,0-1 0,0 1 0,0-1 0,1 0 0,-1 0 0,0 1 0,1-1 0,-1 0 0,1 0 0,-1 0 0,1 1 0,0-1 0,0 0 0,0 0 0,0 0 0,0 0 0,0 0 0,1 0 0,-1 0 0,0 1 0,2-4 0,-1 1 0,1 1 0,0-1 0,-1 0 0,1 1 0,1-1 0,-1 1 0,0 0 0,1 0 0,0 0 0,-1 0 0,1 0 0,1 1 0,-1-1 0,0 1 0,0 0 0,1 0 0,-1 0 0,5-2 0,4 1 0,-1 1 0,0 0 0,1 1 0,19-1 0,-28 2 0,-1 1 0,1-1 0,0 0 0,-1 1 0,1-1 0,-1 1 0,0-1 0,1 1 0,-1 0 0,1 0 0,-1 0 0,3 3 0,-4-4 0,-1 1 0,1 0 0,0 0 0,-1 0 0,1 0 0,-1 0 0,1 0 0,-1 0 0,1 0 0,-1 0 0,0 0 0,1 0 0,-1 0 0,0 0 0,0 0 0,0 0 0,0 0 0,0 0 0,0 1 0,0-1 0,0 0 0,0 0 0,-1 0 0,1 0 0,0 0 0,-1 0 0,1 0 0,-1 0 0,0 1 0,-2 2 0,0 0 0,0 0 0,0 0 0,0-1 0,-1 1 0,0-1 0,0 0 0,0 0 0,0 0 0,0-1 0,0 1 0,-1-1 0,1 0 0,-1 0 0,0-1 0,0 1 0,1-1 0,-8 1 0,1 0 0,1 0 0,-1-1 0,0 0 0,0-1 0,0 0 0,0 0 0,-15-4 0,23 4 0,0-1 0,1-1 0,-1 1 0,1 0 0,-1-1 0,1 1 0,0-1 0,0 0 0,-1 0 0,1 1 0,0-2 0,0 1 0,1 0 0,-1 0 0,0 0 0,1-1 0,0 1 0,-1-1 0,1 1 0,0-1 0,0 0 0,0 0 0,1 1 0,-1-1 0,1 0 0,-1 0 0,1 1 0,0-1 0,0 0 0,0 0 0,1 0 0,-1 0 0,1 1 0,-1-1 0,1 0 0,0 0 0,0 1 0,0-1 0,0 1 0,1-1 0,-1 1 0,1-1 0,-1 1 0,1 0 0,0 0 0,0 0 0,0 0 0,0 0 0,0 0 0,1 0 0,-1 1 0,0-1 0,4 0 0,143-63 0,-111 55 0,-33 9 0,0 0 0,0 0 0,-1 0 0,1 0 0,0-1 0,7-3 0,-13 4 0,1 1 0,0-1 0,0 1 0,0 0 0,-1-1 0,1 1 0,0 0 0,0-1 0,-1 1 0,1-1 0,0 1 0,-1 0 0,1 0 0,-1-1 0,1 1 0,0 0 0,-1 0 0,1-1 0,-1 1 0,1 0 0,0 0 0,-1 0 0,1 0 0,-1 0 0,1 0 0,-1-1 0,1 1 0,-1 0 0,1 0 0,-1 0 0,1 1 0,-1-1 0,1 0 0,0 0 0,-1 0 0,0 0 0,-25-2 0,-4 4 0,0 1 0,0 2 0,-45 13 0,49-11 0,-29 11 0,64-29 0,11-4 0,-3 6 0,-1 1 0,1 0 0,1 1 0,-1 1 0,1 1 0,1 0 0,-1 2 0,0 0 0,37-1 0,-20 4 0,-23-1 0,1 1 0,0 0 0,-1 1 0,1 1 0,-1 0 0,16 4 0,-24-4 0,0 0 0,0 0 0,-1 0 0,1 0 0,-1 1 0,0-1 0,0 1 0,0 0 0,0-1 0,0 2 0,0-1 0,-1 0 0,1 0 0,-1 1 0,0 0 0,0-1 0,-1 1 0,1 0 0,-1 0 0,0 0 0,0 0 0,0 0 0,1 7 0,0 0 0,0-1 0,0 1 0,-1 0 0,-1-1 0,0 1 0,0 0 0,-1-1 0,0 1 0,-1-1 0,-1 1 0,1-1 0,-1 1 0,-1-1 0,0 0 0,-1-1 0,1 1 0,-2-1 0,1 0 0,-9 10 0,13-18 0,-10 12 0,-2 0 0,1-1 0,-24 18 0,30-26 0,-1-1 0,1 1 0,-1-1 0,0 0 0,0-1 0,0 0 0,0 0 0,0-1 0,-1 1 0,1-2 0,-12 1 0,4 0 0,0-2 0,1 0 0,-1 0 0,0-2 0,1 0 0,-22-7 0,29 8 0,0-1 0,1 0 0,-1 0 0,1-1 0,0 0 0,0 0 0,0-1 0,0 1 0,1-1 0,0 0 0,0-1 0,0 1 0,1-1 0,0 0 0,-5-8 0,4 3 0,0 1 0,0-1 0,1-1 0,1 1 0,0 0 0,0-1 0,1 0 0,1 1 0,0-1 0,0 0 0,1 0 0,1 0 0,0 0 0,5-21 0,-6 34 0,0-1 0,0 0 0,0 0 0,0 0 0,0 0 0,0 0 0,0 0 0,0 0 0,0 0 0,1 0 0,-1 0 0,0 1 0,0-1 0,0 0 0,0 0 0,0 0 0,0 0 0,0 0 0,1 0 0,-1 0 0,0 0 0,0 0 0,0 0 0,0 0 0,0 0 0,0 0 0,1 0 0,-1 0 0,0 0 0,0 0 0,0 0 0,0 0 0,0-1 0,0 1 0,1 0 0,-1 0 0,0 0 0,0 0 0,0 0 0,0 0 0,0 0 0,0 0 0,0 0 0,0 0 0,0-1 0,0 1 0,1 0 0,-1 0 0,0 0 0,0 0 0,0 0 0,0 0 0,0 0 0,0-1 0,0 1 0,0 0 0,0 0 0,0 0 0,0 0 0,0 0 0,0 0 0,0-1 0,0 1 0,0 0 0,0 0 0,0 0 0,0 0 0,4 15 0,0 20 0,-12 33 0,5-57 0,1 0 0,0 0 0,1 0 0,1 0 0,0 17 0,1-25 0,0 0 0,0 0 0,0 0 0,0 0 0,0 0 0,1 0 0,-1-1 0,1 1 0,0 0 0,0-1 0,0 1 0,0-1 0,0 0 0,0 0 0,1 0 0,-1 0 0,1 0 0,-1 0 0,1-1 0,0 1 0,-1-1 0,1 0 0,0 0 0,0 0 0,0 0 0,0 0 0,6 0 0,9 2 0,1-2 0,-1 0 0,30-2 0,-27 0 0,26 1 0,-22 1 0,0-2 0,33-4 0,-50 3 0,0 0 0,1 0 0,-1 0 0,0-1 0,0-1 0,0 1 0,-1-1 0,0-1 0,1 1 0,10-10 0,-17 12 0,0 1 0,0 0 0,0 0 0,0 0 0,0 0 0,0 0 0,0 1 0,1-1 0,-1 0 0,0 0 0,1 1 0,-1-1 0,0 1 0,1-1 0,-1 1 0,1 0 0,-1-1 0,0 1 0,3 0 0,-3 0 0,-1 1 0,1 0 0,-1-1 0,1 1 0,-1 0 0,0-1 0,1 1 0,-1 0 0,0 0 0,0-1 0,1 1 0,-1 0 0,0 0 0,0-1 0,0 1 0,0 0 0,0 0 0,0 0 0,0-1 0,0 1 0,0 0 0,-1 0 0,1-1 0,-1 2 0,-1 6 0,0 0 0,0 0 0,-1 0 0,-1-1 0,-7 14 0,8-16 0,0-1 0,0 1 0,-1-1 0,0 1 0,1-1 0,-2 0 0,1-1 0,0 1 0,-1-1 0,1 0 0,-1 0 0,0 0 0,0-1 0,-1 1 0,1-1 0,0 0 0,-1-1 0,1 1 0,-1-1 0,1-1 0,-1 1 0,1-1 0,-1 1 0,0-2 0,-6 0 0,-57 3 0,43 0 0,-1-2 0,1 0 0,-49-9 0,71 8 0,1 0 0,-1 0 0,0-1 0,1 0 0,-1 0 0,1 0 0,-1 0 0,1 0 0,0-1 0,0 1 0,0-1 0,-4-5 0,6 7 0,1 1 0,-1-1 0,1 1 0,0-1 0,-1 0 0,1 1 0,0-1 0,0 1 0,-1-1 0,1 0 0,0 1 0,0-1 0,0 0 0,0 1 0,0-1 0,0 0 0,0 1 0,0-1 0,0 0 0,0 0 0,0 1 0,0-1 0,0 1 0,0-1 0,1 0 0,-1 1 0,1-2 0,0 1 0,0 0 0,1 0 0,-1 0 0,0 0 0,1 1 0,0-1 0,-1 0 0,1 1 0,-1-1 0,1 1 0,0-1 0,-1 1 0,1 0 0,0-1 0,-1 1 0,4 0 0,110 2 0,-73 0 0,52-4 0,-90 1 0,-1 0 0,1-1 0,-1 1 0,0-1 0,0 1 0,1-1 0,-1 0 0,-1 0 0,1 0 0,0 0 0,0-1 0,-1 1 0,1-1 0,-1 0 0,0 0 0,0 0 0,0 0 0,0 0 0,0 0 0,-1 0 0,1 0 0,-1-1 0,0 1 0,0-1 0,0 1 0,-1-1 0,1-4 0,0 6 0,-1-1 0,1 0 0,-1 1 0,1-1 0,-1 0 0,0 0 0,0 1 0,-1-1 0,1 0 0,0 1 0,-1-1 0,0 0 0,1 1 0,-1-1 0,0 0 0,0 1 0,-1 0 0,1-1 0,-1 1 0,1 0 0,-1-1 0,1 1 0,-1 0 0,0 0 0,0 0 0,0 1 0,0-1 0,-1 0 0,1 1 0,0-1 0,-1 1 0,1 0 0,-1 0 0,1 0 0,-6-1 0,1 1 0,0 0 0,-1 1 0,1 0 0,-1 0 0,1 1 0,-1 0 0,1 0 0,0 0 0,-12 5 0,17-5 0,0 0 0,-1 0 0,1 0 0,0 0 0,0 0 0,0 0 0,0 1 0,0-1 0,0 1 0,0 0 0,1-1 0,-1 1 0,1 0 0,-1 0 0,1 0 0,-1 0 0,1 0 0,0 0 0,0 1 0,0-1 0,0 0 0,1 0 0,-1 1 0,1-1 0,-1 1 0,1-1 0,0 0 0,0 1 0,0-1 0,0 1 0,0-1 0,1 5 0,1-4 0,-1-1 0,0 1 0,1-1 0,0 0 0,-1 0 0,1 0 0,0 1 0,0-2 0,0 1 0,1 0 0,-1 0 0,0-1 0,1 1 0,-1-1 0,1 0 0,-1 0 0,1 0 0,-1 0 0,1 0 0,0 0 0,0-1 0,-1 1 0,1-1 0,0 0 0,3 0 0,2 1 0,1 0 0,0-1 0,-1 0 0,1 0 0,-1-1 0,1 0 0,9-3 0,-17 4 0,0 0 0,0-1 0,0 1 0,0 0 0,0-1 0,0 1 0,0 0 0,0-1 0,0 1 0,-1-1 0,1 1 0,0-1 0,0 0 0,0 1 0,-1-1 0,1 0 0,0 0 0,-1 1 0,1-1 0,-1 0 0,1 0 0,-1 0 0,1 0 0,-1 0 0,0 0 0,1 0 0,-1 1 0,0-1 0,0 0 0,0 0 0,0 0 0,0 0 0,0-2 0,0 2 0,-1 0 0,1 1 0,-1-1 0,0 0 0,1 0 0,-1 0 0,0 0 0,1 1 0,-1-1 0,0 0 0,0 1 0,0-1 0,0 1 0,0-1 0,0 1 0,0-1 0,0 1 0,0 0 0,0-1 0,0 1 0,0 0 0,0 0 0,0 0 0,0 0 0,0-1 0,0 2 0,0-1 0,0 0 0,0 0 0,-2 1 0,2-1 0,0-1 0,0 2 0,0-1 0,0 0 0,0 0 0,0 0 0,0 0 0,0 1 0,0-1 0,1 0 0,-1 1 0,0-1 0,0 1 0,0-1 0,0 1 0,1-1 0,-1 1 0,0-1 0,0 1 0,1 0 0,-1 0 0,0-1 0,1 1 0,-1 0 0,1 0 0,-1 0 0,1-1 0,-1 1 0,1 2 0,5 27 0,1 2 0,-6-31 0,-1 1 0,1-1 0,-1 0 0,1 0 0,-1 0 0,1 0 0,-1 0 0,0 0 0,0 0 0,1 0 0,-1 0 0,0 0 0,0 0 0,0-1 0,0 1 0,0 0 0,0-1 0,0 1 0,0 0 0,0-1 0,0 1 0,-1-1 0,1 0 0,0 1 0,0-1 0,0 0 0,-3 0 0,-6 2 0,-1-1 0,1 0 0,0-1 0,-1 0 0,1 0 0,0-1 0,-1-1 0,1 0 0,0 0 0,-11-5 0,15 5 0,0 0 0,0-1 0,0 1 0,0-2 0,1 1 0,-1 0 0,1-1 0,0 0 0,0 0 0,1-1 0,-1 1 0,1-1 0,0 0 0,0 0 0,0 0 0,1-1 0,-4-7 0,0-4-114,3 8 25,0 0 0,0 1-1,1-1 1,0 0-1,1-1 1,0 1 0,0 0-1,1-1 1,0 1-1,0-1 1,2 0 0,-1 1-1,2-11 1,2 6-6737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2T01:16:01.9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0,'13688'0,"-13656"0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2T01:16:06.6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1,'14747'0,"-14715"0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3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24575,'-3'3'0,"-4"4"0,-4 4 0,-3 3 0,1 2 0,3 2 0,3 1 0,2-1 0,3-2-8191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210 201 24575,'-6'4'0,"-1"1"0,0-2 0,0 1 0,-1-1 0,1 0 0,-1 0 0,0-1 0,1 0 0,-1 0 0,0-1 0,0 0 0,0 0 0,0-1 0,0 0 0,-8-1 0,15 1 0,-1-1 0,1 1 0,0 0 0,0 0 0,0-1 0,0 1 0,0-1 0,0 1 0,0-1 0,0 0 0,0 1 0,0-1 0,0 0 0,0 1 0,0-1 0,0 0 0,1 0 0,-1 0 0,0 0 0,1 0 0,-1 0 0,0 0 0,1 0 0,-1 0 0,0-2 0,1-1 0,-1 1 0,1 0 0,-1-1 0,1 1 0,0 0 0,1-1 0,-1 1 0,0 0 0,2-5 0,-1 3 0,0 0 0,1 0 0,0 0 0,0 0 0,0 0 0,0 1 0,1-1 0,-1 1 0,1 0 0,0 0 0,1 0 0,5-6 0,-4 7 0,0 0 0,0 0 0,0 1 0,0-1 0,0 1 0,1 1 0,-1-1 0,1 1 0,-1 0 0,1 0 0,0 0 0,-1 1 0,1 0 0,0 0 0,-1 1 0,1-1 0,-1 1 0,1 1 0,-1-1 0,9 4 0,-6-1 0,-1 0 0,0 0 0,0 1 0,0 0 0,-1 0 0,1 0 0,-1 1 0,-1 0 0,1 0 0,-1 1 0,0 0 0,0 0 0,4 9 0,-8-14 0,1 0 0,-1 0 0,0 1 0,1-1 0,-1 0 0,0 1 0,-1-1 0,1 1 0,0 0 0,-1-1 0,1 1 0,-1-1 0,0 1 0,0 0 0,0-1 0,0 1 0,0 0 0,-1-1 0,1 1 0,-1-1 0,-2 6 0,2-6 0,-1 0 0,0 1 0,0-1 0,-1 0 0,1 0 0,0 0 0,-1-1 0,1 1 0,-1-1 0,1 1 0,-1-1 0,0 0 0,0 0 0,0 0 0,1 0 0,-5 0 0,-14 3 0,0-2 0,-1-1 0,1 0 0,-28-4 0,36 2 0,10 2 0,0-1 0,0 0 0,0-1 0,0 1 0,0 0 0,0-1 0,0 0 0,0 1 0,1-1 0,-1-1 0,0 1 0,0 0 0,1 0 0,-1-1 0,0 0 0,1 0 0,0 1 0,-3-4 0,3 2 0,0-1 0,1 0 0,-1 1 0,1-1 0,0 0 0,0 0 0,1 0 0,-1 0 0,1 0 0,0 1 0,0-1 0,0 0 0,1-6 0,-1 3 0,1 1 0,-1-1 0,1 1 0,1 0 0,-1-1 0,1 1 0,0 0 0,1 0 0,0 0 0,5-9 0,-6 12 0,1 0 0,-1 0 0,1 1 0,0-1 0,0 0 0,0 1 0,0 0 0,0 0 0,1 0 0,-1 0 0,1 0 0,-1 1 0,1-1 0,0 1 0,-1 0 0,1 0 0,0 0 0,0 1 0,4-1 0,-7 1 0,0 0 0,1 0 0,-1 0 0,1 0 0,-1 0 0,0 0 0,1 0 0,-1 0 0,1 1 0,-1-1 0,0 1 0,0-1 0,1 1 0,-1-1 0,0 1 0,0-1 0,1 1 0,-1 0 0,0 0 0,0 0 0,0 0 0,0 0 0,0 0 0,0 0 0,0 0 0,-1 0 0,1 0 0,0 0 0,-1 1 0,1-1 0,0 0 0,-1 0 0,0 1 0,1-1 0,-1 1 0,0-1 0,0 0 0,1 3 0,-1 0 0,0 1 0,0-1 0,-1 0 0,1 0 0,-1 1 0,0-1 0,0 0 0,0 0 0,-1 0 0,-3 8 0,-11-19 0,-11 5 0,-1-2 0,29-5 0,16-8 0,-17 16 0,0 1 0,0-1 0,1 1 0,-1-1 0,0 1 0,1 0 0,-1-1 0,0 1 0,1 0 0,-1-1 0,1 1 0,-1 0 0,0 0 0,1-1 0,-1 1 0,1 0 0,-1 0 0,1 0 0,-1-1 0,1 1 0,-1 0 0,1 0 0,-1 0 0,1 0 0,-1 0 0,1 0 0,-1 0 0,1 0 0,-1 0 0,1 0 0,-1 1 0,1-1 0,-1 0 0,1 0 0,-1 0 0,1 1 0,-1-1 0,0 0 0,1 0 0,-1 1 0,1-1 0,-1 0 0,0 1 0,1-1 0,-1 0 0,0 1 0,1-1 0,-1 1 0,0-1 0,0 1 0,1-1 0,-1 0 0,0 1 0,0-1 0,0 1 0,0-1 0,0 1 0,0-1 0,1 1 0,-1-1 0,0 1 0,0-1 0,-1 1 0,1-1 0,0 1 0,0-1 0,0 1 0,0-1 0,-1 2 0,1 1 0,0 1 0,0-1 0,0 1 0,-1 0 0,0-1 0,0 1 0,0-1 0,0 0 0,-3 6 0,4-9 0,-1 1 0,1-1 0,-1 1 0,1-1 0,-1 1 0,1-1 0,-1 1 0,1-1 0,0 1 0,-1 0 0,1-1 0,0 1 0,-1-1 0,1 1 0,0 0 0,0-1 0,-1 1 0,1 0 0,0 0 0,0-1 0,0 1 0,0 0 0,0-1 0,0 1 0,0 0 0,1-1 0,-1 1 0,0 0 0,0 0 0,0-1 0,1 1 0,-1-1 0,0 1 0,1 0 0,-1-1 0,0 1 0,1 0 0,2 0 0,-1 0 0,0 0 0,0-1 0,0 1 0,0-1 0,1 1 0,-1-1 0,0 0 0,0 0 0,1 0 0,3-1 0,65-13 0,-56 12 0,-14 11 0,-16 20 0,9-19 0,6-9 0,1-1 0,-1 0 0,1 1 0,-1-1 0,0 0 0,1 0 0,-1 1 0,1-1 0,-1 0 0,1 0 0,-1 0 0,1 0 0,-1 1 0,1-1 0,-1 0 0,1 0 0,-1 0 0,1 0 0,-1 0 0,1 0 0,-1 0 0,1-1 0,-1 1 0,1 0 0,-1 0 0,0 0 0,1 0 0,-1-1 0,1 1 0,-1 0 0,1 0 0,-1-1 0,1 1 0,21-7 0,-17 5 0,0 0 0,0 0 0,1 1 0,-1-1 0,0 1 0,1 1 0,0-1 0,-1 1 0,1 0 0,-1 0 0,11 2 0,-15-2 0,1 1 0,-1-1 0,1 0 0,-1 1 0,0 0 0,0-1 0,1 1 0,-1 0 0,0-1 0,0 1 0,0 0 0,0 0 0,0 0 0,0 0 0,0 0 0,0 0 0,0 0 0,0 1 0,-1-1 0,2 1 0,-2 1 0,1-1 0,-1 0 0,0 1 0,0-1 0,0 0 0,0 0 0,0 1 0,0-1 0,-1 0 0,1 1 0,-1-1 0,1 0 0,-1 0 0,0 0 0,0 0 0,-2 4 0,1-2 0,-1 0 0,0 0 0,0 0 0,0 0 0,0-1 0,-1 1 0,1-1 0,-1 0 0,0 0 0,0 0 0,0-1 0,-1 1 0,1-1 0,-1 0 0,1 0 0,-1 0 0,1-1 0,-1 0 0,0 0 0,-8 1 0,-11 1 0,-1-2 0,-48-3 0,29 1 0,41 1 0,0 0 0,0 0 0,0 0 0,0 0 0,0 0 0,0-1 0,0 1 0,0-1 0,0 0 0,0 0 0,1 0 0,-1 0 0,0 0 0,1-1 0,-1 1 0,1-1 0,-1 0 0,1 1 0,0-1 0,0 0 0,0 0 0,-3-4 0,3 1 0,0 0 0,0 0 0,0-1 0,1 1 0,-1-1 0,1 1 0,1-1 0,-1 0 0,1 1 0,0-1 0,1-5 0,-2 1 0,0 0 0,0 0 0,-1 0 0,-4-13 0,3 16 0,1-1 0,1 0 0,-1 0 0,1 0 0,0 0 0,1-11 0,1 15 0,-1 1 0,1 0 0,0 0 0,0 0 0,0 0 0,0 1 0,1-1 0,-1 0 0,1 0 0,0 1 0,0-1 0,0 1 0,0 0 0,0-1 0,0 1 0,0 0 0,1 0 0,0 0 0,-1 1 0,1-1 0,3-1 0,68-29 0,-41 19 0,-35 13 0,-2 1 0,-1 0 0,0 0 0,1 0 0,-1 1 0,1-1 0,0 1 0,0 0 0,-1 0 0,-5 5 0,0 1 0,1 0 0,1 0 0,0 0 0,0 1 0,1 1 0,0-1 0,0 1 0,-9 20 0,-4 12 0,20-42 0,0 0 0,0 0 0,0 0 0,0 0 0,0 0 0,-1 0 0,1 0 0,0 0 0,0 0 0,0 0 0,0 0 0,11-26 0,-8 18 0,1-1 0,0 1 0,0-1 0,1 1 0,0 1 0,1-1 0,-1 1 0,2 0 0,-1 0 0,1 0 0,0 1 0,0 0 0,1 1 0,-1 0 0,1 0 0,0 0 0,1 1 0,-1 0 0,1 1 0,0 0 0,11-3 0,-15 5 0,8-2 0,-1 0 0,1 1 0,0 0 0,0 1 0,25 1 0,-36 0 0,1 0 0,0 1 0,-1 0 0,1-1 0,0 1 0,-1 0 0,1 0 0,-1 0 0,1 1 0,-1-1 0,0 1 0,1-1 0,-1 1 0,0 0 0,0 0 0,0 0 0,0 0 0,-1 0 0,1 0 0,0 1 0,-1-1 0,0 0 0,1 1 0,-1-1 0,0 1 0,0 0 0,-1-1 0,1 1 0,0 0 0,-1-1 0,0 1 0,0 0 0,1 0 0,-2 3 0,2 7-105,-2 54 343,1-62-363,-1 0 1,0 0-1,0-1 0,0 1 0,-1-1 0,1 1 0,-1-1 0,0 0 1,0 0-1,-1 1 0,-4 5 0,-1-1-6701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79 24575,'1'0'0,"-1"-1"0,1 0 0,0 0 0,-1 1 0,1-1 0,0 0 0,0 1 0,-1-1 0,1 1 0,0-1 0,0 1 0,0-1 0,0 1 0,0-1 0,0 1 0,0 0 0,0 0 0,0 0 0,0-1 0,-1 1 0,1 0 0,0 0 0,0 0 0,0 0 0,0 1 0,0-1 0,0 0 0,1 0 0,-1 1 0,-1-1 0,0 1 0,0-1 0,1 1 0,-1-1 0,0 1 0,0-1 0,0 0 0,0 1 0,1-1 0,-1 1 0,0-1 0,0 1 0,0-1 0,0 1 0,0-1 0,0 1 0,0-1 0,0 1 0,-1-1 0,1 1 0,0-1 0,0 1 0,0-1 0,0 1 0,-1-1 0,1 1 0,0-1 0,0 1 0,-1-1 0,1 0 0,0 1 0,-1-1 0,1 0 0,-1 1 0,1-1 0,0 0 0,-1 1 0,1-1 0,-1 0 0,1 0 0,-1 1 0,1-1 0,-1 0 0,1 0 0,-1 0 0,0 0 0,1 1 0,0-1 0,-1 0 0,1 0 0,0 0 0,-1 0 0,1 0 0,-1 1 0,1-1 0,0 0 0,-1 0 0,1 0 0,-1 0 0,1 0 0,0 0 0,-1 0 0,1 0 0,0 0 0,-1-1 0,1 1 0,-1 0 0,1 0 0,0 0 0,-1 0 0,1-1 0,0 1 0,-1 0 0,1 0 0,0 0 0,-1-1 0,1 1 0,0 0 0,0-1 0,-1 1 0,1-1 0,-9-19 0,1-20 0,14 19 0,-6 20 0,0 1 0,1 0 0,-1-1 0,0 1 0,1 0 0,-1-1 0,1 1 0,-1 0 0,1 0 0,-1 0 0,0-1 0,1 1 0,-1 0 0,1 0 0,-1 0 0,1 0 0,-1 0 0,1 0 0,-1 0 0,1 0 0,-1 0 0,1 0 0,-1 0 0,1 0 0,-1 0 0,1 1 0,1-1 0,0 1 0,-1 0 0,1 0 0,-1 1 0,1-1 0,-1 0 0,0 0 0,1 1 0,-1-1 0,0 1 0,0-1 0,0 1 0,0-1 0,0 1 0,0 0 0,-1-1 0,1 1 0,0 0 0,0 3 0,-1-3 0,1 0 0,-1 0 0,1 0 0,-1 0 0,0 0 0,0 0 0,0 0 0,0 0 0,0 0 0,-1 0 0,1 0 0,-1 0 0,1 0 0,-1 0 0,0-1 0,1 1 0,-1 0 0,0 0 0,0 0 0,0-1 0,-1 1 0,1 0 0,0-1 0,-1 1 0,1-1 0,-4 3 0,3-3 0,-1 1 0,0-1 0,0 0 0,0 0 0,0 0 0,0 0 0,0-1 0,0 1 0,0-1 0,0 0 0,0 0 0,0 0 0,0 0 0,0 0 0,0-1 0,0 1 0,-5-3 0,7 3 0,0 0 0,1 0 0,-1 0 0,1 0 0,-1 0 0,1 0 0,-1 0 0,0 0 0,1 0 0,-1 0 0,1 0 0,-1-1 0,1 1 0,-1 0 0,1 0 0,-1-1 0,1 1 0,-1 0 0,1-1 0,-1 1 0,1 0 0,-1-1 0,1 1 0,0-1 0,-1 1 0,1-1 0,0 1 0,-1-1 0,1 1 0,0-1 0,0 1 0,-1-1 0,1 1 0,0-1 0,0 0 0,0 1 0,0-1 0,0 1 0,0-1 0,0 1 0,0-1 0,0 0 0,0 1 0,0-1 0,0 1 0,0-1 0,1 1 0,-1-1 0,0 0 0,0 1 0,1-1 0,-1 1 0,0-1 0,1 1 0,-1 0 0,0-1 0,1 1 0,-1-1 0,1 1 0,-1-1 0,1 1 0,-1 0 0,1 0 0,-1-1 0,1 1 0,0-1 0,3-1 0,-1-1 0,1 1 0,0 0 0,0 0 0,0 1 0,0-1 0,8-1 0,-11 2-38,0 1 0,0-1 0,1 1 1,-1-1-1,0 1 0,1 0 0,-1 0 0,0 0 0,1 0 0,-1 0 0,1 0 0,-1 0 0,0 0 0,1 0 0,-1 1 0,0-1 1,1 0-1,-1 1 0,0-1 0,0 1 0,1 0 0,-1-1 0,0 1 0,0 0 0,0 0 0,0 0 0,0 0 0,0-1 0,0 2 1,0-1-1,0 0 0,-1 0 0,1 0 0,0 0 0,0 2 0,0 6-6788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65 24575,'-1'0'0,"-42"-2"0,27-5 0,16 7 0,-1-1 0,1 1 0,0-1 0,0 1 0,0-1 0,0 1 0,0 0 0,0-1 0,0 1 0,0-1 0,0 1 0,0 0 0,0-1 0,0 1 0,0-1 0,0 1 0,1 0 0,-1-1 0,0 1 0,0-1 0,0 1 0,1 0 0,-1-1 0,0 1 0,0 0 0,1-1 0,-1 1 0,0 0 0,1 0 0,-1-1 0,0 1 0,1 0 0,-1 0 0,1-1 0,-1 1 0,0 0 0,1 0 0,0-1 0,-1 0 0,1 1 0,0-1 0,0 0 0,-1 1 0,1-1 0,0 1 0,0-1 0,0 1 0,0 0 0,0-1 0,0 1 0,0 0 0,0-1 0,0 1 0,0 0 0,0 0 0,0 0 0,0 0 0,0 0 0,-1 0 0,1 0 0,0 0 0,0 0 0,0 1 0,0-1 0,0 0 0,0 1 0,0-1 0,0 1 0,0-1 0,0 1 0,-1-1 0,1 1 0,0-1 0,0 1 0,-1 0 0,1-1 0,0 1 0,-1 0 0,1 0 0,0 0 0,-1-1 0,1 1 0,-1 0 0,0 0 0,1 0 0,-1 0 0,0 0 0,1 0 0,-1 0 0,0 0 0,0 2 0,0-2 0,1 1 0,-1 0 0,0 0 0,0 0 0,0 0 0,0 0 0,0 0 0,-1 0 0,1 0 0,-1-1 0,1 1 0,-1 0 0,1 0 0,-1 0 0,0-1 0,0 1 0,0 0 0,0-1 0,0 1 0,0-1 0,-1 1 0,1-1 0,0 0 0,-1 1 0,1-1 0,-1 0 0,1 0 0,-1 0 0,0 0 0,-2 1 0,2-2 0,1 1 0,-1-1 0,0 1 0,1-1 0,-1 0 0,0 0 0,1 0 0,-1 0 0,0 0 0,1 0 0,-1 0 0,0-1 0,1 1 0,-1 0 0,1-1 0,-1 1 0,1-1 0,-1 0 0,1 0 0,-1 1 0,1-1 0,-1 0 0,1 0 0,0 0 0,0-1 0,0 1 0,-1 0 0,1 0 0,0-1 0,0 1 0,1 0 0,-1-1 0,0 1 0,0-1 0,1 1 0,-1-1 0,1 0 0,-1 1 0,1-1 0,0 1 0,0-1 0,-1 0 0,1 1 0,0-1 0,0 0 0,1 1 0,-1-3 0,0 1 0,0 1 0,0-1 0,0 1 0,0-1 0,1 0 0,-1 1 0,1-1 0,0 1 0,-1-1 0,1 1 0,0 0 0,0-1 0,1 1 0,-1 0 0,0 0 0,1 0 0,-1 0 0,1 0 0,0 0 0,0 0 0,0 0 0,0 0 0,0 1 0,0-1 0,0 1 0,0 0 0,1 0 0,-1 0 0,0 0 0,1 0 0,3-1 0,-6 2-38,1 0 0,0 0 0,0 0 1,-1 0-1,1 0 0,0 0 0,-1 0 0,1 1 0,0-1 0,0 0 0,-1 0 0,1 1 0,0-1 0,-1 0 0,1 1 0,-1-1 1,1 1-1,0-1 0,-1 0 0,1 1 0,-1-1 0,1 1 0,-1 0 0,1-1 0,-1 1 0,0-1 0,1 1 0,-1 0 0,0-1 1,1 1-1,-1 0 0,0-1 0,0 1 0,0 0 0,1 1 0,-1 7-6788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7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203 111 24575,'-3'2'0,"0"0"0,-1 0 0,1-1 0,-1 1 0,0-1 0,1 0 0,-1 0 0,0 0 0,0 0 0,0-1 0,0 0 0,0 1 0,-4-2 0,-54-2 0,60 3 0,2 0 0,-1 0 0,1 0 0,-1 0 0,1 0 0,-1 0 0,0 0 0,1 0 0,-1 0 0,1 0 0,-1 0 0,0 0 0,1 0 0,-1 0 0,1 0 0,-1 0 0,1-1 0,-1 1 0,1 0 0,-1 0 0,0-1 0,1 1 0,0 0 0,-1-1 0,1 1 0,-1-1 0,1 1 0,-1 0 0,1-1 0,0 1 0,-1-1 0,1 1 0,0-1 0,0 0 0,-1 1 0,1-1 0,0 1 0,0-1 0,0 1 0,-1-1 0,1 0 0,0 1 0,0-1 0,0 1 0,0-1 0,0 1 0,0-1 0,1 0 0,-1 1 0,0-1 0,0 1 0,0-1 0,0 0 0,1 1 0,-1-1 0,0 1 0,1-1 0,-1 1 0,0-1 0,1 1 0,-1 0 0,0-1 0,1 1 0,-1-1 0,1 1 0,-1 0 0,1-1 0,-1 1 0,1 0 0,0-1 0,3-2 0,0-1 0,-1 1 0,1 1 0,0-1 0,1 0 0,-1 1 0,7-3 0,77-11 0,-82 15 0,0 1 0,1 0 0,-1-1 0,0 2 0,1-1 0,-1 1 0,0 0 0,0 0 0,0 1 0,0 0 0,11 4 0,-15-4 0,0-1 0,0 1 0,0 0 0,-1-1 0,1 1 0,0 0 0,-1 0 0,0 0 0,1 0 0,-1 0 0,0 0 0,0 1 0,0-1 0,0 0 0,0 1 0,-1-1 0,1 0 0,-1 1 0,1 4 0,-1-6 0,0 1 0,0-1 0,0 0 0,-1 1 0,1-1 0,0 0 0,0 0 0,-1 1 0,1-1 0,-1 0 0,1 0 0,-1 1 0,0-1 0,1 0 0,-1 0 0,0 0 0,0 0 0,0 0 0,0 0 0,0 0 0,0 0 0,0 0 0,0-1 0,0 1 0,0 0 0,0-1 0,0 1 0,-1-1 0,1 1 0,0-1 0,0 1 0,-1-1 0,1 0 0,0 0 0,-1 0 0,-1 0 0,-38 2 0,-49-6 0,89 4 0,0 0 0,-1 0 0,1 0 0,0-1 0,0 1 0,0 0 0,0-1 0,0 1 0,0-1 0,0 1 0,0-1 0,0 0 0,0 1 0,0-1 0,0 0 0,0 0 0,0 1 0,0-1 0,1 0 0,-1 0 0,0 0 0,1 0 0,-1 0 0,0 0 0,1 0 0,0-1 0,-1 1 0,1 0 0,0 0 0,-1 0 0,1 0 0,0 0 0,0-1 0,0 1 0,0 0 0,0 0 0,0 0 0,0-1 0,1 1 0,-1 0 0,0 0 0,1 0 0,-1 0 0,1-2 0,0 0 0,0-1 0,1 1 0,-1 0 0,1-1 0,-1 1 0,1 0 0,0 0 0,0 0 0,1 0 0,-1 0 0,0 1 0,1-1 0,5-3 0,4 2 0,1 0 0,-1 1 0,1 1 0,0 0 0,0 1 0,0 0 0,0 1 0,0 1 0,22 3 0,-23-3 0,-11-1 0,0 0 0,0 0 0,0 0 0,0 0 0,0 0 0,0 0 0,0 0 0,0 0 0,0 1 0,0-1 0,0 0 0,0 1 0,0-1 0,0 1 0,0-1 0,0 1 0,0-1 0,0 1 0,-1 0 0,1 0 0,0-1 0,0 1 0,-1 0 0,1 0 0,-1 0 0,1-1 0,-1 1 0,1 0 0,-1 0 0,1 0 0,-1 0 0,0 0 0,1 0 0,-1 0 0,0 0 0,0 0 0,0 0 0,0 0 0,0 0 0,0 0 0,0 0 0,0 0 0,0 0 0,0 0 0,-1 0 0,1 0 0,0 0 0,-2 2 0,1 1 0,-1-1 0,1 1 0,-1-1 0,0 0 0,-1 0 0,1 0 0,0 0 0,-1 0 0,1 0 0,-1-1 0,0 1 0,-5 3 0,-66 24 0,68-27 0,0-1 0,-1-1 0,0 1 0,1-1 0,-1 0 0,0 0 0,1-1 0,-1 0 0,-10-1 0,16 1 0,1 0 0,0 0 0,-1 0 0,1 0 0,-1 0 0,1 0 0,0-1 0,-1 1 0,1 0 0,0 0 0,-1 0 0,1 0 0,0 0 0,-1-1 0,1 1 0,0 0 0,-1 0 0,1 0 0,0-1 0,-1 1 0,1 0 0,0-1 0,0 1 0,-1 0 0,1-1 0,0 1 0,0 0 0,0-1 0,0 1 0,-1 0 0,1-1 0,0 1 0,0 0 0,0-1 0,0 1 0,0-1 0,0 1 0,0 0 0,0-1 0,0 1 0,0-1 0,15-14 0,24-5 0,-13 12 0,1 2 0,53-7 0,-79 13 0,-1 0 0,0 0 0,0 0 0,1 0 0,-1 0 0,0 0 0,1 0 0,-1 0 0,0 0 0,0 0 0,1 0 0,-1 0 0,0 0 0,1 0 0,-1 0 0,0 0 0,0 0 0,1 0 0,-1 1 0,0-1 0,0 0 0,1 0 0,-1 0 0,0 0 0,0 0 0,1 1 0,-1-1 0,0 0 0,0 0 0,0 1 0,1-1 0,-1 0 0,0 0 0,0 1 0,0-1 0,0 0 0,0 0 0,0 1 0,1-1 0,-1 0 0,0 1 0,0-1 0,0 1 0,-8 15 0,-23 22 0,26-32 0,2-3 0,0 0 0,0 0 0,0 0 0,-1-1 0,1 0 0,-1 1 0,1-1 0,-1 0 0,0-1 0,0 1 0,0-1 0,0 0 0,0 0 0,0 0 0,-8 1 0,-4-2 0,-1 1 0,-27-5 0,33 3 0,5 0 0,1-1 0,-1 0 0,1 0 0,0 0 0,0-1 0,-1 0 0,2 0 0,-1 0 0,0-1 0,-4-4 0,-43-44 0,47 46 0,1 1 0,0-1 0,0 0 0,1 0 0,-1 0 0,1 0 0,-3-13 0,5 18 0,1 0 0,0-1 0,0 1 0,-1 0 0,1-1 0,0 1 0,0 0 0,0-1 0,1 1 0,-1-1 0,0 1 0,0 0 0,1-1 0,-1 1 0,1 0 0,-1 0 0,1-1 0,0 1 0,-1 0 0,1 0 0,0 0 0,0 0 0,0 0 0,0 0 0,0 0 0,0 0 0,0 0 0,0 0 0,0 0 0,0 1 0,1-1 0,-1 0 0,0 1 0,0-1 0,1 1 0,-1 0 0,0-1 0,1 1 0,-1 0 0,0 0 0,1-1 0,-1 1 0,1 1 0,-1-1 0,2 0 0,75-1 0,-47 3 0,-31-2 0,0 0 0,0 0 0,-1 0 0,1 0 0,0 0 0,0 1 0,0-1 0,0 0 0,0 0 0,0 0 0,0 0 0,0 0 0,0 0 0,0 0 0,0 1 0,0-1 0,0 0 0,0 0 0,0 0 0,1 0 0,-1 0 0,-17 3 0,5-2 0,1 1 0,0 0 0,-1 0 0,1 2 0,-17 6 0,25-9 0,1 1 0,-1 0 0,0 0 0,1 0 0,-1 0 0,1 0 0,0 0 0,0 0 0,0 1 0,0-1 0,0 1 0,0 0 0,1 0 0,-1-1 0,1 1 0,0 0 0,0 0 0,0 0 0,0 0 0,0 0 0,1 1 0,-1-1 0,1 0 0,0 0 0,0 4 0,0-4 0,0 1 0,0 0 0,0-1 0,0 1 0,1 0 0,-1-1 0,1 1 0,0 0 0,0-1 0,0 1 0,1-1 0,-1 0 0,1 1 0,0-1 0,0 0 0,0 0 0,0 0 0,1 0 0,2 2 0,-1-2 0,1-1 0,-1 1 0,1-1 0,-1 0 0,1-1 0,-1 1 0,1-1 0,0 0 0,0 0 0,0 0 0,0-1 0,0 0 0,9 0 0,48 2 0,-40-1 0,0 0 0,-1-1 0,1-2 0,23-3 0,-42 4 0,1 0 0,-1 0 0,0 0 0,1-1 0,-1 1 0,0-1 0,0 0 0,0 0 0,0 0 0,-1 0 0,1 0 0,0-1 0,-1 1 0,1-1 0,-1 0 0,0 1 0,2-5 0,-14 10 0,-11 9 0,11-6 0,-5 0 0,1-1 0,-1 0 0,0-1 0,0 0 0,0-2 0,-1 1 0,-24-1 0,32-1 0,0 0-1365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24575,'0'-2'0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4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33 24575,'-9'0'0,"-1"0"0,1 0 0,0 1 0,0 1 0,0-1 0,-9 4 0,15-4 0,1 0 0,0 0 0,0 0 0,0 0 0,0 0 0,0 1 0,0-1 0,0 1 0,0-1 0,1 1 0,-1 0 0,0 0 0,1-1 0,0 1 0,-1 0 0,1 1 0,0-1 0,0 0 0,0 0 0,0 0 0,0 1 0,1-1 0,-1 0 0,1 1 0,-1-1 0,1 0 0,0 1 0,0 2 0,-1 6 0,0-1 0,-1 0 0,0 1 0,-6 15 0,5-19 0,0 1 0,1 0 0,0-1 0,1 1 0,-1 0 0,2 0 0,-1 0 0,2 14 0,-1-20 0,0 0 0,1 0 0,0-1 0,-1 1 0,1 0 0,0 0 0,0-1 0,0 1 0,0-1 0,0 1 0,1-1 0,-1 1 0,0-1 0,1 0 0,-1 1 0,1-1 0,-1 0 0,1 0 0,2 1 0,1 0 0,0 0 0,0 0 0,0 0 0,1-1 0,-1 0 0,11 1 0,-2-1 0,1-1 0,-1 0 0,1-1 0,20-5 0,-30 5 0,0-1 0,1 0 0,-1-1 0,0 1 0,0-1 0,0 0 0,0-1 0,-1 1 0,1-1 0,-1 1 0,0-1 0,0-1 0,0 1 0,-1-1 0,0 1 0,1-1 0,-1 0 0,-1 0 0,1 0 0,-1 0 0,0-1 0,1-6 0,-2 9 0,0 0 0,0-1 0,0 1 0,-1-1 0,0 1 0,0-1 0,0 1 0,0-1 0,0 1 0,-1 0 0,1-1 0,-1 1 0,0-1 0,0 1 0,0 0 0,-1 0 0,1-1 0,-1 1 0,0 0 0,0 0 0,0 1 0,0-1 0,0 0 0,0 1 0,-1-1 0,0 1 0,1 0 0,-1 0 0,0 0 0,0 0 0,0 0 0,0 1 0,0-1 0,0 1 0,-1 0 0,1 0 0,-5-1 0,5 1 0,0 0 0,1 1 0,-1-1 0,0 1 0,0-1 0,0 1 0,0 0 0,0 0 0,0 0 0,0 1 0,0-1 0,1 1 0,-1-1 0,0 1 0,0 0 0,0 0 0,1 0 0,-1 1 0,1-1 0,-1 1 0,1-1 0,-1 1 0,1 0 0,0 0 0,0 0 0,0 0 0,0 0 0,0 0 0,0 1 0,-2 4 0,1-1 0,0 1 0,0 0 0,1 0 0,0 0 0,0 0 0,1 0 0,0 0 0,0 1 0,1-1 0,0 0 0,1 12 0,-1-17 0,1-1 0,0 1 0,0 0 0,-1-1 0,1 1 0,0-1 0,0 0 0,0 1 0,1-1 0,-1 0 0,0 0 0,0 1 0,1-1 0,-1 0 0,0 0 0,1-1 0,-1 1 0,1 0 0,0 0 0,-1-1 0,1 1 0,-1-1 0,1 1 0,0-1 0,-1 0 0,1 1 0,0-1 0,0 0 0,-1 0 0,1 0 0,0-1 0,-1 1 0,3-1 0,-2 1 0,0 0 0,0 0 0,0 0 0,0 0 0,0 0 0,0-1 0,-1 1 0,1-1 0,0 1 0,0-1 0,0 0 0,-1 0 0,1 1 0,0-1 0,-1-1 0,1 1 0,0 0 0,-1 0 0,0-1 0,1 1 0,-1 0 0,0-1 0,0 1 0,0-1 0,0 0 0,0 1 0,0-1 0,0 0 0,0-2 0,0 4 0,-1-1 0,0 1 0,0-1 0,0 1 0,0-1 0,0 0 0,0 1 0,0-1 0,0 1 0,0-1 0,0 1 0,-1-1 0,1 1 0,0-1 0,0 1 0,0-1 0,-1 1 0,1-1 0,0 1 0,0-1 0,-1 1 0,1 0 0,0-1 0,-1 1 0,1 0 0,-1-1 0,1 1 0,-1 0 0,1-1 0,0 1 0,-1 0 0,1 0 0,-2-1 0,-17 6 0,-16 21 0,33-22 0,-1-1 0,1 0 0,-1 0 0,0 0 0,0-1 0,0 1 0,0-1 0,0 1 0,-1-1 0,1 0 0,-1 0 0,1 0 0,-7 1 0,8-3 0,0 1 0,1-1 0,-1 0 0,0 0 0,1-1 0,-1 1 0,0 0 0,1 0 0,-1-1 0,0 1 0,1-1 0,-1 0 0,0 1 0,1-1 0,-1 0 0,1 0 0,0 0 0,-1 0 0,1 0 0,0 0 0,-1 0 0,1-1 0,0 1 0,0 0 0,0-1 0,0 1 0,0-1 0,0 1 0,1-1 0,-1 1 0,0-1 0,1 0 0,-1 1 0,1-1 0,-1-3 0,1-2 0,-1 0 0,1 0 0,0-1 0,1 1 0,0 0 0,0 0 0,0 0 0,1 0 0,0 0 0,5-12 0,2-10 0,-6 18 0,6-23 0,-9 33 0,0 0 0,1 0 0,-1 0 0,1 1 0,-1-1 0,1 0 0,-1 0 0,1 0 0,0 1 0,-1-1 0,1 0 0,0 0 0,0 1 0,-1-1 0,1 1 0,0-1 0,0 1 0,0-1 0,0 1 0,0-1 0,0 1 0,0 0 0,0 0 0,0-1 0,0 1 0,0 0 0,0 0 0,1 0 0,-47 23 0,41-21 0,0-1 0,0 1 0,0 1 0,1-1 0,-1 0 0,1 1 0,0 0 0,0 0 0,0 0 0,0 0 0,0 0 0,1 1 0,-1-1 0,1 1 0,0-1 0,0 1 0,0 0 0,1 0 0,-1 0 0,0 5 0,1-3 0,-1 1 0,1-1 0,1 1 0,-1 0 0,1 0 0,0-1 0,1 1 0,0 0 0,0-1 0,0 1 0,1 0 0,3 8 0,-3-11 0,0-1 0,1 1 0,0-1 0,-1 1 0,1-1 0,1 0 0,-1 0 0,0 0 0,1 0 0,0-1 0,-1 1 0,1-1 0,0 0 0,0 0 0,0 0 0,1-1 0,-1 0 0,0 1 0,0-1 0,1-1 0,4 1 0,-1 1 0,0 0 0,1 1 0,-2-1 0,13 7 0,-19-9 0,-1 1 0,1-1 0,-1 0 0,0 0 0,1 0 0,-1 1 0,0-1 0,1 0 0,-1 0 0,0 1 0,0-1 0,1 0 0,-1 1 0,0-1 0,0 0 0,1 1 0,-1-1 0,0 0 0,0 1 0,0-1 0,0 0 0,1 1 0,-1-1 0,0 1 0,0-1 0,0 0 0,0 1 0,0-1 0,0 1 0,0-1 0,0 0 0,0 1 0,0-1 0,0 1 0,-1-1 0,1 0 0,0 1 0,0-1 0,0 1 0,0-1 0,-1 0 0,1 1 0,0-1 0,0 0 0,-1 0 0,1 1 0,0-1 0,0 0 0,-1 1 0,1-1 0,0 0 0,-1 1 0,-3 5 0,17-1 0,-5-3 0,1-1 0,0-1 0,-1 1 0,1-2 0,0 1 0,-1-1 0,1 0 0,-1-1 0,1 0 0,-1 0 0,15-7 0,-18 6 0,0 0 0,0 0 0,0 0 0,0-1 0,0 1 0,-1-1 0,1 0 0,-1-1 0,0 1 0,-1-1 0,1 0 0,-1 0 0,0 0 0,0 0 0,0-1 0,-1 1 0,3-11 0,-4 15 0,-1 1 0,0 0 0,0-1 0,0 1 0,0-1 0,0 1 0,0-1 0,0 1 0,0 0 0,0-1 0,0 1 0,0-1 0,0 1 0,0-1 0,-1 1 0,1 0 0,0-1 0,0 1 0,0-1 0,0 1 0,-1 0 0,1-1 0,0 1 0,-1 0 0,1-1 0,0 1 0,0 0 0,-1-1 0,1 1 0,0 0 0,-1 0 0,1-1 0,-1 1 0,-19-4 0,-20 9 0,38-5 0,-1 1 0,1 0 0,-1 0 0,1 0 0,-1 0 0,1 0 0,0 0 0,0 1 0,-1-1 0,1 1 0,0 0 0,1-1 0,-1 1 0,0 0 0,0 0 0,1 0 0,-3 5 0,3-6 0,1-1 0,0 1 0,0-1 0,0 1 0,0-1 0,0 1 0,0-1 0,0 1 0,0-1 0,0 1 0,0 0 0,0-1 0,0 1 0,0-1 0,0 1 0,1-1 0,-1 1 0,0-1 0,0 1 0,1-1 0,-1 1 0,0-1 0,1 1 0,-1-1 0,0 1 0,1-1 0,-1 0 0,1 1 0,1 0 0,0 0 0,0 0 0,0 0 0,0 0 0,0-1 0,0 1 0,0-1 0,0 1 0,1-1 0,-1 0 0,4 0 0,-4 0 0,0 0 0,0 0 0,0 0 0,0 0 0,-1 0 0,1-1 0,0 1 0,0-1 0,0 1 0,0-1 0,-1 0 0,1 0 0,0 1 0,-1-1 0,1-1 0,-1 1 0,1 0 0,-1 0 0,1 0 0,-1-1 0,2-2 0,-1 1 0,-1 0 0,1 0 0,-1 0 0,0 0 0,0-1 0,0 1 0,0 0 0,0-1 0,-1 1 0,0-1 0,1-3 0,-2-12 0,-1 0 0,-1 1 0,-8-31 0,8 35 0,2 10 0,0-1 0,1 1 0,-2-1 0,1 1 0,-1 0 0,1 0 0,-1 0 0,0 0 0,-1 0 0,1 0 0,-1 0 0,1 0 0,-1 1 0,0 0 0,0-1 0,-1 1 0,1 0 0,-1 1 0,0-1 0,1 1 0,-1-1 0,0 1 0,0 0 0,-1 1 0,1-1 0,0 1 0,-1-1 0,1 1 0,0 1 0,-1-1 0,-8 0 0,75 3 0,-58-2 0,0 0 0,0 1 0,1-1 0,-1 1 0,0 0 0,0 1 0,0-1 0,0 0 0,0 1 0,0 0 0,0 0 0,-1 0 0,1 1 0,-1-1 0,1 1 0,-1 0 0,0 0 0,0 0 0,0 0 0,-1 0 0,1 1 0,3 6 0,-5-6 0,0 1 0,0-1 0,-1 1 0,1-1 0,-1 1 0,0 0 0,0-1 0,-1 1 0,1 0 0,-1-1 0,0 1 0,0-1 0,-1 0 0,1 1 0,-1-1 0,0 0 0,0 0 0,-1 0 0,1 0 0,-1 0 0,0-1 0,-5 6 0,4-4 0,-1-1 0,1 0 0,-1 0 0,0 0 0,0-1 0,-1 1 0,1-1 0,-1 0 0,0-1 0,0 0 0,0 1 0,0-2 0,0 1 0,0-1 0,0 0 0,-8 0 0,11-1 0,0-1 0,0 0 0,0 0 0,0 0 0,1 0 0,-1-1 0,0 1 0,1-1 0,-1 0 0,1 1 0,-1-1 0,1 0 0,0 0 0,0-1 0,0 1 0,0 0 0,0-1 0,1 1 0,-3-5 0,2 5 0,1 0 0,-1-1 0,1 1 0,0 0 0,0-1 0,0 1 0,0 0 0,0-1 0,1 0 0,-1 1 0,1-1 0,0 1 0,-1-1 0,1 0 0,0 1 0,1-1 0,-1 1 0,0-1 0,1 0 0,-1 1 0,1-1 0,2-4 0,-3 7 0,0 0 0,0-1 0,0 1 0,0 0 0,0-1 0,0 1 0,1-1 0,-1 1 0,0 0 0,0-1 0,0 1 0,1 0 0,-1 0 0,0-1 0,0 1 0,1 0 0,-1-1 0,0 1 0,1 0 0,-1 0 0,0 0 0,1-1 0,-1 1 0,0 0 0,1 0 0,-1 0 0,0 0 0,1 0 0,-1 0 0,1 0 0,-1 0 0,0 0 0,1 0 0,-1 0 0,1 0 0,-1 0 0,0 0 0,1 0 0,-1 0 0,0 0 0,1 0 0,-1 0 0,0 1 0,1-1 0,-1 0 0,0 0 0,1 0 0,-1 1 0,0-1 0,1 0 0,-1 0 0,0 1 0,0-1 0,1 0 0,-1 1 0,0-1 0,0 0 0,0 1 0,1-1 0,-1 0 0,0 1 0,0-1 0,0 0 0,0 1 0,1 1 0,-1-1 0,0 1 0,1-1 0,-1 1 0,0-1 0,0 1 0,0-1 0,0 1 0,0 0 0,-1-1 0,1 1 0,0-1 0,-1 1 0,1-1 0,-1 1 0,1-1 0,-2 3 0,-2 0 0,0 0 0,0 1 0,0-1 0,-1-1 0,0 1 0,1-1 0,-1 1 0,0-1 0,-1-1 0,-9 5 0,-24 13 0,38-19 2,0 0-1,0 0 1,-1-1 0,1 2-1,0-1 1,0 0-1,0 0 1,0 0 0,1 0-1,-1 1 1,0-1-1,0 0 1,1 1 0,-1-1-1,0 0 1,1 1-1,0-1 1,-1 1 0,1-1-1,0 1 1,0-1-1,0 1 1,0 1 0,10 35-189,-3-17-1030,-5-9-5609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5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309 123 24575,'-62'2'0,"37"0"0,0-1 0,0-1 0,-43-7 0,62 5 0,-1-1 0,1 1 0,-1-1 0,1-1 0,0 1 0,1-1 0,-1 0 0,1-1 0,-6-4 0,7 6 0,1 0 0,0-1 0,-1 1 0,2 0 0,-1-1 0,0 0 0,1 0 0,-1 0 0,1 0 0,0 0 0,1 0 0,-1 0 0,1 0 0,-2-9 0,3 12 0,0 0 0,1 0 0,-1 0 0,1 0 0,-1 0 0,1 1 0,-1-1 0,1 0 0,0 0 0,-1 0 0,1 1 0,0-1 0,-1 0 0,1 1 0,0-1 0,0 1 0,0-1 0,0 1 0,0-1 0,-1 1 0,1 0 0,0-1 0,0 1 0,0 0 0,0 0 0,0 0 0,0 0 0,0 0 0,0 0 0,0 0 0,2 0 0,41 1 0,-34 0 0,85-2 0,39 3 0,-132-2 0,0 0 0,0 1 0,0-1 0,0 0 0,0 1 0,0 0 0,0-1 0,0 1 0,0 0 0,0 0 0,0 0 0,-1 0 0,1 1 0,0-1 0,-1 0 0,1 1 0,-1-1 0,0 1 0,1-1 0,-1 1 0,0 0 0,0-1 0,0 1 0,0 0 0,0 0 0,0 0 0,-1 0 0,1 0 0,-1 0 0,1 0 0,-1 0 0,0 0 0,0 0 0,1 0 0,-2 3 0,1-2 0,0 1 0,0-1 0,-1 0 0,0 1 0,1-1 0,-1 0 0,0 0 0,-1 1 0,1-1 0,0 0 0,-1 0 0,0 0 0,0 0 0,0-1 0,0 1 0,0 0 0,0-1 0,-1 0 0,1 1 0,-1-1 0,-3 2 0,-10 4 0,-1-1 0,0-1 0,0 0 0,-1-1 0,1-1 0,-1-1 0,0 0 0,0-1 0,-33-1 0,46-3 0,0 1 0,0-1 0,0 0 0,0 0 0,1 0 0,-1-1 0,1 0 0,-1 0 0,1 0 0,0 0 0,-6-7 0,8 8 0,0 0 0,1 1 0,-1-1 0,1 0 0,0 0 0,-1 0 0,1 0 0,0 0 0,0 0 0,1-1 0,-1 1 0,-1-4 0,2 4 0,0 1 0,0 0 0,1 0 0,-1-1 0,0 1 0,0 0 0,1 0 0,-1 0 0,1-1 0,-1 1 0,1 0 0,-1 0 0,1 0 0,0 0 0,-1 0 0,1 0 0,0 0 0,0 0 0,0 0 0,0 0 0,0 1 0,0-1 0,0 0 0,0 0 0,1 0 0,7-1 0,-1-1 0,0 1 0,1 1 0,-1 0 0,1 0 0,0 1 0,-1-1 0,1 2 0,-1 0 0,11 1 0,19 1 0,9-5 0,-30 1 0,-1 0 0,1 1 0,0 1 0,25 4 0,-45-2 0,-15 3 0,-20 2 0,-6 5 0,43-12 0,1-1 0,-1 0 0,0 1 0,1-1 0,-1 0 0,0 1 0,1-1 0,-1 1 0,1-1 0,-1 1 0,1-1 0,-1 1 0,1 0 0,-1-1 0,1 1 0,-1 0 0,1-1 0,0 1 0,-1 0 0,1-1 0,0 2 0,0-1 0,0 0 0,1 0 0,-1-1 0,1 1 0,-1 0 0,1 0 0,-1 0 0,1-1 0,-1 1 0,1 0 0,0-1 0,-1 1 0,1 0 0,0-1 0,0 1 0,0-1 0,-1 1 0,1-1 0,0 0 0,0 1 0,0-1 0,2 1 0,-1 0 0,1-1 0,0 1 0,0 0 0,-1-1 0,1 0 0,0 1 0,0-1 0,0 0 0,-1-1 0,1 1 0,0 0 0,0-1 0,-1 0 0,1 1 0,0-1 0,-1 0 0,4-2 0,18-4 0,-61 17 0,-58 25 0,75-28 0,20-7 0,1 0 0,-1 1 0,0-1 0,0 0 0,0 0 0,0 0 0,0 0 0,0 0 0,0 0 0,0 0 0,0 0 0,0 0 0,0 0 0,0 0 0,0 0 0,0 0 0,0 0 0,0 0 0,0 1 0,0-1 0,0 0 0,0 0 0,0 0 0,0 0 0,0 0 0,0 0 0,0 0 0,0 0 0,0 0 0,0 0 0,0 0 0,0 0 0,0 1 0,0-1 0,0 0 0,0 0 0,0 0 0,0 0 0,0 0 0,0 0 0,0 0 0,0 0 0,0 0 0,0 0 0,-1 0 0,1 0 0,15 1 0,21-6 0,-29 3 0,0 0 0,0 0 0,0-1 0,-1 0 0,1-1 0,-1 0 0,0 0 0,0 0 0,0 0 0,0-1 0,-1 0 0,1 0 0,-1-1 0,-1 1 0,6-9 0,11-14-1365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6:0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24575,'-3'3'0,"0"0"0,0-1 0,0 1 0,-1-1 0,1 0 0,-1 0 0,0 0 0,1 0 0,-1 0 0,-6 1 0,1 1 0,-50 13 119,48-15-490,1 0 0,0 1 0,-19 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9773D-0B00-42C4-9283-EC7ED65880FF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A23D8-3BF0-4934-B638-A14C439F7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5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099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036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480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17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489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989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각자 필요한 </a:t>
            </a:r>
            <a:r>
              <a:rPr lang="ko-KR" altLang="en-US" dirty="0" err="1"/>
              <a:t>컬럼명</a:t>
            </a:r>
            <a:r>
              <a:rPr lang="ko-KR" altLang="en-US" dirty="0"/>
              <a:t> </a:t>
            </a:r>
            <a:r>
              <a:rPr lang="ko-KR" altLang="en-US" dirty="0" err="1"/>
              <a:t>추출후</a:t>
            </a:r>
            <a:r>
              <a:rPr lang="ko-KR" altLang="en-US" dirty="0"/>
              <a:t> 다시 저장한 파일들 불러옴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650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팀원들 각자 만들기</a:t>
            </a:r>
            <a:r>
              <a:rPr lang="en-US" altLang="ko-KR" dirty="0"/>
              <a:t>-DB</a:t>
            </a:r>
            <a:r>
              <a:rPr lang="ko-KR" altLang="en-US" dirty="0"/>
              <a:t>는 공용이 안됨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51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8" Type="http://schemas.openxmlformats.org/officeDocument/2006/relationships/customXml" Target="../ink/ink4.xml"/><Relationship Id="rId26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customXml" Target="../ink/ink6.xml"/><Relationship Id="rId7" Type="http://schemas.openxmlformats.org/officeDocument/2006/relationships/image" Target="../media/image16.png"/><Relationship Id="rId17" Type="http://schemas.openxmlformats.org/officeDocument/2006/relationships/image" Target="../media/image160.png"/><Relationship Id="rId25" Type="http://schemas.openxmlformats.org/officeDocument/2006/relationships/customXml" Target="../ink/ink8.xm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3.xml"/><Relationship Id="rId20" Type="http://schemas.openxmlformats.org/officeDocument/2006/relationships/customXml" Target="../ink/ink5.xml"/><Relationship Id="rId29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24" Type="http://schemas.openxmlformats.org/officeDocument/2006/relationships/image" Target="../media/image23.png"/><Relationship Id="rId5" Type="http://schemas.openxmlformats.org/officeDocument/2006/relationships/image" Target="../media/image7.svg"/><Relationship Id="rId15" Type="http://schemas.openxmlformats.org/officeDocument/2006/relationships/image" Target="../media/image20.png"/><Relationship Id="rId23" Type="http://schemas.openxmlformats.org/officeDocument/2006/relationships/customXml" Target="../ink/ink7.xml"/><Relationship Id="rId28" Type="http://schemas.openxmlformats.org/officeDocument/2006/relationships/image" Target="../media/image18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22" Type="http://schemas.openxmlformats.org/officeDocument/2006/relationships/image" Target="../media/image22.png"/><Relationship Id="rId27" Type="http://schemas.openxmlformats.org/officeDocument/2006/relationships/customXml" Target="../ink/ink9.xml"/><Relationship Id="rId30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4.png"/><Relationship Id="rId5" Type="http://schemas.openxmlformats.org/officeDocument/2006/relationships/image" Target="../media/image70.PNG"/><Relationship Id="rId10" Type="http://schemas.openxmlformats.org/officeDocument/2006/relationships/customXml" Target="../ink/ink12.xml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1.png"/><Relationship Id="rId13" Type="http://schemas.openxmlformats.org/officeDocument/2006/relationships/customXml" Target="../ink/ink17.xml"/><Relationship Id="rId18" Type="http://schemas.openxmlformats.org/officeDocument/2006/relationships/image" Target="../media/image170.png"/><Relationship Id="rId26" Type="http://schemas.openxmlformats.org/officeDocument/2006/relationships/customXml" Target="../ink/ink25.xml"/><Relationship Id="rId3" Type="http://schemas.openxmlformats.org/officeDocument/2006/relationships/image" Target="../media/image6.png"/><Relationship Id="rId21" Type="http://schemas.openxmlformats.org/officeDocument/2006/relationships/customXml" Target="../ink/ink22.xml"/><Relationship Id="rId7" Type="http://schemas.openxmlformats.org/officeDocument/2006/relationships/customXml" Target="../ink/ink14.xml"/><Relationship Id="rId12" Type="http://schemas.openxmlformats.org/officeDocument/2006/relationships/image" Target="../media/image620.png"/><Relationship Id="rId17" Type="http://schemas.openxmlformats.org/officeDocument/2006/relationships/customXml" Target="../ink/ink19.xml"/><Relationship Id="rId25" Type="http://schemas.openxmlformats.org/officeDocument/2006/relationships/image" Target="../media/image660.PNG"/><Relationship Id="rId2" Type="http://schemas.openxmlformats.org/officeDocument/2006/relationships/image" Target="../media/image1.png"/><Relationship Id="rId16" Type="http://schemas.openxmlformats.org/officeDocument/2006/relationships/image" Target="../media/image640.png"/><Relationship Id="rId20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1.png"/><Relationship Id="rId11" Type="http://schemas.openxmlformats.org/officeDocument/2006/relationships/customXml" Target="../ink/ink16.xml"/><Relationship Id="rId24" Type="http://schemas.openxmlformats.org/officeDocument/2006/relationships/customXml" Target="../ink/ink24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23" Type="http://schemas.openxmlformats.org/officeDocument/2006/relationships/image" Target="../media/image650.PNG"/><Relationship Id="rId10" Type="http://schemas.openxmlformats.org/officeDocument/2006/relationships/image" Target="../media/image610.png"/><Relationship Id="rId19" Type="http://schemas.openxmlformats.org/officeDocument/2006/relationships/customXml" Target="../ink/ink20.xml"/><Relationship Id="rId4" Type="http://schemas.openxmlformats.org/officeDocument/2006/relationships/image" Target="../media/image7.svg"/><Relationship Id="rId9" Type="http://schemas.openxmlformats.org/officeDocument/2006/relationships/customXml" Target="../ink/ink15.xml"/><Relationship Id="rId14" Type="http://schemas.openxmlformats.org/officeDocument/2006/relationships/image" Target="../media/image630.png"/><Relationship Id="rId22" Type="http://schemas.openxmlformats.org/officeDocument/2006/relationships/customXml" Target="../ink/ink23.xml"/><Relationship Id="rId27" Type="http://schemas.openxmlformats.org/officeDocument/2006/relationships/image" Target="../media/image6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05495" y="1315441"/>
            <a:ext cx="9009410" cy="6082798"/>
            <a:chOff x="0" y="0"/>
            <a:chExt cx="3286657" cy="221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6657" cy="2219021"/>
            </a:xfrm>
            <a:custGeom>
              <a:avLst/>
              <a:gdLst/>
              <a:ahLst/>
              <a:cxnLst/>
              <a:rect l="l" t="t" r="r" b="b"/>
              <a:pathLst>
                <a:path w="3286657" h="2219021">
                  <a:moveTo>
                    <a:pt x="0" y="0"/>
                  </a:moveTo>
                  <a:lnTo>
                    <a:pt x="3286657" y="0"/>
                  </a:lnTo>
                  <a:lnTo>
                    <a:pt x="3286657" y="2219021"/>
                  </a:lnTo>
                  <a:lnTo>
                    <a:pt x="0" y="22190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2156129" y="8872350"/>
            <a:ext cx="6662470" cy="1611106"/>
          </a:xfrm>
          <a:custGeom>
            <a:avLst/>
            <a:gdLst/>
            <a:ahLst/>
            <a:cxnLst/>
            <a:rect l="l" t="t" r="r" b="b"/>
            <a:pathLst>
              <a:path w="6662470" h="1611106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 flipH="1">
            <a:off x="14791434" y="-196457"/>
            <a:ext cx="5652695" cy="1366924"/>
          </a:xfrm>
          <a:custGeom>
            <a:avLst/>
            <a:gdLst/>
            <a:ahLst/>
            <a:cxnLst/>
            <a:rect l="l" t="t" r="r" b="b"/>
            <a:pathLst>
              <a:path w="5652695" h="1366924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10261150" y="1315441"/>
            <a:ext cx="7087021" cy="7701883"/>
            <a:chOff x="0" y="0"/>
            <a:chExt cx="2585364" cy="28096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5364" cy="2809668"/>
            </a:xfrm>
            <a:custGeom>
              <a:avLst/>
              <a:gdLst/>
              <a:ahLst/>
              <a:cxnLst/>
              <a:rect l="l" t="t" r="r" b="b"/>
              <a:pathLst>
                <a:path w="2585364" h="2809668">
                  <a:moveTo>
                    <a:pt x="0" y="0"/>
                  </a:moveTo>
                  <a:lnTo>
                    <a:pt x="2585364" y="0"/>
                  </a:lnTo>
                  <a:lnTo>
                    <a:pt x="2585364" y="2809668"/>
                  </a:lnTo>
                  <a:lnTo>
                    <a:pt x="0" y="2809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0692016" y="4401714"/>
            <a:ext cx="6225288" cy="3893634"/>
          </a:xfrm>
          <a:custGeom>
            <a:avLst/>
            <a:gdLst/>
            <a:ahLst/>
            <a:cxnLst/>
            <a:rect l="l" t="t" r="r" b="b"/>
            <a:pathLst>
              <a:path w="6225288" h="3893634">
                <a:moveTo>
                  <a:pt x="0" y="0"/>
                </a:moveTo>
                <a:lnTo>
                  <a:pt x="6225288" y="0"/>
                </a:lnTo>
                <a:lnTo>
                  <a:pt x="6225288" y="3893634"/>
                </a:lnTo>
                <a:lnTo>
                  <a:pt x="0" y="3893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100246" y="3001723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 rot="-203414">
            <a:off x="11173930" y="3499519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8D5F44E-14D8-4711-B3FD-A3ED89433A94}"/>
              </a:ext>
            </a:extLst>
          </p:cNvPr>
          <p:cNvGrpSpPr/>
          <p:nvPr/>
        </p:nvGrpSpPr>
        <p:grpSpPr>
          <a:xfrm>
            <a:off x="905495" y="8090431"/>
            <a:ext cx="9009410" cy="926893"/>
            <a:chOff x="905495" y="8090431"/>
            <a:chExt cx="9009410" cy="926893"/>
          </a:xfrm>
        </p:grpSpPr>
        <p:grpSp>
          <p:nvGrpSpPr>
            <p:cNvPr id="12" name="Group 12"/>
            <p:cNvGrpSpPr/>
            <p:nvPr/>
          </p:nvGrpSpPr>
          <p:grpSpPr>
            <a:xfrm>
              <a:off x="905495" y="8090431"/>
              <a:ext cx="9009410" cy="926893"/>
              <a:chOff x="0" y="0"/>
              <a:chExt cx="3286657" cy="3381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286657" cy="338133"/>
              </a:xfrm>
              <a:custGeom>
                <a:avLst/>
                <a:gdLst/>
                <a:ahLst/>
                <a:cxnLst/>
                <a:rect l="l" t="t" r="r" b="b"/>
                <a:pathLst>
                  <a:path w="3286657" h="338133">
                    <a:moveTo>
                      <a:pt x="0" y="0"/>
                    </a:moveTo>
                    <a:lnTo>
                      <a:pt x="3286657" y="0"/>
                    </a:lnTo>
                    <a:lnTo>
                      <a:pt x="3286657" y="338133"/>
                    </a:lnTo>
                    <a:lnTo>
                      <a:pt x="0" y="33813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175106" y="8389849"/>
              <a:ext cx="8616278" cy="614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 err="1">
                  <a:solidFill>
                    <a:srgbClr val="000000"/>
                  </a:solidFill>
                  <a:latin typeface="Arita Dotum Medium"/>
                  <a:ea typeface="Arita Dotum Medium"/>
                </a:rPr>
                <a:t>팀명</a:t>
              </a:r>
              <a:r>
                <a:rPr lang="en-US" sz="1800" dirty="0">
                  <a:solidFill>
                    <a:srgbClr val="000000"/>
                  </a:solidFill>
                  <a:latin typeface="Arita Dotum Medium"/>
                  <a:ea typeface="Arita Dotum Medium"/>
                </a:rPr>
                <a:t> : </a:t>
              </a:r>
              <a:r>
                <a:rPr lang="en-US" sz="1800" dirty="0" err="1">
                  <a:solidFill>
                    <a:srgbClr val="000000"/>
                  </a:solidFill>
                  <a:latin typeface="Arita Dotum Medium"/>
                  <a:ea typeface="Arita Dotum Medium"/>
                </a:rPr>
                <a:t>불사조</a:t>
              </a:r>
              <a:r>
                <a:rPr lang="en-US" sz="1800" dirty="0">
                  <a:solidFill>
                    <a:srgbClr val="000000"/>
                  </a:solidFill>
                  <a:latin typeface="Arita Dotum Medium"/>
                  <a:ea typeface="Arita Dotum Medium"/>
                </a:rPr>
                <a:t>                                                          </a:t>
              </a:r>
              <a:r>
                <a:rPr lang="en-US" sz="1800" dirty="0" err="1">
                  <a:solidFill>
                    <a:srgbClr val="000000"/>
                  </a:solidFill>
                  <a:latin typeface="Arita Dotum Medium"/>
                  <a:ea typeface="Arita Dotum Medium"/>
                </a:rPr>
                <a:t>팀원</a:t>
              </a:r>
              <a:r>
                <a:rPr lang="en-US" sz="1800" dirty="0">
                  <a:solidFill>
                    <a:srgbClr val="000000"/>
                  </a:solidFill>
                  <a:latin typeface="Arita Dotum Medium"/>
                  <a:ea typeface="Arita Dotum Medium"/>
                </a:rPr>
                <a:t>  : </a:t>
              </a:r>
              <a:r>
                <a:rPr lang="en-US" sz="1800" dirty="0" err="1">
                  <a:solidFill>
                    <a:srgbClr val="000000"/>
                  </a:solidFill>
                  <a:latin typeface="Arita Dotum Medium"/>
                  <a:ea typeface="Arita Dotum Medium"/>
                </a:rPr>
                <a:t>지선영</a:t>
              </a:r>
              <a:r>
                <a:rPr lang="en-US" sz="1800" dirty="0">
                  <a:solidFill>
                    <a:srgbClr val="000000"/>
                  </a:solidFill>
                  <a:latin typeface="Arita Dotum Medium"/>
                  <a:ea typeface="Arita Dotum Medium"/>
                </a:rPr>
                <a:t>, </a:t>
              </a:r>
              <a:r>
                <a:rPr lang="en-US" altLang="ko-KR" sz="1800" dirty="0" err="1">
                  <a:solidFill>
                    <a:srgbClr val="000000"/>
                  </a:solidFill>
                  <a:latin typeface="Arita Dotum Medium"/>
                  <a:ea typeface="Arita Dotum Medium"/>
                </a:rPr>
                <a:t>김주희</a:t>
              </a:r>
              <a:r>
                <a:rPr lang="en-US" altLang="ko-KR" dirty="0">
                  <a:solidFill>
                    <a:srgbClr val="000000"/>
                  </a:solidFill>
                  <a:latin typeface="Arita Dotum Medium"/>
                  <a:ea typeface="Arita Dotum Medium"/>
                </a:rPr>
                <a:t>, </a:t>
              </a:r>
              <a:r>
                <a:rPr lang="en-US" altLang="ko-KR" sz="1800" dirty="0" err="1">
                  <a:solidFill>
                    <a:srgbClr val="000000"/>
                  </a:solidFill>
                  <a:latin typeface="Arita Dotum Medium"/>
                  <a:ea typeface="Arita Dotum Medium"/>
                </a:rPr>
                <a:t>윤상혁</a:t>
              </a:r>
              <a:r>
                <a:rPr lang="en-US" altLang="ko-KR" sz="1800" dirty="0">
                  <a:solidFill>
                    <a:srgbClr val="000000"/>
                  </a:solidFill>
                  <a:latin typeface="Arita Dotum Medium"/>
                  <a:ea typeface="Arita Dotum Medium"/>
                </a:rPr>
                <a:t>,</a:t>
              </a:r>
              <a:r>
                <a:rPr lang="en-US" altLang="ko-KR" dirty="0">
                  <a:solidFill>
                    <a:srgbClr val="000000"/>
                  </a:solidFill>
                  <a:latin typeface="Arita Dotum Medium"/>
                  <a:ea typeface="Arita Dotum Medium"/>
                </a:rPr>
                <a:t> </a:t>
              </a:r>
              <a:r>
                <a:rPr lang="en-US" sz="1800" dirty="0" err="1">
                  <a:solidFill>
                    <a:srgbClr val="000000"/>
                  </a:solidFill>
                  <a:latin typeface="Arita Dotum Medium"/>
                  <a:ea typeface="Arita Dotum Medium"/>
                </a:rPr>
                <a:t>장무옥</a:t>
              </a:r>
              <a:endParaRPr lang="en-US" sz="1800" dirty="0">
                <a:solidFill>
                  <a:srgbClr val="000000"/>
                </a:solidFill>
                <a:latin typeface="Arita Dotum Medium"/>
                <a:ea typeface="Arita Dotum Medium"/>
              </a:endParaRPr>
            </a:p>
            <a:p>
              <a:pPr>
                <a:lnSpc>
                  <a:spcPts val="2520"/>
                </a:lnSpc>
                <a:spcBef>
                  <a:spcPct val="0"/>
                </a:spcBef>
              </a:pPr>
              <a:endParaRPr lang="en-US" dirty="0">
                <a:solidFill>
                  <a:srgbClr val="000000"/>
                </a:solidFill>
                <a:latin typeface="Arita Dotum Medium"/>
                <a:ea typeface="Arita Dotum Medium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690344" y="1991652"/>
            <a:ext cx="2228632" cy="1815322"/>
          </a:xfrm>
          <a:custGeom>
            <a:avLst/>
            <a:gdLst/>
            <a:ahLst/>
            <a:cxnLst/>
            <a:rect l="l" t="t" r="r" b="b"/>
            <a:pathLst>
              <a:path w="2228632" h="1815322">
                <a:moveTo>
                  <a:pt x="0" y="0"/>
                </a:moveTo>
                <a:lnTo>
                  <a:pt x="2228632" y="0"/>
                </a:lnTo>
                <a:lnTo>
                  <a:pt x="2228632" y="1815322"/>
                </a:lnTo>
                <a:lnTo>
                  <a:pt x="0" y="18153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437079" y="2889761"/>
            <a:ext cx="7946241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ko-KR" altLang="en-US" sz="6000" spc="72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파이썬 활용</a:t>
            </a:r>
            <a:endParaRPr lang="en-US" altLang="ko-KR" sz="6000" spc="72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  <a:p>
            <a:pPr>
              <a:lnSpc>
                <a:spcPts val="7200"/>
              </a:lnSpc>
            </a:pPr>
            <a:r>
              <a:rPr lang="ko-KR" altLang="en-US" sz="6000" spc="72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외부 </a:t>
            </a:r>
            <a:r>
              <a:rPr lang="en-US" altLang="ko-KR" sz="6000" spc="72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API</a:t>
            </a:r>
            <a:r>
              <a:rPr lang="ko-KR" altLang="en-US" sz="6000" spc="72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데이터 </a:t>
            </a:r>
            <a:endParaRPr lang="en-US" altLang="ko-KR" sz="6000" spc="72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  <a:p>
            <a:pPr>
              <a:lnSpc>
                <a:spcPts val="7200"/>
              </a:lnSpc>
            </a:pPr>
            <a:r>
              <a:rPr lang="ko-KR" altLang="en-US" sz="6000" spc="72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데이터 베이스 저장</a:t>
            </a:r>
            <a:endParaRPr lang="en-US" sz="6000" spc="72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37079" y="6071144"/>
            <a:ext cx="7946241" cy="85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799" dirty="0" err="1">
                <a:solidFill>
                  <a:srgbClr val="000000"/>
                </a:solidFill>
                <a:ea typeface="Arita Dotum Medium"/>
              </a:rPr>
              <a:t>서울특별시</a:t>
            </a:r>
            <a:r>
              <a:rPr lang="en-US" sz="27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799" dirty="0" err="1">
                <a:solidFill>
                  <a:srgbClr val="000000"/>
                </a:solidFill>
                <a:ea typeface="Arita Dotum Medium"/>
              </a:rPr>
              <a:t>서초구</a:t>
            </a:r>
            <a:r>
              <a:rPr lang="en-US" sz="27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799" dirty="0" err="1">
                <a:solidFill>
                  <a:srgbClr val="000000"/>
                </a:solidFill>
                <a:ea typeface="Arita Dotum Medium"/>
              </a:rPr>
              <a:t>다중</a:t>
            </a:r>
            <a:r>
              <a:rPr lang="en-US" sz="27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799" dirty="0" err="1">
                <a:solidFill>
                  <a:srgbClr val="000000"/>
                </a:solidFill>
                <a:ea typeface="Arita Dotum Medium"/>
              </a:rPr>
              <a:t>이용</a:t>
            </a:r>
            <a:r>
              <a:rPr lang="en-US" sz="27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799" dirty="0" err="1">
                <a:solidFill>
                  <a:srgbClr val="000000"/>
                </a:solidFill>
                <a:ea typeface="Arita Dotum Medium"/>
              </a:rPr>
              <a:t>시설</a:t>
            </a:r>
            <a:r>
              <a:rPr lang="en-US" sz="27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799" dirty="0">
                <a:solidFill>
                  <a:srgbClr val="000000"/>
                </a:solidFill>
                <a:ea typeface="Arita Dotum Medium"/>
              </a:rPr>
              <a:t>실시간 </a:t>
            </a:r>
            <a:r>
              <a:rPr lang="ko-KR" altLang="en-US" sz="2799" dirty="0" err="1">
                <a:solidFill>
                  <a:srgbClr val="000000"/>
                </a:solidFill>
                <a:ea typeface="Arita Dotum Medium"/>
              </a:rPr>
              <a:t>공기질</a:t>
            </a:r>
            <a:r>
              <a:rPr lang="ko-KR" altLang="en-US" sz="2799" dirty="0">
                <a:solidFill>
                  <a:srgbClr val="000000"/>
                </a:solidFill>
                <a:ea typeface="Arita Dotum Medium"/>
              </a:rPr>
              <a:t> 측정</a:t>
            </a:r>
            <a:endParaRPr lang="en-US" altLang="ko-KR" sz="2799" dirty="0">
              <a:solidFill>
                <a:srgbClr val="000000"/>
              </a:solidFill>
              <a:ea typeface="Arita Dotum Medium"/>
            </a:endParaRPr>
          </a:p>
          <a:p>
            <a:pPr>
              <a:lnSpc>
                <a:spcPts val="3359"/>
              </a:lnSpc>
            </a:pPr>
            <a:r>
              <a:rPr lang="ko-KR" altLang="en-US" sz="2799" dirty="0">
                <a:solidFill>
                  <a:srgbClr val="000000"/>
                </a:solidFill>
                <a:ea typeface="Arita Dotum Medium"/>
              </a:rPr>
              <a:t>데이터 가공 및 데이터베이스에 저장하기</a:t>
            </a:r>
            <a:r>
              <a:rPr lang="en-US" sz="2799" dirty="0">
                <a:solidFill>
                  <a:srgbClr val="000000"/>
                </a:solidFill>
                <a:ea typeface="Arita Dotum Medium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7079" y="1972602"/>
            <a:ext cx="299431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4500" spc="54">
                <a:solidFill>
                  <a:srgbClr val="003EA8"/>
                </a:solidFill>
                <a:latin typeface="Arita Dotum Bold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67714" y="657204"/>
            <a:ext cx="3778953" cy="1907038"/>
            <a:chOff x="0" y="0"/>
            <a:chExt cx="1378572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8572" cy="695693"/>
            </a:xfrm>
            <a:custGeom>
              <a:avLst/>
              <a:gdLst/>
              <a:ahLst/>
              <a:cxnLst/>
              <a:rect l="l" t="t" r="r" b="b"/>
              <a:pathLst>
                <a:path w="1378572" h="695693">
                  <a:moveTo>
                    <a:pt x="0" y="0"/>
                  </a:moveTo>
                  <a:lnTo>
                    <a:pt x="1378572" y="0"/>
                  </a:lnTo>
                  <a:lnTo>
                    <a:pt x="1378572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Freeform 5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915398"/>
            <a:ext cx="309629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003EA8"/>
                </a:solidFill>
                <a:ea typeface="Arita Dotum Bold"/>
              </a:rPr>
              <a:t>목차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68421" y="2818058"/>
            <a:ext cx="12929470" cy="6745738"/>
            <a:chOff x="0" y="0"/>
            <a:chExt cx="4716706" cy="24608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16706" cy="2460863"/>
            </a:xfrm>
            <a:custGeom>
              <a:avLst/>
              <a:gdLst/>
              <a:ahLst/>
              <a:cxnLst/>
              <a:rect l="l" t="t" r="r" b="b"/>
              <a:pathLst>
                <a:path w="4716706" h="2460863">
                  <a:moveTo>
                    <a:pt x="0" y="0"/>
                  </a:moveTo>
                  <a:lnTo>
                    <a:pt x="4716706" y="0"/>
                  </a:lnTo>
                  <a:lnTo>
                    <a:pt x="471670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444" y="6103998"/>
            <a:ext cx="4791997" cy="4775719"/>
            <a:chOff x="0" y="0"/>
            <a:chExt cx="6389330" cy="6367625"/>
          </a:xfrm>
        </p:grpSpPr>
        <p:sp>
          <p:nvSpPr>
            <p:cNvPr id="10" name="Freeform 10"/>
            <p:cNvSpPr/>
            <p:nvPr/>
          </p:nvSpPr>
          <p:spPr>
            <a:xfrm>
              <a:off x="0" y="338421"/>
              <a:ext cx="6389330" cy="6029204"/>
            </a:xfrm>
            <a:custGeom>
              <a:avLst/>
              <a:gdLst/>
              <a:ahLst/>
              <a:cxnLst/>
              <a:rect l="l" t="t" r="r" b="b"/>
              <a:pathLst>
                <a:path w="6389330" h="6029204">
                  <a:moveTo>
                    <a:pt x="0" y="0"/>
                  </a:moveTo>
                  <a:lnTo>
                    <a:pt x="6389330" y="0"/>
                  </a:lnTo>
                  <a:lnTo>
                    <a:pt x="6389330" y="6029204"/>
                  </a:lnTo>
                  <a:lnTo>
                    <a:pt x="0" y="6029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Freeform 11"/>
            <p:cNvSpPr/>
            <p:nvPr/>
          </p:nvSpPr>
          <p:spPr>
            <a:xfrm rot="-203414">
              <a:off x="1228888" y="24588"/>
              <a:ext cx="868401" cy="1245020"/>
            </a:xfrm>
            <a:custGeom>
              <a:avLst/>
              <a:gdLst/>
              <a:ahLst/>
              <a:cxnLst/>
              <a:rect l="l" t="t" r="r" b="b"/>
              <a:pathLst>
                <a:path w="868401" h="1245020">
                  <a:moveTo>
                    <a:pt x="0" y="0"/>
                  </a:moveTo>
                  <a:lnTo>
                    <a:pt x="868401" y="0"/>
                  </a:lnTo>
                  <a:lnTo>
                    <a:pt x="868401" y="1245019"/>
                  </a:lnTo>
                  <a:lnTo>
                    <a:pt x="0" y="124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93394" y="3465739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 dirty="0">
                <a:solidFill>
                  <a:srgbClr val="003EA8"/>
                </a:solidFill>
                <a:latin typeface="Arita Dotum Bold"/>
              </a:rPr>
              <a:t>1.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63642" y="3483669"/>
            <a:ext cx="766091" cy="796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 dirty="0">
                <a:solidFill>
                  <a:srgbClr val="003EA8"/>
                </a:solidFill>
                <a:latin typeface="Arita Dotum Bold"/>
              </a:rPr>
              <a:t>2.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A94F43E6-C41A-46C2-8ADD-870914614A3E}"/>
              </a:ext>
            </a:extLst>
          </p:cNvPr>
          <p:cNvSpPr txBox="1"/>
          <p:nvPr/>
        </p:nvSpPr>
        <p:spPr>
          <a:xfrm>
            <a:off x="3096793" y="7862634"/>
            <a:ext cx="4932679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28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3</a:t>
            </a: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차 프로젝트 예상 산출물 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74BBB59E-EDBB-45C3-A1B3-8CB7B530484C}"/>
              </a:ext>
            </a:extLst>
          </p:cNvPr>
          <p:cNvSpPr txBox="1"/>
          <p:nvPr/>
        </p:nvSpPr>
        <p:spPr>
          <a:xfrm>
            <a:off x="2193394" y="7757667"/>
            <a:ext cx="766091" cy="79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 dirty="0">
                <a:solidFill>
                  <a:srgbClr val="003EA8"/>
                </a:solidFill>
                <a:latin typeface="Arita Dotum Bold"/>
              </a:rPr>
              <a:t>5.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12BE771-EBE0-47AA-B959-532A8CCF5C83}"/>
              </a:ext>
            </a:extLst>
          </p:cNvPr>
          <p:cNvSpPr txBox="1"/>
          <p:nvPr/>
        </p:nvSpPr>
        <p:spPr>
          <a:xfrm>
            <a:off x="3068508" y="3612064"/>
            <a:ext cx="4932679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개요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A1DD9EB1-D154-4DE3-BCED-92499D7F5A1C}"/>
              </a:ext>
            </a:extLst>
          </p:cNvPr>
          <p:cNvSpPr txBox="1"/>
          <p:nvPr/>
        </p:nvSpPr>
        <p:spPr>
          <a:xfrm>
            <a:off x="9572367" y="3569520"/>
            <a:ext cx="4932679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팀 구성 및 역할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F7F7EE3-781E-45F8-BA14-6DE05439E0D6}"/>
              </a:ext>
            </a:extLst>
          </p:cNvPr>
          <p:cNvGrpSpPr/>
          <p:nvPr/>
        </p:nvGrpSpPr>
        <p:grpSpPr>
          <a:xfrm>
            <a:off x="2153277" y="5610705"/>
            <a:ext cx="12313375" cy="829673"/>
            <a:chOff x="2137197" y="4987425"/>
            <a:chExt cx="12313375" cy="829673"/>
          </a:xfrm>
        </p:grpSpPr>
        <p:sp>
          <p:nvSpPr>
            <p:cNvPr id="18" name="TextBox 18"/>
            <p:cNvSpPr txBox="1"/>
            <p:nvPr/>
          </p:nvSpPr>
          <p:spPr>
            <a:xfrm>
              <a:off x="8463642" y="4987425"/>
              <a:ext cx="766091" cy="828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599"/>
                </a:lnSpc>
                <a:spcBef>
                  <a:spcPct val="0"/>
                </a:spcBef>
              </a:pPr>
              <a:r>
                <a:rPr lang="en-US" sz="5499" dirty="0">
                  <a:solidFill>
                    <a:srgbClr val="003EA8"/>
                  </a:solidFill>
                  <a:latin typeface="Arita Dotum Bold"/>
                </a:rPr>
                <a:t>4.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7197" y="4988423"/>
              <a:ext cx="766091" cy="828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599"/>
                </a:lnSpc>
                <a:spcBef>
                  <a:spcPct val="0"/>
                </a:spcBef>
              </a:pPr>
              <a:r>
                <a:rPr lang="en-US" sz="5499" dirty="0">
                  <a:solidFill>
                    <a:srgbClr val="003EA8"/>
                  </a:solidFill>
                  <a:latin typeface="Arita Dotum Bold"/>
                </a:rPr>
                <a:t>3.</a:t>
              </a:r>
            </a:p>
          </p:txBody>
        </p:sp>
        <p:sp>
          <p:nvSpPr>
            <p:cNvPr id="32" name="TextBox 12">
              <a:extLst>
                <a:ext uri="{FF2B5EF4-FFF2-40B4-BE49-F238E27FC236}">
                  <a16:creationId xmlns:a16="http://schemas.microsoft.com/office/drawing/2014/main" id="{056BA582-C8A4-4546-A560-A423CEB9B38E}"/>
                </a:ext>
              </a:extLst>
            </p:cNvPr>
            <p:cNvSpPr txBox="1"/>
            <p:nvPr/>
          </p:nvSpPr>
          <p:spPr>
            <a:xfrm>
              <a:off x="3072758" y="5135475"/>
              <a:ext cx="4932679" cy="5345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550"/>
                </a:lnSpc>
              </a:pPr>
              <a:r>
                <a:rPr lang="ko-KR" altLang="en-US" sz="2800" dirty="0">
                  <a:solidFill>
                    <a:srgbClr val="003EA8"/>
                  </a:solidFill>
                  <a:ea typeface="Arita Dotum Bold"/>
                </a:rPr>
                <a:t>프로젝트 수행 절차</a:t>
              </a:r>
              <a:endParaRPr lang="en-US" sz="2800" dirty="0">
                <a:solidFill>
                  <a:srgbClr val="003EA8"/>
                </a:solidFill>
                <a:ea typeface="Arita Dotum Bold"/>
              </a:endParaRPr>
            </a:p>
          </p:txBody>
        </p: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6A11175B-879A-4862-BD64-B1C5DCF3D922}"/>
                </a:ext>
              </a:extLst>
            </p:cNvPr>
            <p:cNvSpPr txBox="1"/>
            <p:nvPr/>
          </p:nvSpPr>
          <p:spPr>
            <a:xfrm>
              <a:off x="9517893" y="5133964"/>
              <a:ext cx="4932679" cy="5345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550"/>
                </a:lnSpc>
              </a:pPr>
              <a:r>
                <a:rPr lang="ko-KR" altLang="en-US" sz="2800" dirty="0">
                  <a:solidFill>
                    <a:srgbClr val="003EA8"/>
                  </a:solidFill>
                  <a:ea typeface="Arita Dotum Bold"/>
                </a:rPr>
                <a:t>프로젝트 수행결과</a:t>
              </a:r>
              <a:endParaRPr lang="en-US" sz="2800" dirty="0">
                <a:solidFill>
                  <a:srgbClr val="003EA8"/>
                </a:solidFill>
                <a:ea typeface="Arita Dotum 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65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52" name="Group 17">
            <a:extLst>
              <a:ext uri="{FF2B5EF4-FFF2-40B4-BE49-F238E27FC236}">
                <a16:creationId xmlns:a16="http://schemas.microsoft.com/office/drawing/2014/main" id="{0BD910D1-1328-4389-99A4-35DE3483A0CF}"/>
              </a:ext>
            </a:extLst>
          </p:cNvPr>
          <p:cNvGrpSpPr/>
          <p:nvPr/>
        </p:nvGrpSpPr>
        <p:grpSpPr>
          <a:xfrm>
            <a:off x="8336515" y="6353336"/>
            <a:ext cx="8313051" cy="2210076"/>
            <a:chOff x="0" y="0"/>
            <a:chExt cx="2189446" cy="582078"/>
          </a:xfrm>
        </p:grpSpPr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870BA34E-D4A3-42B9-BDB9-68F70FDACA7B}"/>
                </a:ext>
              </a:extLst>
            </p:cNvPr>
            <p:cNvSpPr/>
            <p:nvPr/>
          </p:nvSpPr>
          <p:spPr>
            <a:xfrm>
              <a:off x="0" y="0"/>
              <a:ext cx="2189445" cy="582078"/>
            </a:xfrm>
            <a:custGeom>
              <a:avLst/>
              <a:gdLst/>
              <a:ahLst/>
              <a:cxnLst/>
              <a:rect l="l" t="t" r="r" b="b"/>
              <a:pathLst>
                <a:path w="2189445" h="582078">
                  <a:moveTo>
                    <a:pt x="83817" y="0"/>
                  </a:moveTo>
                  <a:lnTo>
                    <a:pt x="2105629" y="0"/>
                  </a:lnTo>
                  <a:cubicBezTo>
                    <a:pt x="2151919" y="0"/>
                    <a:pt x="2189445" y="37526"/>
                    <a:pt x="2189445" y="83817"/>
                  </a:cubicBezTo>
                  <a:lnTo>
                    <a:pt x="2189445" y="498261"/>
                  </a:lnTo>
                  <a:cubicBezTo>
                    <a:pt x="2189445" y="520491"/>
                    <a:pt x="2180615" y="541810"/>
                    <a:pt x="2164896" y="557528"/>
                  </a:cubicBezTo>
                  <a:cubicBezTo>
                    <a:pt x="2149177" y="573247"/>
                    <a:pt x="2127858" y="582078"/>
                    <a:pt x="2105629" y="582078"/>
                  </a:cubicBezTo>
                  <a:lnTo>
                    <a:pt x="83817" y="582078"/>
                  </a:lnTo>
                  <a:cubicBezTo>
                    <a:pt x="61587" y="582078"/>
                    <a:pt x="40268" y="573247"/>
                    <a:pt x="24549" y="557528"/>
                  </a:cubicBezTo>
                  <a:cubicBezTo>
                    <a:pt x="8831" y="541810"/>
                    <a:pt x="0" y="520491"/>
                    <a:pt x="0" y="498261"/>
                  </a:cubicBezTo>
                  <a:lnTo>
                    <a:pt x="0" y="83817"/>
                  </a:lnTo>
                  <a:cubicBezTo>
                    <a:pt x="0" y="61587"/>
                    <a:pt x="8831" y="40268"/>
                    <a:pt x="24549" y="24549"/>
                  </a:cubicBezTo>
                  <a:cubicBezTo>
                    <a:pt x="40268" y="8831"/>
                    <a:pt x="61587" y="0"/>
                    <a:pt x="8381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CCCCCC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19">
              <a:extLst>
                <a:ext uri="{FF2B5EF4-FFF2-40B4-BE49-F238E27FC236}">
                  <a16:creationId xmlns:a16="http://schemas.microsoft.com/office/drawing/2014/main" id="{F20923A6-6030-4C40-A626-A7EC8D014E5C}"/>
                </a:ext>
              </a:extLst>
            </p:cNvPr>
            <p:cNvSpPr txBox="1"/>
            <p:nvPr/>
          </p:nvSpPr>
          <p:spPr>
            <a:xfrm>
              <a:off x="0" y="-28575"/>
              <a:ext cx="2189446" cy="610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Arita Dotum Medium"/>
                </a:rPr>
                <a:t>       </a:t>
              </a:r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1028700" y="437749"/>
            <a:ext cx="16230600" cy="1909230"/>
            <a:chOff x="0" y="0"/>
            <a:chExt cx="5920967" cy="696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3672560" y="9258300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8" y="0"/>
                </a:lnTo>
                <a:lnTo>
                  <a:pt x="573798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3030010" y="-384900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7" y="0"/>
                </a:lnTo>
                <a:lnTo>
                  <a:pt x="573797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-794909" y="0"/>
            <a:ext cx="3927179" cy="1392364"/>
          </a:xfrm>
          <a:custGeom>
            <a:avLst/>
            <a:gdLst/>
            <a:ahLst/>
            <a:cxnLst/>
            <a:rect l="l" t="t" r="r" b="b"/>
            <a:pathLst>
              <a:path w="3927179" h="1392364">
                <a:moveTo>
                  <a:pt x="0" y="0"/>
                </a:moveTo>
                <a:lnTo>
                  <a:pt x="3927179" y="0"/>
                </a:lnTo>
                <a:lnTo>
                  <a:pt x="3927179" y="1392364"/>
                </a:lnTo>
                <a:lnTo>
                  <a:pt x="0" y="1392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3515013"/>
            <a:ext cx="3770345" cy="1033365"/>
            <a:chOff x="0" y="0"/>
            <a:chExt cx="993013" cy="2721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3013" cy="272162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993013" cy="30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995940"/>
            <a:ext cx="3770345" cy="1033365"/>
            <a:chOff x="0" y="0"/>
            <a:chExt cx="993013" cy="2721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3013" cy="272162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993013" cy="30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5960859" y="4025821"/>
            <a:ext cx="1474444" cy="117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5972102" y="7452500"/>
            <a:ext cx="146320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2373999" y="686657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dirty="0" err="1">
                <a:solidFill>
                  <a:srgbClr val="003EA8"/>
                </a:solidFill>
                <a:ea typeface="Arita Dotum Bold"/>
              </a:rPr>
              <a:t>프로젝트</a:t>
            </a:r>
            <a:r>
              <a:rPr lang="en-US" sz="900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9000" dirty="0" err="1">
                <a:solidFill>
                  <a:srgbClr val="003EA8"/>
                </a:solidFill>
                <a:ea typeface="Arita Dotum Bold"/>
              </a:rPr>
              <a:t>개요</a:t>
            </a:r>
            <a:endParaRPr lang="en-US" sz="90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D86AF0FF-033E-4898-9624-DDDC01BA2735}"/>
              </a:ext>
            </a:extLst>
          </p:cNvPr>
          <p:cNvSpPr txBox="1"/>
          <p:nvPr/>
        </p:nvSpPr>
        <p:spPr>
          <a:xfrm>
            <a:off x="1593403" y="3710162"/>
            <a:ext cx="3077733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데이터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6A6731A-80AD-4A49-844E-EC30AAF8153D}"/>
              </a:ext>
            </a:extLst>
          </p:cNvPr>
          <p:cNvSpPr txBox="1"/>
          <p:nvPr/>
        </p:nvSpPr>
        <p:spPr>
          <a:xfrm>
            <a:off x="1791064" y="7221886"/>
            <a:ext cx="2245613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 목적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8336515" y="2969992"/>
            <a:ext cx="8313051" cy="2210076"/>
            <a:chOff x="0" y="0"/>
            <a:chExt cx="2189446" cy="5820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89445" cy="582078"/>
            </a:xfrm>
            <a:custGeom>
              <a:avLst/>
              <a:gdLst/>
              <a:ahLst/>
              <a:cxnLst/>
              <a:rect l="l" t="t" r="r" b="b"/>
              <a:pathLst>
                <a:path w="2189445" h="582078">
                  <a:moveTo>
                    <a:pt x="83817" y="0"/>
                  </a:moveTo>
                  <a:lnTo>
                    <a:pt x="2105629" y="0"/>
                  </a:lnTo>
                  <a:cubicBezTo>
                    <a:pt x="2151919" y="0"/>
                    <a:pt x="2189445" y="37526"/>
                    <a:pt x="2189445" y="83817"/>
                  </a:cubicBezTo>
                  <a:lnTo>
                    <a:pt x="2189445" y="498261"/>
                  </a:lnTo>
                  <a:cubicBezTo>
                    <a:pt x="2189445" y="520491"/>
                    <a:pt x="2180615" y="541810"/>
                    <a:pt x="2164896" y="557528"/>
                  </a:cubicBezTo>
                  <a:cubicBezTo>
                    <a:pt x="2149177" y="573247"/>
                    <a:pt x="2127858" y="582078"/>
                    <a:pt x="2105629" y="582078"/>
                  </a:cubicBezTo>
                  <a:lnTo>
                    <a:pt x="83817" y="582078"/>
                  </a:lnTo>
                  <a:cubicBezTo>
                    <a:pt x="61587" y="582078"/>
                    <a:pt x="40268" y="573247"/>
                    <a:pt x="24549" y="557528"/>
                  </a:cubicBezTo>
                  <a:cubicBezTo>
                    <a:pt x="8831" y="541810"/>
                    <a:pt x="0" y="520491"/>
                    <a:pt x="0" y="498261"/>
                  </a:cubicBezTo>
                  <a:lnTo>
                    <a:pt x="0" y="83817"/>
                  </a:lnTo>
                  <a:cubicBezTo>
                    <a:pt x="0" y="61587"/>
                    <a:pt x="8831" y="40268"/>
                    <a:pt x="24549" y="24549"/>
                  </a:cubicBezTo>
                  <a:cubicBezTo>
                    <a:pt x="40268" y="8831"/>
                    <a:pt x="61587" y="0"/>
                    <a:pt x="8381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CCCCCC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2189446" cy="610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Arita Dotum Medium"/>
                </a:rPr>
                <a:t>       </a:t>
              </a:r>
            </a:p>
          </p:txBody>
        </p:sp>
      </p:grpSp>
      <p:sp>
        <p:nvSpPr>
          <p:cNvPr id="50" name="TextBox 12">
            <a:extLst>
              <a:ext uri="{FF2B5EF4-FFF2-40B4-BE49-F238E27FC236}">
                <a16:creationId xmlns:a16="http://schemas.microsoft.com/office/drawing/2014/main" id="{F5AF03AE-D79E-447C-9DDF-75C3C32BD009}"/>
              </a:ext>
            </a:extLst>
          </p:cNvPr>
          <p:cNvSpPr txBox="1"/>
          <p:nvPr/>
        </p:nvSpPr>
        <p:spPr>
          <a:xfrm>
            <a:off x="9648600" y="3431948"/>
            <a:ext cx="6400800" cy="1689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000" dirty="0">
                <a:solidFill>
                  <a:srgbClr val="003EA8"/>
                </a:solidFill>
                <a:ea typeface="Arita Dotum Bold"/>
              </a:rPr>
              <a:t>서울특별시 서초구 다중 이용시설 실시간 </a:t>
            </a:r>
            <a:r>
              <a:rPr lang="ko-KR" altLang="en-US" sz="2000" dirty="0" err="1">
                <a:solidFill>
                  <a:srgbClr val="003EA8"/>
                </a:solidFill>
                <a:ea typeface="Arita Dotum Bold"/>
              </a:rPr>
              <a:t>공기질</a:t>
            </a:r>
            <a:r>
              <a:rPr lang="ko-KR" altLang="en-US" sz="2000" dirty="0">
                <a:solidFill>
                  <a:srgbClr val="003EA8"/>
                </a:solidFill>
                <a:ea typeface="Arita Dotum Bold"/>
              </a:rPr>
              <a:t> 측정 </a:t>
            </a:r>
            <a:endParaRPr lang="en-US" altLang="ko-KR" sz="2000" dirty="0">
              <a:solidFill>
                <a:srgbClr val="003EA8"/>
              </a:solidFill>
              <a:ea typeface="Arita Dotum Bold"/>
            </a:endParaRPr>
          </a:p>
          <a:p>
            <a:pPr>
              <a:lnSpc>
                <a:spcPts val="4550"/>
              </a:lnSpc>
            </a:pPr>
            <a:r>
              <a:rPr lang="ko-KR" altLang="en-US" sz="2000" dirty="0">
                <a:solidFill>
                  <a:srgbClr val="003EA8"/>
                </a:solidFill>
                <a:ea typeface="Arita Dotum Bold"/>
              </a:rPr>
              <a:t>데이터를 수집 및 가공하여 저장한</a:t>
            </a:r>
            <a:r>
              <a:rPr lang="ko-KR" alt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 </a:t>
            </a:r>
            <a:r>
              <a:rPr lang="en-US" altLang="ko-KR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Xlsx </a:t>
            </a:r>
            <a:r>
              <a:rPr lang="ko-KR" altLang="en-US" sz="2000" dirty="0">
                <a:solidFill>
                  <a:srgbClr val="003EA8"/>
                </a:solidFill>
                <a:ea typeface="Arita Dotum Bold"/>
              </a:rPr>
              <a:t>파일과 </a:t>
            </a:r>
            <a:r>
              <a:rPr lang="en-US" altLang="ko-KR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CSV</a:t>
            </a:r>
            <a:r>
              <a:rPr lang="en-US" altLang="ko-KR" sz="200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2000" dirty="0">
                <a:solidFill>
                  <a:srgbClr val="003EA8"/>
                </a:solidFill>
                <a:ea typeface="Arita Dotum Bold"/>
              </a:rPr>
              <a:t>파일 </a:t>
            </a:r>
            <a:endParaRPr lang="en-US" altLang="ko-KR" sz="2000" dirty="0">
              <a:solidFill>
                <a:srgbClr val="003EA8"/>
              </a:solidFill>
              <a:ea typeface="Arita Dotum Bold"/>
            </a:endParaRPr>
          </a:p>
          <a:p>
            <a:pPr>
              <a:lnSpc>
                <a:spcPts val="4550"/>
              </a:lnSpc>
            </a:pPr>
            <a:endParaRPr lang="en-US" sz="20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51" name="TextBox 12">
            <a:extLst>
              <a:ext uri="{FF2B5EF4-FFF2-40B4-BE49-F238E27FC236}">
                <a16:creationId xmlns:a16="http://schemas.microsoft.com/office/drawing/2014/main" id="{28F88DD5-47C0-47DE-9F26-38E2E4E5C1EA}"/>
              </a:ext>
            </a:extLst>
          </p:cNvPr>
          <p:cNvSpPr txBox="1"/>
          <p:nvPr/>
        </p:nvSpPr>
        <p:spPr>
          <a:xfrm>
            <a:off x="9292638" y="6552207"/>
            <a:ext cx="6400800" cy="1689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Xlsx </a:t>
            </a:r>
            <a:r>
              <a:rPr lang="ko-KR" alt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파일과 </a:t>
            </a:r>
            <a:r>
              <a:rPr lang="en-US" altLang="ko-KR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CSV</a:t>
            </a:r>
            <a:r>
              <a:rPr lang="ko-KR" alt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파일에 저장된 데이터를 가공하여</a:t>
            </a:r>
            <a:endParaRPr lang="en-US" altLang="ko-KR" sz="2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  <a:p>
            <a:pPr algn="ctr">
              <a:lnSpc>
                <a:spcPts val="4550"/>
              </a:lnSpc>
            </a:pPr>
            <a:r>
              <a:rPr 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DB</a:t>
            </a:r>
            <a:r>
              <a:rPr lang="ko-KR" alt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에 저장하기 및 저장한 데이터를 기반으로 결과치 준비</a:t>
            </a:r>
            <a:endParaRPr lang="en-US" altLang="ko-KR" sz="2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  <a:p>
            <a:pPr algn="ctr">
              <a:lnSpc>
                <a:spcPts val="4550"/>
              </a:lnSpc>
            </a:pPr>
            <a:r>
              <a:rPr 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(</a:t>
            </a:r>
            <a:r>
              <a:rPr lang="ko-KR" altLang="en-US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지도 및 그래프 표 작성하기</a:t>
            </a:r>
            <a:r>
              <a:rPr lang="en-US" altLang="ko-KR" sz="2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)</a:t>
            </a:r>
            <a:endParaRPr lang="en-US" sz="2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20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05495" y="657204"/>
            <a:ext cx="16776876" cy="1907038"/>
            <a:chOff x="0" y="0"/>
            <a:chExt cx="612025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20250" cy="695693"/>
            </a:xfrm>
            <a:custGeom>
              <a:avLst/>
              <a:gdLst/>
              <a:ahLst/>
              <a:cxnLst/>
              <a:rect l="l" t="t" r="r" b="b"/>
              <a:pathLst>
                <a:path w="6120250" h="695693">
                  <a:moveTo>
                    <a:pt x="0" y="0"/>
                  </a:moveTo>
                  <a:lnTo>
                    <a:pt x="6120250" y="0"/>
                  </a:lnTo>
                  <a:lnTo>
                    <a:pt x="612025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609600" y="2933700"/>
            <a:ext cx="16776876" cy="5695273"/>
            <a:chOff x="1567053" y="-288145"/>
            <a:chExt cx="6120250" cy="2077651"/>
          </a:xfrm>
        </p:grpSpPr>
        <p:sp>
          <p:nvSpPr>
            <p:cNvPr id="7" name="Freeform 7"/>
            <p:cNvSpPr/>
            <p:nvPr/>
          </p:nvSpPr>
          <p:spPr>
            <a:xfrm>
              <a:off x="1567053" y="-288145"/>
              <a:ext cx="6120250" cy="2077651"/>
            </a:xfrm>
            <a:custGeom>
              <a:avLst/>
              <a:gdLst/>
              <a:ahLst/>
              <a:cxnLst/>
              <a:rect l="l" t="t" r="r" b="b"/>
              <a:pathLst>
                <a:path w="6120250" h="2077651">
                  <a:moveTo>
                    <a:pt x="0" y="0"/>
                  </a:moveTo>
                  <a:lnTo>
                    <a:pt x="6120250" y="0"/>
                  </a:lnTo>
                  <a:lnTo>
                    <a:pt x="6120250" y="2077651"/>
                  </a:lnTo>
                  <a:lnTo>
                    <a:pt x="0" y="2077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854192" y="6622441"/>
            <a:ext cx="3410533" cy="109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실시간 데이터 저장</a:t>
            </a:r>
            <a:r>
              <a:rPr lang="en-US" altLang="ko-KR" sz="2200" dirty="0">
                <a:solidFill>
                  <a:srgbClr val="000000"/>
                </a:solidFill>
                <a:ea typeface="Arita Dotum Medium"/>
              </a:rPr>
              <a:t>(</a:t>
            </a: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실행</a:t>
            </a:r>
            <a:r>
              <a:rPr lang="en-US" altLang="ko-KR" sz="2200" dirty="0">
                <a:solidFill>
                  <a:srgbClr val="000000"/>
                </a:solidFill>
                <a:ea typeface="Arita Dotum Medium"/>
              </a:rPr>
              <a:t>), </a:t>
            </a:r>
          </a:p>
          <a:p>
            <a:pPr algn="ctr">
              <a:lnSpc>
                <a:spcPts val="2859"/>
              </a:lnSpc>
            </a:pP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위도</a:t>
            </a:r>
            <a:r>
              <a:rPr lang="en-US" altLang="ko-KR" sz="2200" dirty="0">
                <a:solidFill>
                  <a:srgbClr val="000000"/>
                </a:solidFill>
                <a:ea typeface="Arita Dotum Medium"/>
              </a:rPr>
              <a:t>, </a:t>
            </a: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경도 데이터 저장 및 데이터 기반 지도</a:t>
            </a:r>
            <a:r>
              <a:rPr lang="en-US" altLang="ko-KR" sz="2200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만들기</a:t>
            </a:r>
            <a:endParaRPr lang="en-US" sz="2200" dirty="0">
              <a:solidFill>
                <a:srgbClr val="000000"/>
              </a:solidFill>
              <a:ea typeface="Arita Dotum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11820" y="6647868"/>
            <a:ext cx="3410533" cy="109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ko-KR" altLang="en-US" sz="2200" dirty="0" err="1">
                <a:solidFill>
                  <a:srgbClr val="000000"/>
                </a:solidFill>
                <a:ea typeface="Arita Dotum Medium"/>
              </a:rPr>
              <a:t>결측치</a:t>
            </a: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 제거 및 </a:t>
            </a:r>
            <a:endParaRPr lang="en-US" altLang="ko-KR" sz="2200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미세먼지</a:t>
            </a:r>
            <a:r>
              <a:rPr lang="en-US" altLang="ko-KR" sz="2200" dirty="0">
                <a:solidFill>
                  <a:srgbClr val="000000"/>
                </a:solidFill>
                <a:ea typeface="Arita Dotum Medium"/>
              </a:rPr>
              <a:t>, </a:t>
            </a: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초미세먼지</a:t>
            </a:r>
            <a:endParaRPr lang="en-US" altLang="ko-KR" sz="2200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200" dirty="0">
                <a:solidFill>
                  <a:srgbClr val="000000"/>
                </a:solidFill>
                <a:ea typeface="Arita Dotum Medium"/>
              </a:rPr>
              <a:t>통합 실내 지수 데이터 저장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4264" y="6203600"/>
            <a:ext cx="3601923" cy="1466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endParaRPr lang="en-US" sz="1100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서초구  모든 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데이터의 평균값 및 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각 위치의 데시벨 데이터 저장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926284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 dirty="0" err="1">
                <a:solidFill>
                  <a:srgbClr val="003EA8"/>
                </a:solidFill>
                <a:ea typeface="Arita Dotum Bold"/>
              </a:rPr>
              <a:t>장무옥</a:t>
            </a:r>
            <a:endParaRPr lang="en-US" sz="35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74145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>
                <a:solidFill>
                  <a:srgbClr val="003EA8"/>
                </a:solidFill>
                <a:ea typeface="Arita Dotum Bold"/>
              </a:rPr>
              <a:t>지선영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56822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>
                <a:solidFill>
                  <a:srgbClr val="003EA8"/>
                </a:solidFill>
                <a:ea typeface="Arita Dotum Bold"/>
              </a:rPr>
              <a:t>윤상혁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30640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 dirty="0" err="1">
                <a:solidFill>
                  <a:srgbClr val="003EA8"/>
                </a:solidFill>
                <a:ea typeface="Arita Dotum Bold"/>
              </a:rPr>
              <a:t>김주희</a:t>
            </a:r>
            <a:endParaRPr lang="en-US" sz="35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5411330" y="915398"/>
            <a:ext cx="746818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dirty="0">
                <a:solidFill>
                  <a:srgbClr val="003EA8"/>
                </a:solidFill>
                <a:ea typeface="Arita Dotum Bold"/>
              </a:rPr>
              <a:t>팀 </a:t>
            </a:r>
            <a:r>
              <a:rPr lang="en-US" sz="9000" dirty="0" err="1">
                <a:solidFill>
                  <a:srgbClr val="003EA8"/>
                </a:solidFill>
                <a:ea typeface="Arita Dotum Bold"/>
              </a:rPr>
              <a:t>구성</a:t>
            </a:r>
            <a:r>
              <a:rPr lang="en-US" sz="9000" dirty="0">
                <a:solidFill>
                  <a:srgbClr val="003EA8"/>
                </a:solidFill>
                <a:ea typeface="Arita Dotum Bold"/>
              </a:rPr>
              <a:t> 및 </a:t>
            </a:r>
            <a:r>
              <a:rPr lang="en-US" sz="9000" dirty="0" err="1">
                <a:solidFill>
                  <a:srgbClr val="003EA8"/>
                </a:solidFill>
                <a:ea typeface="Arita Dotum Bold"/>
              </a:rPr>
              <a:t>역할</a:t>
            </a:r>
            <a:endParaRPr lang="en-US" sz="9000" dirty="0">
              <a:solidFill>
                <a:srgbClr val="003EA8"/>
              </a:solidFill>
              <a:ea typeface="Arita Dotum Bold"/>
            </a:endParaRPr>
          </a:p>
        </p:txBody>
      </p:sp>
      <p:grpSp>
        <p:nvGrpSpPr>
          <p:cNvPr id="73" name="Group 73"/>
          <p:cNvGrpSpPr/>
          <p:nvPr/>
        </p:nvGrpSpPr>
        <p:grpSpPr>
          <a:xfrm>
            <a:off x="3197869" y="3890010"/>
            <a:ext cx="85725" cy="82868"/>
            <a:chOff x="0" y="0"/>
            <a:chExt cx="114300" cy="110490"/>
          </a:xfrm>
        </p:grpSpPr>
        <p:sp>
          <p:nvSpPr>
            <p:cNvPr id="74" name="Freeform 74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6E5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1289997" y="6507480"/>
            <a:ext cx="111442" cy="108585"/>
            <a:chOff x="0" y="0"/>
            <a:chExt cx="148590" cy="144780"/>
          </a:xfrm>
        </p:grpSpPr>
        <p:sp>
          <p:nvSpPr>
            <p:cNvPr id="104" name="Freeform 104"/>
            <p:cNvSpPr/>
            <p:nvPr/>
          </p:nvSpPr>
          <p:spPr>
            <a:xfrm>
              <a:off x="45720" y="45720"/>
              <a:ext cx="50800" cy="52070"/>
            </a:xfrm>
            <a:custGeom>
              <a:avLst/>
              <a:gdLst/>
              <a:ahLst/>
              <a:cxnLst/>
              <a:rect l="l" t="t" r="r" b="b"/>
              <a:pathLst>
                <a:path w="50800" h="52070">
                  <a:moveTo>
                    <a:pt x="50800" y="17780"/>
                  </a:moveTo>
                  <a:cubicBezTo>
                    <a:pt x="29210" y="52070"/>
                    <a:pt x="8890" y="45720"/>
                    <a:pt x="5080" y="38100"/>
                  </a:cubicBezTo>
                  <a:cubicBezTo>
                    <a:pt x="0" y="31750"/>
                    <a:pt x="3810" y="10160"/>
                    <a:pt x="11430" y="5080"/>
                  </a:cubicBezTo>
                  <a:cubicBezTo>
                    <a:pt x="17780" y="0"/>
                    <a:pt x="44450" y="7620"/>
                    <a:pt x="44450" y="76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1061397" y="6297930"/>
            <a:ext cx="85725" cy="82868"/>
            <a:chOff x="0" y="0"/>
            <a:chExt cx="114300" cy="110490"/>
          </a:xfrm>
        </p:grpSpPr>
        <p:sp>
          <p:nvSpPr>
            <p:cNvPr id="106" name="Freeform 106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404171" y="3606059"/>
            <a:ext cx="1771650" cy="2040255"/>
            <a:chOff x="0" y="0"/>
            <a:chExt cx="2362200" cy="2720340"/>
          </a:xfrm>
        </p:grpSpPr>
        <p:grpSp>
          <p:nvGrpSpPr>
            <p:cNvPr id="108" name="Group 108"/>
            <p:cNvGrpSpPr/>
            <p:nvPr/>
          </p:nvGrpSpPr>
          <p:grpSpPr>
            <a:xfrm>
              <a:off x="0" y="0"/>
              <a:ext cx="2362200" cy="2362200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463330" y="754431"/>
              <a:ext cx="534304" cy="524648"/>
              <a:chOff x="0" y="0"/>
              <a:chExt cx="210820" cy="20701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1300192" y="760868"/>
              <a:ext cx="537523" cy="505336"/>
              <a:chOff x="0" y="0"/>
              <a:chExt cx="212090" cy="19939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157554" y="973302"/>
              <a:ext cx="614771" cy="527867"/>
              <a:chOff x="0" y="0"/>
              <a:chExt cx="242570" cy="20828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560906" y="950772"/>
              <a:ext cx="643740" cy="566491"/>
              <a:chOff x="0" y="0"/>
              <a:chExt cx="254000" cy="22352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1278165" y="829310"/>
              <a:ext cx="563880" cy="201930"/>
              <a:chOff x="0" y="0"/>
              <a:chExt cx="563880" cy="20193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48260" y="39370"/>
                <a:ext cx="46990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119380">
                    <a:moveTo>
                      <a:pt x="419100" y="110490"/>
                    </a:moveTo>
                    <a:cubicBezTo>
                      <a:pt x="222250" y="99060"/>
                      <a:pt x="78740" y="119380"/>
                      <a:pt x="39370" y="110490"/>
                    </a:cubicBezTo>
                    <a:cubicBezTo>
                      <a:pt x="25400" y="107950"/>
                      <a:pt x="19050" y="105410"/>
                      <a:pt x="13970" y="97790"/>
                    </a:cubicBezTo>
                    <a:cubicBezTo>
                      <a:pt x="6350" y="86360"/>
                      <a:pt x="2540" y="55880"/>
                      <a:pt x="8890" y="43180"/>
                    </a:cubicBezTo>
                    <a:cubicBezTo>
                      <a:pt x="13970" y="33020"/>
                      <a:pt x="31750" y="22860"/>
                      <a:pt x="44450" y="22860"/>
                    </a:cubicBezTo>
                    <a:cubicBezTo>
                      <a:pt x="55880" y="21590"/>
                      <a:pt x="74930" y="30480"/>
                      <a:pt x="81280" y="40640"/>
                    </a:cubicBezTo>
                    <a:cubicBezTo>
                      <a:pt x="88900" y="49530"/>
                      <a:pt x="92710" y="69850"/>
                      <a:pt x="88900" y="81280"/>
                    </a:cubicBezTo>
                    <a:cubicBezTo>
                      <a:pt x="83820" y="92710"/>
                      <a:pt x="69850" y="106680"/>
                      <a:pt x="58420" y="109220"/>
                    </a:cubicBezTo>
                    <a:cubicBezTo>
                      <a:pt x="45720" y="113030"/>
                      <a:pt x="26670" y="107950"/>
                      <a:pt x="17780" y="100330"/>
                    </a:cubicBezTo>
                    <a:cubicBezTo>
                      <a:pt x="7620" y="92710"/>
                      <a:pt x="0" y="73660"/>
                      <a:pt x="2540" y="62230"/>
                    </a:cubicBezTo>
                    <a:cubicBezTo>
                      <a:pt x="5080" y="48260"/>
                      <a:pt x="17780" y="33020"/>
                      <a:pt x="39370" y="22860"/>
                    </a:cubicBezTo>
                    <a:cubicBezTo>
                      <a:pt x="90170" y="0"/>
                      <a:pt x="266700" y="5080"/>
                      <a:pt x="342900" y="11430"/>
                    </a:cubicBezTo>
                    <a:cubicBezTo>
                      <a:pt x="391160" y="16510"/>
                      <a:pt x="440690" y="19050"/>
                      <a:pt x="457200" y="36830"/>
                    </a:cubicBezTo>
                    <a:cubicBezTo>
                      <a:pt x="468630" y="49530"/>
                      <a:pt x="469900" y="74930"/>
                      <a:pt x="463550" y="87630"/>
                    </a:cubicBezTo>
                    <a:cubicBezTo>
                      <a:pt x="457200" y="99060"/>
                      <a:pt x="419100" y="110490"/>
                      <a:pt x="419100" y="1104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436155" y="812800"/>
              <a:ext cx="584200" cy="205740"/>
              <a:chOff x="0" y="0"/>
              <a:chExt cx="584200" cy="20574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50800" y="45720"/>
                <a:ext cx="48641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486410" h="124460">
                    <a:moveTo>
                      <a:pt x="40640" y="21590"/>
                    </a:moveTo>
                    <a:cubicBezTo>
                      <a:pt x="247650" y="2540"/>
                      <a:pt x="337820" y="0"/>
                      <a:pt x="391160" y="10160"/>
                    </a:cubicBezTo>
                    <a:cubicBezTo>
                      <a:pt x="426720" y="16510"/>
                      <a:pt x="466090" y="25400"/>
                      <a:pt x="477520" y="43180"/>
                    </a:cubicBezTo>
                    <a:cubicBezTo>
                      <a:pt x="486410" y="53340"/>
                      <a:pt x="485140" y="72390"/>
                      <a:pt x="480060" y="83820"/>
                    </a:cubicBezTo>
                    <a:cubicBezTo>
                      <a:pt x="474980" y="95250"/>
                      <a:pt x="459740" y="107950"/>
                      <a:pt x="447040" y="109220"/>
                    </a:cubicBezTo>
                    <a:cubicBezTo>
                      <a:pt x="435610" y="111760"/>
                      <a:pt x="416560" y="104140"/>
                      <a:pt x="407670" y="96520"/>
                    </a:cubicBezTo>
                    <a:cubicBezTo>
                      <a:pt x="400050" y="90170"/>
                      <a:pt x="396240" y="80010"/>
                      <a:pt x="396240" y="71120"/>
                    </a:cubicBezTo>
                    <a:cubicBezTo>
                      <a:pt x="394970" y="59690"/>
                      <a:pt x="402590" y="40640"/>
                      <a:pt x="411480" y="31750"/>
                    </a:cubicBezTo>
                    <a:cubicBezTo>
                      <a:pt x="417830" y="25400"/>
                      <a:pt x="427990" y="20320"/>
                      <a:pt x="436880" y="21590"/>
                    </a:cubicBezTo>
                    <a:cubicBezTo>
                      <a:pt x="450850" y="22860"/>
                      <a:pt x="474980" y="39370"/>
                      <a:pt x="481330" y="50800"/>
                    </a:cubicBezTo>
                    <a:cubicBezTo>
                      <a:pt x="486410" y="59690"/>
                      <a:pt x="485140" y="71120"/>
                      <a:pt x="482600" y="80010"/>
                    </a:cubicBezTo>
                    <a:cubicBezTo>
                      <a:pt x="477520" y="90170"/>
                      <a:pt x="468630" y="102870"/>
                      <a:pt x="452120" y="107950"/>
                    </a:cubicBezTo>
                    <a:cubicBezTo>
                      <a:pt x="408940" y="124460"/>
                      <a:pt x="267970" y="91440"/>
                      <a:pt x="191770" y="92710"/>
                    </a:cubicBezTo>
                    <a:cubicBezTo>
                      <a:pt x="134620" y="93980"/>
                      <a:pt x="67310" y="115570"/>
                      <a:pt x="38100" y="109220"/>
                    </a:cubicBezTo>
                    <a:cubicBezTo>
                      <a:pt x="24130" y="106680"/>
                      <a:pt x="16510" y="101600"/>
                      <a:pt x="10160" y="93980"/>
                    </a:cubicBezTo>
                    <a:cubicBezTo>
                      <a:pt x="3810" y="86360"/>
                      <a:pt x="0" y="73660"/>
                      <a:pt x="0" y="63500"/>
                    </a:cubicBezTo>
                    <a:cubicBezTo>
                      <a:pt x="1270" y="54610"/>
                      <a:pt x="6350" y="41910"/>
                      <a:pt x="12700" y="35560"/>
                    </a:cubicBezTo>
                    <a:cubicBezTo>
                      <a:pt x="19050" y="27940"/>
                      <a:pt x="40640" y="21590"/>
                      <a:pt x="40640" y="215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733335" y="1352550"/>
              <a:ext cx="890270" cy="209550"/>
              <a:chOff x="0" y="0"/>
              <a:chExt cx="890270" cy="20955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46990" y="46990"/>
                <a:ext cx="792480" cy="123190"/>
              </a:xfrm>
              <a:custGeom>
                <a:avLst/>
                <a:gdLst/>
                <a:ahLst/>
                <a:cxnLst/>
                <a:rect l="l" t="t" r="r" b="b"/>
                <a:pathLst>
                  <a:path w="792480" h="123190">
                    <a:moveTo>
                      <a:pt x="40640" y="3810"/>
                    </a:moveTo>
                    <a:cubicBezTo>
                      <a:pt x="210820" y="58420"/>
                      <a:pt x="274320" y="58420"/>
                      <a:pt x="345440" y="60960"/>
                    </a:cubicBezTo>
                    <a:cubicBezTo>
                      <a:pt x="439420" y="64770"/>
                      <a:pt x="595630" y="73660"/>
                      <a:pt x="671830" y="60960"/>
                    </a:cubicBezTo>
                    <a:cubicBezTo>
                      <a:pt x="713740" y="53340"/>
                      <a:pt x="745490" y="21590"/>
                      <a:pt x="767080" y="26670"/>
                    </a:cubicBezTo>
                    <a:cubicBezTo>
                      <a:pt x="778510" y="30480"/>
                      <a:pt x="792480" y="45720"/>
                      <a:pt x="791210" y="54610"/>
                    </a:cubicBezTo>
                    <a:cubicBezTo>
                      <a:pt x="791210" y="62230"/>
                      <a:pt x="772160" y="77470"/>
                      <a:pt x="763270" y="77470"/>
                    </a:cubicBezTo>
                    <a:cubicBezTo>
                      <a:pt x="755650" y="77470"/>
                      <a:pt x="746760" y="69850"/>
                      <a:pt x="744220" y="63500"/>
                    </a:cubicBezTo>
                    <a:cubicBezTo>
                      <a:pt x="740410" y="58420"/>
                      <a:pt x="739140" y="45720"/>
                      <a:pt x="744220" y="40640"/>
                    </a:cubicBezTo>
                    <a:cubicBezTo>
                      <a:pt x="749300" y="33020"/>
                      <a:pt x="772160" y="26670"/>
                      <a:pt x="779780" y="30480"/>
                    </a:cubicBezTo>
                    <a:cubicBezTo>
                      <a:pt x="787400" y="35560"/>
                      <a:pt x="791210" y="55880"/>
                      <a:pt x="787400" y="67310"/>
                    </a:cubicBezTo>
                    <a:cubicBezTo>
                      <a:pt x="781050" y="81280"/>
                      <a:pt x="762000" y="92710"/>
                      <a:pt x="734060" y="101600"/>
                    </a:cubicBezTo>
                    <a:cubicBezTo>
                      <a:pt x="665480" y="123190"/>
                      <a:pt x="445770" y="113030"/>
                      <a:pt x="344170" y="111760"/>
                    </a:cubicBezTo>
                    <a:cubicBezTo>
                      <a:pt x="280670" y="110490"/>
                      <a:pt x="234950" y="107950"/>
                      <a:pt x="186690" y="101600"/>
                    </a:cubicBezTo>
                    <a:cubicBezTo>
                      <a:pt x="144780" y="95250"/>
                      <a:pt x="104140" y="87630"/>
                      <a:pt x="71120" y="73660"/>
                    </a:cubicBezTo>
                    <a:cubicBezTo>
                      <a:pt x="44450" y="63500"/>
                      <a:pt x="8890" y="48260"/>
                      <a:pt x="3810" y="33020"/>
                    </a:cubicBezTo>
                    <a:cubicBezTo>
                      <a:pt x="0" y="24130"/>
                      <a:pt x="6350" y="10160"/>
                      <a:pt x="12700" y="5080"/>
                    </a:cubicBezTo>
                    <a:cubicBezTo>
                      <a:pt x="19050" y="0"/>
                      <a:pt x="40640" y="3810"/>
                      <a:pt x="40640" y="38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913040" y="2239010"/>
              <a:ext cx="344170" cy="345440"/>
              <a:chOff x="0" y="0"/>
              <a:chExt cx="344170" cy="34544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49530" y="49530"/>
                <a:ext cx="242570" cy="248920"/>
              </a:xfrm>
              <a:custGeom>
                <a:avLst/>
                <a:gdLst/>
                <a:ahLst/>
                <a:cxnLst/>
                <a:rect l="l" t="t" r="r" b="b"/>
                <a:pathLst>
                  <a:path w="242570" h="248920">
                    <a:moveTo>
                      <a:pt x="1270" y="102870"/>
                    </a:moveTo>
                    <a:cubicBezTo>
                      <a:pt x="24130" y="30480"/>
                      <a:pt x="40640" y="19050"/>
                      <a:pt x="57150" y="11430"/>
                    </a:cubicBezTo>
                    <a:cubicBezTo>
                      <a:pt x="72390" y="3810"/>
                      <a:pt x="90170" y="2540"/>
                      <a:pt x="107950" y="1270"/>
                    </a:cubicBezTo>
                    <a:cubicBezTo>
                      <a:pt x="127000" y="0"/>
                      <a:pt x="149860" y="0"/>
                      <a:pt x="168910" y="5080"/>
                    </a:cubicBezTo>
                    <a:cubicBezTo>
                      <a:pt x="189230" y="11430"/>
                      <a:pt x="213360" y="21590"/>
                      <a:pt x="226060" y="38100"/>
                    </a:cubicBezTo>
                    <a:cubicBezTo>
                      <a:pt x="237490" y="54610"/>
                      <a:pt x="242570" y="86360"/>
                      <a:pt x="242570" y="101600"/>
                    </a:cubicBezTo>
                    <a:cubicBezTo>
                      <a:pt x="242570" y="110490"/>
                      <a:pt x="237490" y="114300"/>
                      <a:pt x="237490" y="121920"/>
                    </a:cubicBezTo>
                    <a:cubicBezTo>
                      <a:pt x="236220" y="130810"/>
                      <a:pt x="241300" y="139700"/>
                      <a:pt x="241300" y="151130"/>
                    </a:cubicBezTo>
                    <a:cubicBezTo>
                      <a:pt x="240030" y="168910"/>
                      <a:pt x="233680" y="203200"/>
                      <a:pt x="222250" y="218440"/>
                    </a:cubicBezTo>
                    <a:cubicBezTo>
                      <a:pt x="213360" y="231140"/>
                      <a:pt x="198120" y="238760"/>
                      <a:pt x="182880" y="243840"/>
                    </a:cubicBezTo>
                    <a:cubicBezTo>
                      <a:pt x="163830" y="248920"/>
                      <a:pt x="132080" y="247650"/>
                      <a:pt x="115570" y="243840"/>
                    </a:cubicBezTo>
                    <a:cubicBezTo>
                      <a:pt x="102870" y="241300"/>
                      <a:pt x="90170" y="232410"/>
                      <a:pt x="86360" y="232410"/>
                    </a:cubicBezTo>
                    <a:cubicBezTo>
                      <a:pt x="82550" y="231140"/>
                      <a:pt x="50800" y="224790"/>
                      <a:pt x="38100" y="213360"/>
                    </a:cubicBezTo>
                    <a:cubicBezTo>
                      <a:pt x="25400" y="201930"/>
                      <a:pt x="13970" y="168910"/>
                      <a:pt x="12700" y="165100"/>
                    </a:cubicBezTo>
                    <a:cubicBezTo>
                      <a:pt x="12700" y="163830"/>
                      <a:pt x="12700" y="165100"/>
                      <a:pt x="12700" y="163830"/>
                    </a:cubicBezTo>
                    <a:cubicBezTo>
                      <a:pt x="11430" y="162560"/>
                      <a:pt x="5080" y="154940"/>
                      <a:pt x="2540" y="147320"/>
                    </a:cubicBezTo>
                    <a:cubicBezTo>
                      <a:pt x="0" y="135890"/>
                      <a:pt x="1270" y="102870"/>
                      <a:pt x="1270" y="10287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1067980" y="2089150"/>
              <a:ext cx="563880" cy="603250"/>
              <a:chOff x="0" y="0"/>
              <a:chExt cx="563880" cy="60325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45720" y="46990"/>
                <a:ext cx="473710" cy="511810"/>
              </a:xfrm>
              <a:custGeom>
                <a:avLst/>
                <a:gdLst/>
                <a:ahLst/>
                <a:cxnLst/>
                <a:rect l="l" t="t" r="r" b="b"/>
                <a:pathLst>
                  <a:path w="473710" h="511810">
                    <a:moveTo>
                      <a:pt x="43180" y="143510"/>
                    </a:moveTo>
                    <a:cubicBezTo>
                      <a:pt x="156210" y="54610"/>
                      <a:pt x="194310" y="33020"/>
                      <a:pt x="231140" y="21590"/>
                    </a:cubicBezTo>
                    <a:cubicBezTo>
                      <a:pt x="265430" y="10160"/>
                      <a:pt x="304800" y="0"/>
                      <a:pt x="335280" y="3810"/>
                    </a:cubicBezTo>
                    <a:cubicBezTo>
                      <a:pt x="359410" y="7620"/>
                      <a:pt x="384810" y="22860"/>
                      <a:pt x="400050" y="38100"/>
                    </a:cubicBezTo>
                    <a:cubicBezTo>
                      <a:pt x="414020" y="49530"/>
                      <a:pt x="419100" y="60960"/>
                      <a:pt x="426720" y="80010"/>
                    </a:cubicBezTo>
                    <a:cubicBezTo>
                      <a:pt x="441960" y="116840"/>
                      <a:pt x="459740" y="198120"/>
                      <a:pt x="464820" y="245110"/>
                    </a:cubicBezTo>
                    <a:cubicBezTo>
                      <a:pt x="469900" y="280670"/>
                      <a:pt x="473710" y="308610"/>
                      <a:pt x="466090" y="340360"/>
                    </a:cubicBezTo>
                    <a:cubicBezTo>
                      <a:pt x="458470" y="375920"/>
                      <a:pt x="441960" y="421640"/>
                      <a:pt x="411480" y="448310"/>
                    </a:cubicBezTo>
                    <a:cubicBezTo>
                      <a:pt x="375920" y="480060"/>
                      <a:pt x="302260" y="497840"/>
                      <a:pt x="256540" y="505460"/>
                    </a:cubicBezTo>
                    <a:cubicBezTo>
                      <a:pt x="219710" y="510540"/>
                      <a:pt x="191770" y="511810"/>
                      <a:pt x="156210" y="500380"/>
                    </a:cubicBezTo>
                    <a:cubicBezTo>
                      <a:pt x="110490" y="483870"/>
                      <a:pt x="25400" y="429260"/>
                      <a:pt x="8890" y="397510"/>
                    </a:cubicBezTo>
                    <a:cubicBezTo>
                      <a:pt x="0" y="379730"/>
                      <a:pt x="3810" y="360680"/>
                      <a:pt x="8890" y="347980"/>
                    </a:cubicBezTo>
                    <a:cubicBezTo>
                      <a:pt x="13970" y="337820"/>
                      <a:pt x="24130" y="328930"/>
                      <a:pt x="33020" y="325120"/>
                    </a:cubicBezTo>
                    <a:cubicBezTo>
                      <a:pt x="43180" y="320040"/>
                      <a:pt x="55880" y="317500"/>
                      <a:pt x="67310" y="321310"/>
                    </a:cubicBezTo>
                    <a:cubicBezTo>
                      <a:pt x="80010" y="325120"/>
                      <a:pt x="99060" y="339090"/>
                      <a:pt x="104140" y="353060"/>
                    </a:cubicBezTo>
                    <a:cubicBezTo>
                      <a:pt x="109220" y="367030"/>
                      <a:pt x="106680" y="389890"/>
                      <a:pt x="99060" y="402590"/>
                    </a:cubicBezTo>
                    <a:cubicBezTo>
                      <a:pt x="91440" y="414020"/>
                      <a:pt x="68580" y="424180"/>
                      <a:pt x="55880" y="425450"/>
                    </a:cubicBezTo>
                    <a:cubicBezTo>
                      <a:pt x="44450" y="425450"/>
                      <a:pt x="31750" y="420370"/>
                      <a:pt x="24130" y="414020"/>
                    </a:cubicBezTo>
                    <a:cubicBezTo>
                      <a:pt x="15240" y="407670"/>
                      <a:pt x="7620" y="396240"/>
                      <a:pt x="5080" y="386080"/>
                    </a:cubicBezTo>
                    <a:cubicBezTo>
                      <a:pt x="2540" y="375920"/>
                      <a:pt x="1270" y="363220"/>
                      <a:pt x="6350" y="353060"/>
                    </a:cubicBezTo>
                    <a:cubicBezTo>
                      <a:pt x="12700" y="340360"/>
                      <a:pt x="30480" y="325120"/>
                      <a:pt x="44450" y="321310"/>
                    </a:cubicBezTo>
                    <a:cubicBezTo>
                      <a:pt x="54610" y="317500"/>
                      <a:pt x="63500" y="320040"/>
                      <a:pt x="77470" y="325120"/>
                    </a:cubicBezTo>
                    <a:cubicBezTo>
                      <a:pt x="102870" y="334010"/>
                      <a:pt x="148590" y="379730"/>
                      <a:pt x="176530" y="391160"/>
                    </a:cubicBezTo>
                    <a:cubicBezTo>
                      <a:pt x="194310" y="398780"/>
                      <a:pt x="204470" y="401320"/>
                      <a:pt x="223520" y="401320"/>
                    </a:cubicBezTo>
                    <a:cubicBezTo>
                      <a:pt x="251460" y="401320"/>
                      <a:pt x="304800" y="394970"/>
                      <a:pt x="328930" y="381000"/>
                    </a:cubicBezTo>
                    <a:cubicBezTo>
                      <a:pt x="345440" y="370840"/>
                      <a:pt x="355600" y="359410"/>
                      <a:pt x="361950" y="340360"/>
                    </a:cubicBezTo>
                    <a:cubicBezTo>
                      <a:pt x="373380" y="308610"/>
                      <a:pt x="368300" y="236220"/>
                      <a:pt x="359410" y="194310"/>
                    </a:cubicBezTo>
                    <a:cubicBezTo>
                      <a:pt x="351790" y="160020"/>
                      <a:pt x="344170" y="115570"/>
                      <a:pt x="321310" y="104140"/>
                    </a:cubicBezTo>
                    <a:cubicBezTo>
                      <a:pt x="298450" y="91440"/>
                      <a:pt x="256540" y="111760"/>
                      <a:pt x="222250" y="127000"/>
                    </a:cubicBezTo>
                    <a:cubicBezTo>
                      <a:pt x="176530" y="146050"/>
                      <a:pt x="113030" y="220980"/>
                      <a:pt x="78740" y="222250"/>
                    </a:cubicBezTo>
                    <a:cubicBezTo>
                      <a:pt x="59690" y="222250"/>
                      <a:pt x="40640" y="208280"/>
                      <a:pt x="34290" y="194310"/>
                    </a:cubicBezTo>
                    <a:cubicBezTo>
                      <a:pt x="27940" y="181610"/>
                      <a:pt x="43180" y="143510"/>
                      <a:pt x="43180" y="1435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571410" y="2090420"/>
              <a:ext cx="543560" cy="629920"/>
              <a:chOff x="0" y="0"/>
              <a:chExt cx="543560" cy="62992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43180" y="44450"/>
                <a:ext cx="45593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455930" h="542290">
                    <a:moveTo>
                      <a:pt x="335280" y="212090"/>
                    </a:moveTo>
                    <a:cubicBezTo>
                      <a:pt x="191770" y="97790"/>
                      <a:pt x="151130" y="92710"/>
                      <a:pt x="129540" y="114300"/>
                    </a:cubicBezTo>
                    <a:cubicBezTo>
                      <a:pt x="91440" y="152400"/>
                      <a:pt x="86360" y="382270"/>
                      <a:pt x="111760" y="417830"/>
                    </a:cubicBezTo>
                    <a:cubicBezTo>
                      <a:pt x="121920" y="431800"/>
                      <a:pt x="139700" y="429260"/>
                      <a:pt x="156210" y="430530"/>
                    </a:cubicBezTo>
                    <a:cubicBezTo>
                      <a:pt x="172720" y="430530"/>
                      <a:pt x="186690" y="427990"/>
                      <a:pt x="209550" y="419100"/>
                    </a:cubicBezTo>
                    <a:cubicBezTo>
                      <a:pt x="255270" y="401320"/>
                      <a:pt x="361950" y="304800"/>
                      <a:pt x="398780" y="300990"/>
                    </a:cubicBezTo>
                    <a:cubicBezTo>
                      <a:pt x="412750" y="299720"/>
                      <a:pt x="421640" y="304800"/>
                      <a:pt x="430530" y="311150"/>
                    </a:cubicBezTo>
                    <a:cubicBezTo>
                      <a:pt x="439420" y="317500"/>
                      <a:pt x="447040" y="328930"/>
                      <a:pt x="449580" y="339090"/>
                    </a:cubicBezTo>
                    <a:cubicBezTo>
                      <a:pt x="452120" y="349250"/>
                      <a:pt x="452120" y="363220"/>
                      <a:pt x="448310" y="373380"/>
                    </a:cubicBezTo>
                    <a:cubicBezTo>
                      <a:pt x="443230" y="382270"/>
                      <a:pt x="435610" y="393700"/>
                      <a:pt x="425450" y="398780"/>
                    </a:cubicBezTo>
                    <a:cubicBezTo>
                      <a:pt x="414020" y="405130"/>
                      <a:pt x="389890" y="407670"/>
                      <a:pt x="377190" y="401320"/>
                    </a:cubicBezTo>
                    <a:cubicBezTo>
                      <a:pt x="363220" y="394970"/>
                      <a:pt x="349250" y="375920"/>
                      <a:pt x="346710" y="361950"/>
                    </a:cubicBezTo>
                    <a:cubicBezTo>
                      <a:pt x="344170" y="347980"/>
                      <a:pt x="353060" y="325120"/>
                      <a:pt x="361950" y="314960"/>
                    </a:cubicBezTo>
                    <a:cubicBezTo>
                      <a:pt x="369570" y="307340"/>
                      <a:pt x="382270" y="300990"/>
                      <a:pt x="392430" y="300990"/>
                    </a:cubicBezTo>
                    <a:cubicBezTo>
                      <a:pt x="406400" y="300990"/>
                      <a:pt x="429260" y="308610"/>
                      <a:pt x="439420" y="318770"/>
                    </a:cubicBezTo>
                    <a:cubicBezTo>
                      <a:pt x="448310" y="330200"/>
                      <a:pt x="455930" y="350520"/>
                      <a:pt x="449580" y="367030"/>
                    </a:cubicBezTo>
                    <a:cubicBezTo>
                      <a:pt x="439420" y="398780"/>
                      <a:pt x="370840" y="440690"/>
                      <a:pt x="326390" y="468630"/>
                    </a:cubicBezTo>
                    <a:cubicBezTo>
                      <a:pt x="283210" y="496570"/>
                      <a:pt x="228600" y="524510"/>
                      <a:pt x="185420" y="534670"/>
                    </a:cubicBezTo>
                    <a:cubicBezTo>
                      <a:pt x="149860" y="542290"/>
                      <a:pt x="114300" y="541020"/>
                      <a:pt x="87630" y="533400"/>
                    </a:cubicBezTo>
                    <a:cubicBezTo>
                      <a:pt x="66040" y="527050"/>
                      <a:pt x="46990" y="516890"/>
                      <a:pt x="34290" y="502920"/>
                    </a:cubicBezTo>
                    <a:cubicBezTo>
                      <a:pt x="20320" y="486410"/>
                      <a:pt x="12700" y="466090"/>
                      <a:pt x="7620" y="440690"/>
                    </a:cubicBezTo>
                    <a:cubicBezTo>
                      <a:pt x="0" y="402590"/>
                      <a:pt x="5080" y="344170"/>
                      <a:pt x="8890" y="292100"/>
                    </a:cubicBezTo>
                    <a:cubicBezTo>
                      <a:pt x="12700" y="236220"/>
                      <a:pt x="21590" y="161290"/>
                      <a:pt x="33020" y="119380"/>
                    </a:cubicBezTo>
                    <a:cubicBezTo>
                      <a:pt x="39370" y="95250"/>
                      <a:pt x="44450" y="78740"/>
                      <a:pt x="55880" y="62230"/>
                    </a:cubicBezTo>
                    <a:cubicBezTo>
                      <a:pt x="68580" y="45720"/>
                      <a:pt x="87630" y="30480"/>
                      <a:pt x="105410" y="21590"/>
                    </a:cubicBezTo>
                    <a:cubicBezTo>
                      <a:pt x="120650" y="12700"/>
                      <a:pt x="134620" y="8890"/>
                      <a:pt x="152400" y="6350"/>
                    </a:cubicBezTo>
                    <a:cubicBezTo>
                      <a:pt x="177800" y="3810"/>
                      <a:pt x="213360" y="0"/>
                      <a:pt x="245110" y="12700"/>
                    </a:cubicBezTo>
                    <a:cubicBezTo>
                      <a:pt x="289560" y="30480"/>
                      <a:pt x="356870" y="95250"/>
                      <a:pt x="384810" y="125730"/>
                    </a:cubicBezTo>
                    <a:cubicBezTo>
                      <a:pt x="400050" y="140970"/>
                      <a:pt x="408940" y="152400"/>
                      <a:pt x="414020" y="166370"/>
                    </a:cubicBezTo>
                    <a:cubicBezTo>
                      <a:pt x="417830" y="176530"/>
                      <a:pt x="417830" y="189230"/>
                      <a:pt x="415290" y="198120"/>
                    </a:cubicBezTo>
                    <a:cubicBezTo>
                      <a:pt x="411480" y="208280"/>
                      <a:pt x="402590" y="218440"/>
                      <a:pt x="394970" y="223520"/>
                    </a:cubicBezTo>
                    <a:cubicBezTo>
                      <a:pt x="386080" y="228600"/>
                      <a:pt x="372110" y="231140"/>
                      <a:pt x="361950" y="228600"/>
                    </a:cubicBezTo>
                    <a:cubicBezTo>
                      <a:pt x="353060" y="227330"/>
                      <a:pt x="335280" y="212090"/>
                      <a:pt x="335280" y="21209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622210" y="2136140"/>
              <a:ext cx="402590" cy="527050"/>
              <a:chOff x="0" y="0"/>
              <a:chExt cx="402590" cy="52705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45720" y="46990"/>
                <a:ext cx="31115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431800">
                    <a:moveTo>
                      <a:pt x="127000" y="41910"/>
                    </a:moveTo>
                    <a:cubicBezTo>
                      <a:pt x="132080" y="177800"/>
                      <a:pt x="104140" y="255270"/>
                      <a:pt x="101600" y="299720"/>
                    </a:cubicBezTo>
                    <a:cubicBezTo>
                      <a:pt x="100330" y="327660"/>
                      <a:pt x="113030" y="350520"/>
                      <a:pt x="106680" y="369570"/>
                    </a:cubicBezTo>
                    <a:cubicBezTo>
                      <a:pt x="101600" y="383540"/>
                      <a:pt x="88900" y="398780"/>
                      <a:pt x="76200" y="403860"/>
                    </a:cubicBezTo>
                    <a:cubicBezTo>
                      <a:pt x="63500" y="408940"/>
                      <a:pt x="40640" y="406400"/>
                      <a:pt x="29210" y="398780"/>
                    </a:cubicBezTo>
                    <a:cubicBezTo>
                      <a:pt x="17780" y="389890"/>
                      <a:pt x="10160" y="377190"/>
                      <a:pt x="7620" y="356870"/>
                    </a:cubicBezTo>
                    <a:cubicBezTo>
                      <a:pt x="2540" y="311150"/>
                      <a:pt x="34290" y="166370"/>
                      <a:pt x="68580" y="114300"/>
                    </a:cubicBezTo>
                    <a:cubicBezTo>
                      <a:pt x="91440" y="81280"/>
                      <a:pt x="124460" y="58420"/>
                      <a:pt x="153670" y="50800"/>
                    </a:cubicBezTo>
                    <a:cubicBezTo>
                      <a:pt x="180340" y="43180"/>
                      <a:pt x="219710" y="46990"/>
                      <a:pt x="237490" y="59690"/>
                    </a:cubicBezTo>
                    <a:cubicBezTo>
                      <a:pt x="251460" y="71120"/>
                      <a:pt x="255270" y="92710"/>
                      <a:pt x="260350" y="114300"/>
                    </a:cubicBezTo>
                    <a:cubicBezTo>
                      <a:pt x="266700" y="143510"/>
                      <a:pt x="270510" y="184150"/>
                      <a:pt x="267970" y="222250"/>
                    </a:cubicBezTo>
                    <a:cubicBezTo>
                      <a:pt x="264160" y="265430"/>
                      <a:pt x="246380" y="325120"/>
                      <a:pt x="234950" y="360680"/>
                    </a:cubicBezTo>
                    <a:cubicBezTo>
                      <a:pt x="227330" y="381000"/>
                      <a:pt x="224790" y="398780"/>
                      <a:pt x="212090" y="410210"/>
                    </a:cubicBezTo>
                    <a:cubicBezTo>
                      <a:pt x="199390" y="421640"/>
                      <a:pt x="176530" y="431800"/>
                      <a:pt x="158750" y="427990"/>
                    </a:cubicBezTo>
                    <a:cubicBezTo>
                      <a:pt x="138430" y="424180"/>
                      <a:pt x="113030" y="398780"/>
                      <a:pt x="100330" y="378460"/>
                    </a:cubicBezTo>
                    <a:cubicBezTo>
                      <a:pt x="87630" y="360680"/>
                      <a:pt x="85090" y="339090"/>
                      <a:pt x="81280" y="314960"/>
                    </a:cubicBezTo>
                    <a:cubicBezTo>
                      <a:pt x="77470" y="281940"/>
                      <a:pt x="77470" y="232410"/>
                      <a:pt x="82550" y="201930"/>
                    </a:cubicBezTo>
                    <a:cubicBezTo>
                      <a:pt x="86360" y="180340"/>
                      <a:pt x="91440" y="163830"/>
                      <a:pt x="101600" y="149860"/>
                    </a:cubicBezTo>
                    <a:cubicBezTo>
                      <a:pt x="110490" y="137160"/>
                      <a:pt x="119380" y="127000"/>
                      <a:pt x="134620" y="119380"/>
                    </a:cubicBezTo>
                    <a:cubicBezTo>
                      <a:pt x="161290" y="107950"/>
                      <a:pt x="227330" y="100330"/>
                      <a:pt x="256540" y="111760"/>
                    </a:cubicBezTo>
                    <a:cubicBezTo>
                      <a:pt x="279400" y="120650"/>
                      <a:pt x="298450" y="144780"/>
                      <a:pt x="304800" y="162560"/>
                    </a:cubicBezTo>
                    <a:cubicBezTo>
                      <a:pt x="311150" y="179070"/>
                      <a:pt x="309880" y="203200"/>
                      <a:pt x="302260" y="215900"/>
                    </a:cubicBezTo>
                    <a:cubicBezTo>
                      <a:pt x="297180" y="224790"/>
                      <a:pt x="278130" y="226060"/>
                      <a:pt x="276860" y="233680"/>
                    </a:cubicBezTo>
                    <a:cubicBezTo>
                      <a:pt x="274320" y="243840"/>
                      <a:pt x="300990" y="260350"/>
                      <a:pt x="302260" y="275590"/>
                    </a:cubicBezTo>
                    <a:cubicBezTo>
                      <a:pt x="302260" y="289560"/>
                      <a:pt x="293370" y="309880"/>
                      <a:pt x="281940" y="318770"/>
                    </a:cubicBezTo>
                    <a:cubicBezTo>
                      <a:pt x="270510" y="327660"/>
                      <a:pt x="247650" y="330200"/>
                      <a:pt x="234950" y="327660"/>
                    </a:cubicBezTo>
                    <a:cubicBezTo>
                      <a:pt x="223520" y="323850"/>
                      <a:pt x="214630" y="316230"/>
                      <a:pt x="208280" y="307340"/>
                    </a:cubicBezTo>
                    <a:cubicBezTo>
                      <a:pt x="201930" y="298450"/>
                      <a:pt x="198120" y="287020"/>
                      <a:pt x="199390" y="275590"/>
                    </a:cubicBezTo>
                    <a:cubicBezTo>
                      <a:pt x="200660" y="262890"/>
                      <a:pt x="212090" y="241300"/>
                      <a:pt x="223520" y="233680"/>
                    </a:cubicBezTo>
                    <a:cubicBezTo>
                      <a:pt x="236220" y="227330"/>
                      <a:pt x="259080" y="224790"/>
                      <a:pt x="271780" y="231140"/>
                    </a:cubicBezTo>
                    <a:cubicBezTo>
                      <a:pt x="284480" y="237490"/>
                      <a:pt x="298450" y="255270"/>
                      <a:pt x="300990" y="269240"/>
                    </a:cubicBezTo>
                    <a:cubicBezTo>
                      <a:pt x="303530" y="283210"/>
                      <a:pt x="294640" y="304800"/>
                      <a:pt x="285750" y="314960"/>
                    </a:cubicBezTo>
                    <a:cubicBezTo>
                      <a:pt x="279400" y="323850"/>
                      <a:pt x="266700" y="327660"/>
                      <a:pt x="256540" y="328930"/>
                    </a:cubicBezTo>
                    <a:cubicBezTo>
                      <a:pt x="246380" y="330200"/>
                      <a:pt x="232410" y="331470"/>
                      <a:pt x="224790" y="322580"/>
                    </a:cubicBezTo>
                    <a:cubicBezTo>
                      <a:pt x="207010" y="304800"/>
                      <a:pt x="193040" y="196850"/>
                      <a:pt x="205740" y="186690"/>
                    </a:cubicBezTo>
                    <a:cubicBezTo>
                      <a:pt x="212090" y="181610"/>
                      <a:pt x="246380" y="201930"/>
                      <a:pt x="245110" y="207010"/>
                    </a:cubicBezTo>
                    <a:cubicBezTo>
                      <a:pt x="245110" y="213360"/>
                      <a:pt x="194310" y="205740"/>
                      <a:pt x="182880" y="220980"/>
                    </a:cubicBezTo>
                    <a:cubicBezTo>
                      <a:pt x="166370" y="241300"/>
                      <a:pt x="203200" y="323850"/>
                      <a:pt x="187960" y="339090"/>
                    </a:cubicBezTo>
                    <a:cubicBezTo>
                      <a:pt x="177800" y="349250"/>
                      <a:pt x="140970" y="347980"/>
                      <a:pt x="133350" y="336550"/>
                    </a:cubicBezTo>
                    <a:cubicBezTo>
                      <a:pt x="121920" y="320040"/>
                      <a:pt x="161290" y="259080"/>
                      <a:pt x="165100" y="220980"/>
                    </a:cubicBezTo>
                    <a:cubicBezTo>
                      <a:pt x="168910" y="185420"/>
                      <a:pt x="146050" y="125730"/>
                      <a:pt x="157480" y="116840"/>
                    </a:cubicBezTo>
                    <a:cubicBezTo>
                      <a:pt x="166370" y="111760"/>
                      <a:pt x="203200" y="132080"/>
                      <a:pt x="203200" y="139700"/>
                    </a:cubicBezTo>
                    <a:cubicBezTo>
                      <a:pt x="203200" y="146050"/>
                      <a:pt x="170180" y="143510"/>
                      <a:pt x="157480" y="158750"/>
                    </a:cubicBezTo>
                    <a:cubicBezTo>
                      <a:pt x="128270" y="191770"/>
                      <a:pt x="127000" y="344170"/>
                      <a:pt x="102870" y="381000"/>
                    </a:cubicBezTo>
                    <a:cubicBezTo>
                      <a:pt x="91440" y="396240"/>
                      <a:pt x="77470" y="403860"/>
                      <a:pt x="63500" y="406400"/>
                    </a:cubicBezTo>
                    <a:cubicBezTo>
                      <a:pt x="53340" y="408940"/>
                      <a:pt x="39370" y="406400"/>
                      <a:pt x="29210" y="398780"/>
                    </a:cubicBezTo>
                    <a:cubicBezTo>
                      <a:pt x="16510" y="386080"/>
                      <a:pt x="7620" y="359410"/>
                      <a:pt x="5080" y="330200"/>
                    </a:cubicBezTo>
                    <a:cubicBezTo>
                      <a:pt x="0" y="281940"/>
                      <a:pt x="36830" y="187960"/>
                      <a:pt x="40640" y="132080"/>
                    </a:cubicBezTo>
                    <a:cubicBezTo>
                      <a:pt x="44450" y="93980"/>
                      <a:pt x="30480" y="53340"/>
                      <a:pt x="38100" y="31750"/>
                    </a:cubicBezTo>
                    <a:cubicBezTo>
                      <a:pt x="43180" y="19050"/>
                      <a:pt x="50800" y="12700"/>
                      <a:pt x="59690" y="7620"/>
                    </a:cubicBezTo>
                    <a:cubicBezTo>
                      <a:pt x="68580" y="2540"/>
                      <a:pt x="82550" y="0"/>
                      <a:pt x="92710" y="3810"/>
                    </a:cubicBezTo>
                    <a:cubicBezTo>
                      <a:pt x="104140" y="7620"/>
                      <a:pt x="127000" y="41910"/>
                      <a:pt x="127000" y="419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1156880" y="2150110"/>
              <a:ext cx="392430" cy="467360"/>
              <a:chOff x="0" y="0"/>
              <a:chExt cx="392430" cy="46736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39370" y="49530"/>
                <a:ext cx="31369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313690" h="377190">
                    <a:moveTo>
                      <a:pt x="140970" y="78740"/>
                    </a:moveTo>
                    <a:cubicBezTo>
                      <a:pt x="133350" y="308610"/>
                      <a:pt x="114300" y="321310"/>
                      <a:pt x="100330" y="325120"/>
                    </a:cubicBezTo>
                    <a:cubicBezTo>
                      <a:pt x="90170" y="327660"/>
                      <a:pt x="76200" y="322580"/>
                      <a:pt x="67310" y="316230"/>
                    </a:cubicBezTo>
                    <a:cubicBezTo>
                      <a:pt x="58420" y="309880"/>
                      <a:pt x="53340" y="302260"/>
                      <a:pt x="48260" y="288290"/>
                    </a:cubicBezTo>
                    <a:cubicBezTo>
                      <a:pt x="34290" y="254000"/>
                      <a:pt x="7620" y="134620"/>
                      <a:pt x="22860" y="100330"/>
                    </a:cubicBezTo>
                    <a:cubicBezTo>
                      <a:pt x="31750" y="82550"/>
                      <a:pt x="55880" y="72390"/>
                      <a:pt x="69850" y="71120"/>
                    </a:cubicBezTo>
                    <a:cubicBezTo>
                      <a:pt x="81280" y="69850"/>
                      <a:pt x="93980" y="76200"/>
                      <a:pt x="101600" y="83820"/>
                    </a:cubicBezTo>
                    <a:cubicBezTo>
                      <a:pt x="109220" y="91440"/>
                      <a:pt x="113030" y="100330"/>
                      <a:pt x="116840" y="115570"/>
                    </a:cubicBezTo>
                    <a:cubicBezTo>
                      <a:pt x="123190" y="149860"/>
                      <a:pt x="120650" y="264160"/>
                      <a:pt x="109220" y="298450"/>
                    </a:cubicBezTo>
                    <a:cubicBezTo>
                      <a:pt x="104140" y="313690"/>
                      <a:pt x="99060" y="321310"/>
                      <a:pt x="88900" y="327660"/>
                    </a:cubicBezTo>
                    <a:cubicBezTo>
                      <a:pt x="77470" y="334010"/>
                      <a:pt x="55880" y="337820"/>
                      <a:pt x="43180" y="332740"/>
                    </a:cubicBezTo>
                    <a:cubicBezTo>
                      <a:pt x="29210" y="326390"/>
                      <a:pt x="15240" y="304800"/>
                      <a:pt x="11430" y="287020"/>
                    </a:cubicBezTo>
                    <a:cubicBezTo>
                      <a:pt x="7620" y="264160"/>
                      <a:pt x="19050" y="224790"/>
                      <a:pt x="29210" y="207010"/>
                    </a:cubicBezTo>
                    <a:cubicBezTo>
                      <a:pt x="36830" y="194310"/>
                      <a:pt x="45720" y="186690"/>
                      <a:pt x="55880" y="182880"/>
                    </a:cubicBezTo>
                    <a:cubicBezTo>
                      <a:pt x="66040" y="179070"/>
                      <a:pt x="81280" y="179070"/>
                      <a:pt x="91440" y="182880"/>
                    </a:cubicBezTo>
                    <a:cubicBezTo>
                      <a:pt x="101600" y="186690"/>
                      <a:pt x="113030" y="196850"/>
                      <a:pt x="118110" y="207010"/>
                    </a:cubicBezTo>
                    <a:cubicBezTo>
                      <a:pt x="123190" y="215900"/>
                      <a:pt x="123190" y="241300"/>
                      <a:pt x="121920" y="241300"/>
                    </a:cubicBezTo>
                    <a:cubicBezTo>
                      <a:pt x="120650" y="241300"/>
                      <a:pt x="110490" y="205740"/>
                      <a:pt x="109220" y="182880"/>
                    </a:cubicBezTo>
                    <a:cubicBezTo>
                      <a:pt x="107950" y="152400"/>
                      <a:pt x="109220" y="101600"/>
                      <a:pt x="125730" y="73660"/>
                    </a:cubicBezTo>
                    <a:cubicBezTo>
                      <a:pt x="140970" y="46990"/>
                      <a:pt x="176530" y="12700"/>
                      <a:pt x="198120" y="13970"/>
                    </a:cubicBezTo>
                    <a:cubicBezTo>
                      <a:pt x="215900" y="13970"/>
                      <a:pt x="233680" y="40640"/>
                      <a:pt x="245110" y="58420"/>
                    </a:cubicBezTo>
                    <a:cubicBezTo>
                      <a:pt x="257810" y="77470"/>
                      <a:pt x="264160" y="97790"/>
                      <a:pt x="270510" y="123190"/>
                    </a:cubicBezTo>
                    <a:cubicBezTo>
                      <a:pt x="279400" y="160020"/>
                      <a:pt x="287020" y="218440"/>
                      <a:pt x="285750" y="256540"/>
                    </a:cubicBezTo>
                    <a:cubicBezTo>
                      <a:pt x="284480" y="284480"/>
                      <a:pt x="283210" y="312420"/>
                      <a:pt x="270510" y="331470"/>
                    </a:cubicBezTo>
                    <a:cubicBezTo>
                      <a:pt x="259080" y="347980"/>
                      <a:pt x="237490" y="361950"/>
                      <a:pt x="214630" y="367030"/>
                    </a:cubicBezTo>
                    <a:cubicBezTo>
                      <a:pt x="185420" y="374650"/>
                      <a:pt x="128270" y="377190"/>
                      <a:pt x="110490" y="359410"/>
                    </a:cubicBezTo>
                    <a:cubicBezTo>
                      <a:pt x="92710" y="341630"/>
                      <a:pt x="87630" y="292100"/>
                      <a:pt x="100330" y="266700"/>
                    </a:cubicBezTo>
                    <a:cubicBezTo>
                      <a:pt x="114300" y="238760"/>
                      <a:pt x="191770" y="227330"/>
                      <a:pt x="201930" y="204470"/>
                    </a:cubicBezTo>
                    <a:cubicBezTo>
                      <a:pt x="209550" y="187960"/>
                      <a:pt x="193040" y="173990"/>
                      <a:pt x="193040" y="153670"/>
                    </a:cubicBezTo>
                    <a:cubicBezTo>
                      <a:pt x="191770" y="119380"/>
                      <a:pt x="194310" y="40640"/>
                      <a:pt x="212090" y="19050"/>
                    </a:cubicBezTo>
                    <a:cubicBezTo>
                      <a:pt x="223520" y="5080"/>
                      <a:pt x="242570" y="0"/>
                      <a:pt x="256540" y="1270"/>
                    </a:cubicBezTo>
                    <a:cubicBezTo>
                      <a:pt x="270510" y="3810"/>
                      <a:pt x="287020" y="12700"/>
                      <a:pt x="295910" y="29210"/>
                    </a:cubicBezTo>
                    <a:cubicBezTo>
                      <a:pt x="309880" y="54610"/>
                      <a:pt x="302260" y="124460"/>
                      <a:pt x="302260" y="161290"/>
                    </a:cubicBezTo>
                    <a:cubicBezTo>
                      <a:pt x="300990" y="186690"/>
                      <a:pt x="302260" y="204470"/>
                      <a:pt x="295910" y="226060"/>
                    </a:cubicBezTo>
                    <a:cubicBezTo>
                      <a:pt x="288290" y="251460"/>
                      <a:pt x="270510" y="288290"/>
                      <a:pt x="255270" y="299720"/>
                    </a:cubicBezTo>
                    <a:cubicBezTo>
                      <a:pt x="245110" y="307340"/>
                      <a:pt x="233680" y="308610"/>
                      <a:pt x="222250" y="306070"/>
                    </a:cubicBezTo>
                    <a:cubicBezTo>
                      <a:pt x="209550" y="302260"/>
                      <a:pt x="189230" y="289560"/>
                      <a:pt x="184150" y="276860"/>
                    </a:cubicBezTo>
                    <a:cubicBezTo>
                      <a:pt x="177800" y="264160"/>
                      <a:pt x="180340" y="241300"/>
                      <a:pt x="185420" y="228600"/>
                    </a:cubicBezTo>
                    <a:cubicBezTo>
                      <a:pt x="190500" y="218440"/>
                      <a:pt x="200660" y="210820"/>
                      <a:pt x="210820" y="207010"/>
                    </a:cubicBezTo>
                    <a:cubicBezTo>
                      <a:pt x="223520" y="203200"/>
                      <a:pt x="246380" y="204470"/>
                      <a:pt x="259080" y="212090"/>
                    </a:cubicBezTo>
                    <a:cubicBezTo>
                      <a:pt x="270510" y="219710"/>
                      <a:pt x="280670" y="241300"/>
                      <a:pt x="281940" y="254000"/>
                    </a:cubicBezTo>
                    <a:cubicBezTo>
                      <a:pt x="283210" y="265430"/>
                      <a:pt x="278130" y="276860"/>
                      <a:pt x="271780" y="285750"/>
                    </a:cubicBezTo>
                    <a:cubicBezTo>
                      <a:pt x="265430" y="294640"/>
                      <a:pt x="254000" y="300990"/>
                      <a:pt x="245110" y="304800"/>
                    </a:cubicBezTo>
                    <a:cubicBezTo>
                      <a:pt x="234950" y="307340"/>
                      <a:pt x="222250" y="307340"/>
                      <a:pt x="212090" y="303530"/>
                    </a:cubicBezTo>
                    <a:cubicBezTo>
                      <a:pt x="199390" y="297180"/>
                      <a:pt x="184150" y="279400"/>
                      <a:pt x="180340" y="266700"/>
                    </a:cubicBezTo>
                    <a:cubicBezTo>
                      <a:pt x="176530" y="255270"/>
                      <a:pt x="179070" y="242570"/>
                      <a:pt x="182880" y="233680"/>
                    </a:cubicBezTo>
                    <a:cubicBezTo>
                      <a:pt x="187960" y="223520"/>
                      <a:pt x="207010" y="212090"/>
                      <a:pt x="205740" y="209550"/>
                    </a:cubicBezTo>
                    <a:cubicBezTo>
                      <a:pt x="204470" y="208280"/>
                      <a:pt x="196850" y="214630"/>
                      <a:pt x="194310" y="212090"/>
                    </a:cubicBezTo>
                    <a:cubicBezTo>
                      <a:pt x="184150" y="203200"/>
                      <a:pt x="190500" y="87630"/>
                      <a:pt x="199390" y="52070"/>
                    </a:cubicBezTo>
                    <a:cubicBezTo>
                      <a:pt x="204470" y="33020"/>
                      <a:pt x="209550" y="17780"/>
                      <a:pt x="220980" y="10160"/>
                    </a:cubicBezTo>
                    <a:cubicBezTo>
                      <a:pt x="233680" y="2540"/>
                      <a:pt x="255270" y="0"/>
                      <a:pt x="269240" y="5080"/>
                    </a:cubicBezTo>
                    <a:cubicBezTo>
                      <a:pt x="281940" y="10160"/>
                      <a:pt x="293370" y="21590"/>
                      <a:pt x="300990" y="40640"/>
                    </a:cubicBezTo>
                    <a:cubicBezTo>
                      <a:pt x="313690" y="78740"/>
                      <a:pt x="306070" y="196850"/>
                      <a:pt x="290830" y="240030"/>
                    </a:cubicBezTo>
                    <a:cubicBezTo>
                      <a:pt x="283210" y="264160"/>
                      <a:pt x="273050" y="275590"/>
                      <a:pt x="255270" y="290830"/>
                    </a:cubicBezTo>
                    <a:cubicBezTo>
                      <a:pt x="229870" y="312420"/>
                      <a:pt x="162560" y="355600"/>
                      <a:pt x="146050" y="345440"/>
                    </a:cubicBezTo>
                    <a:cubicBezTo>
                      <a:pt x="133350" y="337820"/>
                      <a:pt x="133350" y="284480"/>
                      <a:pt x="143510" y="270510"/>
                    </a:cubicBezTo>
                    <a:cubicBezTo>
                      <a:pt x="151130" y="260350"/>
                      <a:pt x="179070" y="271780"/>
                      <a:pt x="187960" y="259080"/>
                    </a:cubicBezTo>
                    <a:cubicBezTo>
                      <a:pt x="203200" y="236220"/>
                      <a:pt x="144780" y="125730"/>
                      <a:pt x="161290" y="97790"/>
                    </a:cubicBezTo>
                    <a:cubicBezTo>
                      <a:pt x="172720" y="80010"/>
                      <a:pt x="214630" y="67310"/>
                      <a:pt x="226060" y="74930"/>
                    </a:cubicBezTo>
                    <a:cubicBezTo>
                      <a:pt x="238760" y="86360"/>
                      <a:pt x="220980" y="148590"/>
                      <a:pt x="213360" y="184150"/>
                    </a:cubicBezTo>
                    <a:cubicBezTo>
                      <a:pt x="204470" y="222250"/>
                      <a:pt x="191770" y="275590"/>
                      <a:pt x="172720" y="297180"/>
                    </a:cubicBezTo>
                    <a:cubicBezTo>
                      <a:pt x="161290" y="309880"/>
                      <a:pt x="147320" y="314960"/>
                      <a:pt x="132080" y="316230"/>
                    </a:cubicBezTo>
                    <a:cubicBezTo>
                      <a:pt x="115570" y="318770"/>
                      <a:pt x="91440" y="316230"/>
                      <a:pt x="76200" y="307340"/>
                    </a:cubicBezTo>
                    <a:cubicBezTo>
                      <a:pt x="59690" y="298450"/>
                      <a:pt x="44450" y="279400"/>
                      <a:pt x="36830" y="262890"/>
                    </a:cubicBezTo>
                    <a:cubicBezTo>
                      <a:pt x="29210" y="248920"/>
                      <a:pt x="21590" y="231140"/>
                      <a:pt x="25400" y="217170"/>
                    </a:cubicBezTo>
                    <a:cubicBezTo>
                      <a:pt x="29210" y="204470"/>
                      <a:pt x="43180" y="187960"/>
                      <a:pt x="55880" y="182880"/>
                    </a:cubicBezTo>
                    <a:cubicBezTo>
                      <a:pt x="68580" y="177800"/>
                      <a:pt x="91440" y="181610"/>
                      <a:pt x="101600" y="189230"/>
                    </a:cubicBezTo>
                    <a:cubicBezTo>
                      <a:pt x="113030" y="196850"/>
                      <a:pt x="121920" y="213360"/>
                      <a:pt x="123190" y="229870"/>
                    </a:cubicBezTo>
                    <a:cubicBezTo>
                      <a:pt x="125730" y="254000"/>
                      <a:pt x="114300" y="303530"/>
                      <a:pt x="97790" y="320040"/>
                    </a:cubicBezTo>
                    <a:cubicBezTo>
                      <a:pt x="85090" y="331470"/>
                      <a:pt x="57150" y="337820"/>
                      <a:pt x="43180" y="332740"/>
                    </a:cubicBezTo>
                    <a:cubicBezTo>
                      <a:pt x="29210" y="327660"/>
                      <a:pt x="17780" y="308610"/>
                      <a:pt x="11430" y="287020"/>
                    </a:cubicBezTo>
                    <a:cubicBezTo>
                      <a:pt x="0" y="246380"/>
                      <a:pt x="3810" y="134620"/>
                      <a:pt x="22860" y="100330"/>
                    </a:cubicBezTo>
                    <a:cubicBezTo>
                      <a:pt x="34290" y="82550"/>
                      <a:pt x="54610" y="69850"/>
                      <a:pt x="69850" y="71120"/>
                    </a:cubicBezTo>
                    <a:cubicBezTo>
                      <a:pt x="85090" y="71120"/>
                      <a:pt x="102870" y="85090"/>
                      <a:pt x="114300" y="104140"/>
                    </a:cubicBezTo>
                    <a:cubicBezTo>
                      <a:pt x="134620" y="137160"/>
                      <a:pt x="146050" y="242570"/>
                      <a:pt x="143510" y="276860"/>
                    </a:cubicBezTo>
                    <a:cubicBezTo>
                      <a:pt x="142240" y="292100"/>
                      <a:pt x="138430" y="300990"/>
                      <a:pt x="130810" y="308610"/>
                    </a:cubicBezTo>
                    <a:cubicBezTo>
                      <a:pt x="124460" y="316230"/>
                      <a:pt x="111760" y="323850"/>
                      <a:pt x="100330" y="325120"/>
                    </a:cubicBezTo>
                    <a:cubicBezTo>
                      <a:pt x="90170" y="326390"/>
                      <a:pt x="76200" y="322580"/>
                      <a:pt x="67310" y="316230"/>
                    </a:cubicBezTo>
                    <a:cubicBezTo>
                      <a:pt x="58420" y="309880"/>
                      <a:pt x="52070" y="303530"/>
                      <a:pt x="48260" y="288290"/>
                    </a:cubicBezTo>
                    <a:cubicBezTo>
                      <a:pt x="36830" y="250190"/>
                      <a:pt x="38100" y="105410"/>
                      <a:pt x="50800" y="67310"/>
                    </a:cubicBezTo>
                    <a:cubicBezTo>
                      <a:pt x="54610" y="53340"/>
                      <a:pt x="60960" y="46990"/>
                      <a:pt x="68580" y="40640"/>
                    </a:cubicBezTo>
                    <a:cubicBezTo>
                      <a:pt x="77470" y="35560"/>
                      <a:pt x="90170" y="31750"/>
                      <a:pt x="100330" y="33020"/>
                    </a:cubicBezTo>
                    <a:cubicBezTo>
                      <a:pt x="110490" y="34290"/>
                      <a:pt x="121920" y="40640"/>
                      <a:pt x="129540" y="48260"/>
                    </a:cubicBezTo>
                    <a:cubicBezTo>
                      <a:pt x="135890" y="55880"/>
                      <a:pt x="140970" y="78740"/>
                      <a:pt x="140970" y="7874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909230" y="2279650"/>
              <a:ext cx="133350" cy="250190"/>
              <a:chOff x="0" y="0"/>
              <a:chExt cx="133350" cy="25019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49530" y="50800"/>
                <a:ext cx="35560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149860">
                    <a:moveTo>
                      <a:pt x="33020" y="10160"/>
                    </a:moveTo>
                    <a:cubicBezTo>
                      <a:pt x="11430" y="82550"/>
                      <a:pt x="35560" y="137160"/>
                      <a:pt x="27940" y="144780"/>
                    </a:cubicBezTo>
                    <a:cubicBezTo>
                      <a:pt x="25400" y="148590"/>
                      <a:pt x="15240" y="144780"/>
                      <a:pt x="15240" y="146050"/>
                    </a:cubicBezTo>
                    <a:cubicBezTo>
                      <a:pt x="15240" y="146050"/>
                      <a:pt x="26670" y="148590"/>
                      <a:pt x="26670" y="148590"/>
                    </a:cubicBezTo>
                    <a:cubicBezTo>
                      <a:pt x="26670" y="148590"/>
                      <a:pt x="19050" y="149860"/>
                      <a:pt x="15240" y="146050"/>
                    </a:cubicBezTo>
                    <a:cubicBezTo>
                      <a:pt x="6350" y="137160"/>
                      <a:pt x="0" y="86360"/>
                      <a:pt x="1270" y="62230"/>
                    </a:cubicBezTo>
                    <a:cubicBezTo>
                      <a:pt x="2540" y="41910"/>
                      <a:pt x="11430" y="19050"/>
                      <a:pt x="17780" y="8890"/>
                    </a:cubicBezTo>
                    <a:cubicBezTo>
                      <a:pt x="20320" y="3810"/>
                      <a:pt x="25400" y="0"/>
                      <a:pt x="27940" y="0"/>
                    </a:cubicBezTo>
                    <a:cubicBezTo>
                      <a:pt x="30480" y="0"/>
                      <a:pt x="33020" y="10160"/>
                      <a:pt x="33020" y="101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1126400" y="2302510"/>
              <a:ext cx="129540" cy="222250"/>
              <a:chOff x="0" y="0"/>
              <a:chExt cx="129540" cy="222250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41910" y="46990"/>
                <a:ext cx="3810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24460">
                    <a:moveTo>
                      <a:pt x="21590" y="3810"/>
                    </a:moveTo>
                    <a:cubicBezTo>
                      <a:pt x="36830" y="96520"/>
                      <a:pt x="38100" y="116840"/>
                      <a:pt x="33020" y="121920"/>
                    </a:cubicBezTo>
                    <a:cubicBezTo>
                      <a:pt x="30480" y="123190"/>
                      <a:pt x="20320" y="119380"/>
                      <a:pt x="20320" y="119380"/>
                    </a:cubicBezTo>
                    <a:cubicBezTo>
                      <a:pt x="20320" y="120650"/>
                      <a:pt x="33020" y="121920"/>
                      <a:pt x="33020" y="123190"/>
                    </a:cubicBezTo>
                    <a:cubicBezTo>
                      <a:pt x="33020" y="123190"/>
                      <a:pt x="24130" y="124460"/>
                      <a:pt x="20320" y="120650"/>
                    </a:cubicBezTo>
                    <a:cubicBezTo>
                      <a:pt x="10160" y="109220"/>
                      <a:pt x="0" y="13970"/>
                      <a:pt x="8890" y="3810"/>
                    </a:cubicBezTo>
                    <a:cubicBezTo>
                      <a:pt x="11430" y="0"/>
                      <a:pt x="21590" y="3810"/>
                      <a:pt x="21590" y="3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147990" y="2335530"/>
              <a:ext cx="186690" cy="132080"/>
              <a:chOff x="0" y="0"/>
              <a:chExt cx="186690" cy="13208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48260" y="53340"/>
                <a:ext cx="889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1750">
                    <a:moveTo>
                      <a:pt x="5080" y="15240"/>
                    </a:moveTo>
                    <a:cubicBezTo>
                      <a:pt x="87630" y="0"/>
                      <a:pt x="88900" y="6350"/>
                      <a:pt x="87630" y="8890"/>
                    </a:cubicBezTo>
                    <a:cubicBezTo>
                      <a:pt x="83820" y="15240"/>
                      <a:pt x="62230" y="20320"/>
                      <a:pt x="48260" y="24130"/>
                    </a:cubicBezTo>
                    <a:cubicBezTo>
                      <a:pt x="34290" y="26670"/>
                      <a:pt x="7620" y="31750"/>
                      <a:pt x="2540" y="27940"/>
                    </a:cubicBezTo>
                    <a:cubicBezTo>
                      <a:pt x="0" y="25400"/>
                      <a:pt x="5080" y="15240"/>
                      <a:pt x="5080" y="152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140370" y="2307590"/>
              <a:ext cx="170180" cy="157480"/>
              <a:chOff x="0" y="0"/>
              <a:chExt cx="170180" cy="15748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49530" y="50800"/>
                <a:ext cx="698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7150">
                    <a:moveTo>
                      <a:pt x="1270" y="43180"/>
                    </a:moveTo>
                    <a:cubicBezTo>
                      <a:pt x="66040" y="1270"/>
                      <a:pt x="68580" y="11430"/>
                      <a:pt x="68580" y="11430"/>
                    </a:cubicBezTo>
                    <a:cubicBezTo>
                      <a:pt x="68580" y="11430"/>
                      <a:pt x="63500" y="0"/>
                      <a:pt x="63500" y="0"/>
                    </a:cubicBezTo>
                    <a:cubicBezTo>
                      <a:pt x="63500" y="0"/>
                      <a:pt x="69850" y="7620"/>
                      <a:pt x="68580" y="11430"/>
                    </a:cubicBezTo>
                    <a:cubicBezTo>
                      <a:pt x="67310" y="19050"/>
                      <a:pt x="41910" y="35560"/>
                      <a:pt x="29210" y="43180"/>
                    </a:cubicBezTo>
                    <a:cubicBezTo>
                      <a:pt x="20320" y="49530"/>
                      <a:pt x="6350" y="57150"/>
                      <a:pt x="2540" y="55880"/>
                    </a:cubicBezTo>
                    <a:cubicBezTo>
                      <a:pt x="0" y="53340"/>
                      <a:pt x="1270" y="43180"/>
                      <a:pt x="1270" y="4318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>
              <a:off x="833030" y="2283460"/>
              <a:ext cx="190500" cy="203200"/>
              <a:chOff x="0" y="0"/>
              <a:chExt cx="190500" cy="2032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49530" y="50800"/>
                <a:ext cx="88900" cy="10287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2870">
                    <a:moveTo>
                      <a:pt x="13970" y="0"/>
                    </a:moveTo>
                    <a:cubicBezTo>
                      <a:pt x="88900" y="97790"/>
                      <a:pt x="81280" y="101600"/>
                      <a:pt x="80010" y="101600"/>
                    </a:cubicBezTo>
                    <a:cubicBezTo>
                      <a:pt x="80010" y="100330"/>
                      <a:pt x="87630" y="90170"/>
                      <a:pt x="87630" y="90170"/>
                    </a:cubicBezTo>
                    <a:cubicBezTo>
                      <a:pt x="87630" y="91440"/>
                      <a:pt x="85090" y="100330"/>
                      <a:pt x="81280" y="101600"/>
                    </a:cubicBezTo>
                    <a:cubicBezTo>
                      <a:pt x="72390" y="102870"/>
                      <a:pt x="41910" y="64770"/>
                      <a:pt x="27940" y="46990"/>
                    </a:cubicBezTo>
                    <a:cubicBezTo>
                      <a:pt x="16510" y="33020"/>
                      <a:pt x="0" y="11430"/>
                      <a:pt x="1270" y="5080"/>
                    </a:cubicBezTo>
                    <a:cubicBezTo>
                      <a:pt x="2540" y="1270"/>
                      <a:pt x="13970" y="0"/>
                      <a:pt x="1397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855890" y="2373630"/>
              <a:ext cx="148590" cy="180340"/>
              <a:chOff x="0" y="0"/>
              <a:chExt cx="148590" cy="18034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46990" y="49530"/>
                <a:ext cx="508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0010">
                    <a:moveTo>
                      <a:pt x="50800" y="11430"/>
                    </a:moveTo>
                    <a:cubicBezTo>
                      <a:pt x="20320" y="41910"/>
                      <a:pt x="21590" y="76200"/>
                      <a:pt x="15240" y="78740"/>
                    </a:cubicBezTo>
                    <a:cubicBezTo>
                      <a:pt x="11430" y="80010"/>
                      <a:pt x="3810" y="71120"/>
                      <a:pt x="3810" y="71120"/>
                    </a:cubicBezTo>
                    <a:cubicBezTo>
                      <a:pt x="3810" y="72390"/>
                      <a:pt x="13970" y="78740"/>
                      <a:pt x="13970" y="80010"/>
                    </a:cubicBezTo>
                    <a:cubicBezTo>
                      <a:pt x="13970" y="80010"/>
                      <a:pt x="5080" y="77470"/>
                      <a:pt x="3810" y="74930"/>
                    </a:cubicBezTo>
                    <a:cubicBezTo>
                      <a:pt x="0" y="67310"/>
                      <a:pt x="7620" y="40640"/>
                      <a:pt x="15240" y="27940"/>
                    </a:cubicBezTo>
                    <a:cubicBezTo>
                      <a:pt x="21590" y="16510"/>
                      <a:pt x="38100" y="0"/>
                      <a:pt x="44450" y="1270"/>
                    </a:cubicBezTo>
                    <a:cubicBezTo>
                      <a:pt x="46990" y="1270"/>
                      <a:pt x="50800" y="11430"/>
                      <a:pt x="50800" y="114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1140370" y="2274570"/>
              <a:ext cx="224790" cy="186690"/>
              <a:chOff x="0" y="0"/>
              <a:chExt cx="224790" cy="18669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50800" y="50800"/>
                <a:ext cx="12319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23190" h="87630">
                    <a:moveTo>
                      <a:pt x="0" y="73660"/>
                    </a:moveTo>
                    <a:cubicBezTo>
                      <a:pt x="118110" y="1270"/>
                      <a:pt x="121920" y="8890"/>
                      <a:pt x="121920" y="8890"/>
                    </a:cubicBezTo>
                    <a:cubicBezTo>
                      <a:pt x="121920" y="8890"/>
                      <a:pt x="113030" y="1270"/>
                      <a:pt x="113030" y="0"/>
                    </a:cubicBezTo>
                    <a:cubicBezTo>
                      <a:pt x="113030" y="0"/>
                      <a:pt x="123190" y="5080"/>
                      <a:pt x="123190" y="8890"/>
                    </a:cubicBezTo>
                    <a:cubicBezTo>
                      <a:pt x="123190" y="15240"/>
                      <a:pt x="101600" y="27940"/>
                      <a:pt x="87630" y="38100"/>
                    </a:cubicBezTo>
                    <a:cubicBezTo>
                      <a:pt x="66040" y="53340"/>
                      <a:pt x="17780" y="87630"/>
                      <a:pt x="6350" y="85090"/>
                    </a:cubicBezTo>
                    <a:cubicBezTo>
                      <a:pt x="2540" y="83820"/>
                      <a:pt x="0" y="73660"/>
                      <a:pt x="0" y="736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1189900" y="2346960"/>
              <a:ext cx="191770" cy="143510"/>
              <a:chOff x="0" y="0"/>
              <a:chExt cx="191770" cy="143510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48260" y="50800"/>
                <a:ext cx="9271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92710" h="43180">
                    <a:moveTo>
                      <a:pt x="5080" y="0"/>
                    </a:moveTo>
                    <a:cubicBezTo>
                      <a:pt x="73660" y="10160"/>
                      <a:pt x="90170" y="24130"/>
                      <a:pt x="91440" y="30480"/>
                    </a:cubicBezTo>
                    <a:cubicBezTo>
                      <a:pt x="92710" y="35560"/>
                      <a:pt x="86360" y="41910"/>
                      <a:pt x="86360" y="41910"/>
                    </a:cubicBezTo>
                    <a:cubicBezTo>
                      <a:pt x="86360" y="40640"/>
                      <a:pt x="90170" y="29210"/>
                      <a:pt x="90170" y="29210"/>
                    </a:cubicBezTo>
                    <a:cubicBezTo>
                      <a:pt x="88900" y="29210"/>
                      <a:pt x="87630" y="40640"/>
                      <a:pt x="85090" y="40640"/>
                    </a:cubicBezTo>
                    <a:cubicBezTo>
                      <a:pt x="80010" y="43180"/>
                      <a:pt x="66040" y="20320"/>
                      <a:pt x="52070" y="15240"/>
                    </a:cubicBezTo>
                    <a:cubicBezTo>
                      <a:pt x="38100" y="10160"/>
                      <a:pt x="6350" y="17780"/>
                      <a:pt x="2540" y="12700"/>
                    </a:cubicBezTo>
                    <a:cubicBezTo>
                      <a:pt x="0" y="10160"/>
                      <a:pt x="5080" y="0"/>
                      <a:pt x="508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880020" y="2476500"/>
              <a:ext cx="224790" cy="196850"/>
              <a:chOff x="0" y="0"/>
              <a:chExt cx="224790" cy="19685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50800" y="50800"/>
                <a:ext cx="12192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21920" h="97790">
                    <a:moveTo>
                      <a:pt x="121920" y="8890"/>
                    </a:moveTo>
                    <a:cubicBezTo>
                      <a:pt x="52070" y="83820"/>
                      <a:pt x="16510" y="97790"/>
                      <a:pt x="6350" y="95250"/>
                    </a:cubicBezTo>
                    <a:cubicBezTo>
                      <a:pt x="2540" y="93980"/>
                      <a:pt x="0" y="85090"/>
                      <a:pt x="0" y="85090"/>
                    </a:cubicBezTo>
                    <a:cubicBezTo>
                      <a:pt x="0" y="85090"/>
                      <a:pt x="7620" y="95250"/>
                      <a:pt x="7620" y="93980"/>
                    </a:cubicBezTo>
                    <a:cubicBezTo>
                      <a:pt x="7620" y="93980"/>
                      <a:pt x="0" y="87630"/>
                      <a:pt x="1270" y="83820"/>
                    </a:cubicBezTo>
                    <a:cubicBezTo>
                      <a:pt x="3810" y="76200"/>
                      <a:pt x="43180" y="74930"/>
                      <a:pt x="60960" y="62230"/>
                    </a:cubicBezTo>
                    <a:cubicBezTo>
                      <a:pt x="81280" y="48260"/>
                      <a:pt x="102870" y="0"/>
                      <a:pt x="113030" y="0"/>
                    </a:cubicBezTo>
                    <a:cubicBezTo>
                      <a:pt x="116840" y="0"/>
                      <a:pt x="121920" y="8890"/>
                      <a:pt x="121920" y="889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12050" y="2138680"/>
              <a:ext cx="452120" cy="557530"/>
              <a:chOff x="0" y="0"/>
              <a:chExt cx="452120" cy="55753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40640" y="45720"/>
                <a:ext cx="360680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0680" h="469900">
                    <a:moveTo>
                      <a:pt x="336550" y="118110"/>
                    </a:moveTo>
                    <a:cubicBezTo>
                      <a:pt x="284480" y="46990"/>
                      <a:pt x="220980" y="25400"/>
                      <a:pt x="185420" y="17780"/>
                    </a:cubicBezTo>
                    <a:cubicBezTo>
                      <a:pt x="161290" y="12700"/>
                      <a:pt x="138430" y="12700"/>
                      <a:pt x="121920" y="17780"/>
                    </a:cubicBezTo>
                    <a:cubicBezTo>
                      <a:pt x="106680" y="21590"/>
                      <a:pt x="96520" y="27940"/>
                      <a:pt x="86360" y="39370"/>
                    </a:cubicBezTo>
                    <a:cubicBezTo>
                      <a:pt x="72390" y="55880"/>
                      <a:pt x="64770" y="80010"/>
                      <a:pt x="55880" y="109220"/>
                    </a:cubicBezTo>
                    <a:cubicBezTo>
                      <a:pt x="41910" y="154940"/>
                      <a:pt x="31750" y="234950"/>
                      <a:pt x="25400" y="288290"/>
                    </a:cubicBezTo>
                    <a:cubicBezTo>
                      <a:pt x="20320" y="331470"/>
                      <a:pt x="12700" y="375920"/>
                      <a:pt x="17780" y="403860"/>
                    </a:cubicBezTo>
                    <a:cubicBezTo>
                      <a:pt x="21590" y="421640"/>
                      <a:pt x="25400" y="436880"/>
                      <a:pt x="36830" y="444500"/>
                    </a:cubicBezTo>
                    <a:cubicBezTo>
                      <a:pt x="55880" y="455930"/>
                      <a:pt x="99060" y="450850"/>
                      <a:pt x="130810" y="445770"/>
                    </a:cubicBezTo>
                    <a:cubicBezTo>
                      <a:pt x="163830" y="439420"/>
                      <a:pt x="204470" y="421640"/>
                      <a:pt x="233680" y="407670"/>
                    </a:cubicBezTo>
                    <a:cubicBezTo>
                      <a:pt x="256540" y="397510"/>
                      <a:pt x="275590" y="389890"/>
                      <a:pt x="294640" y="375920"/>
                    </a:cubicBezTo>
                    <a:cubicBezTo>
                      <a:pt x="313690" y="360680"/>
                      <a:pt x="337820" y="318770"/>
                      <a:pt x="349250" y="316230"/>
                    </a:cubicBezTo>
                    <a:cubicBezTo>
                      <a:pt x="354330" y="316230"/>
                      <a:pt x="359410" y="320040"/>
                      <a:pt x="359410" y="323850"/>
                    </a:cubicBezTo>
                    <a:cubicBezTo>
                      <a:pt x="360680" y="335280"/>
                      <a:pt x="304800" y="383540"/>
                      <a:pt x="269240" y="406400"/>
                    </a:cubicBezTo>
                    <a:cubicBezTo>
                      <a:pt x="229870" y="429260"/>
                      <a:pt x="175260" y="449580"/>
                      <a:pt x="133350" y="458470"/>
                    </a:cubicBezTo>
                    <a:cubicBezTo>
                      <a:pt x="101600" y="464820"/>
                      <a:pt x="64770" y="469900"/>
                      <a:pt x="44450" y="459740"/>
                    </a:cubicBezTo>
                    <a:cubicBezTo>
                      <a:pt x="27940" y="452120"/>
                      <a:pt x="16510" y="438150"/>
                      <a:pt x="10160" y="419100"/>
                    </a:cubicBezTo>
                    <a:cubicBezTo>
                      <a:pt x="0" y="388620"/>
                      <a:pt x="7620" y="336550"/>
                      <a:pt x="11430" y="290830"/>
                    </a:cubicBezTo>
                    <a:cubicBezTo>
                      <a:pt x="16510" y="238760"/>
                      <a:pt x="26670" y="168910"/>
                      <a:pt x="40640" y="120650"/>
                    </a:cubicBezTo>
                    <a:cubicBezTo>
                      <a:pt x="52070" y="85090"/>
                      <a:pt x="62230" y="48260"/>
                      <a:pt x="80010" y="29210"/>
                    </a:cubicBezTo>
                    <a:cubicBezTo>
                      <a:pt x="91440" y="15240"/>
                      <a:pt x="106680" y="8890"/>
                      <a:pt x="124460" y="5080"/>
                    </a:cubicBezTo>
                    <a:cubicBezTo>
                      <a:pt x="147320" y="0"/>
                      <a:pt x="180340" y="5080"/>
                      <a:pt x="209550" y="12700"/>
                    </a:cubicBezTo>
                    <a:cubicBezTo>
                      <a:pt x="243840" y="21590"/>
                      <a:pt x="294640" y="39370"/>
                      <a:pt x="317500" y="59690"/>
                    </a:cubicBezTo>
                    <a:cubicBezTo>
                      <a:pt x="334010" y="74930"/>
                      <a:pt x="350520" y="105410"/>
                      <a:pt x="347980" y="113030"/>
                    </a:cubicBezTo>
                    <a:cubicBezTo>
                      <a:pt x="346710" y="116840"/>
                      <a:pt x="336550" y="118110"/>
                      <a:pt x="336550" y="1181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5" name="Group 155"/>
            <p:cNvGrpSpPr/>
            <p:nvPr/>
          </p:nvGrpSpPr>
          <p:grpSpPr>
            <a:xfrm>
              <a:off x="1121320" y="2119630"/>
              <a:ext cx="490220" cy="548640"/>
              <a:chOff x="0" y="0"/>
              <a:chExt cx="490220" cy="548640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48260" y="48260"/>
                <a:ext cx="393700" cy="45847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458470">
                    <a:moveTo>
                      <a:pt x="15240" y="130810"/>
                    </a:moveTo>
                    <a:cubicBezTo>
                      <a:pt x="76200" y="63500"/>
                      <a:pt x="88900" y="59690"/>
                      <a:pt x="107950" y="50800"/>
                    </a:cubicBezTo>
                    <a:cubicBezTo>
                      <a:pt x="140970" y="35560"/>
                      <a:pt x="207010" y="6350"/>
                      <a:pt x="245110" y="2540"/>
                    </a:cubicBezTo>
                    <a:cubicBezTo>
                      <a:pt x="270510" y="0"/>
                      <a:pt x="293370" y="3810"/>
                      <a:pt x="311150" y="11430"/>
                    </a:cubicBezTo>
                    <a:cubicBezTo>
                      <a:pt x="323850" y="19050"/>
                      <a:pt x="332740" y="30480"/>
                      <a:pt x="341630" y="44450"/>
                    </a:cubicBezTo>
                    <a:cubicBezTo>
                      <a:pt x="351790" y="59690"/>
                      <a:pt x="356870" y="78740"/>
                      <a:pt x="363220" y="104140"/>
                    </a:cubicBezTo>
                    <a:cubicBezTo>
                      <a:pt x="374650" y="143510"/>
                      <a:pt x="387350" y="214630"/>
                      <a:pt x="389890" y="256540"/>
                    </a:cubicBezTo>
                    <a:cubicBezTo>
                      <a:pt x="392430" y="284480"/>
                      <a:pt x="393700" y="306070"/>
                      <a:pt x="387350" y="327660"/>
                    </a:cubicBezTo>
                    <a:cubicBezTo>
                      <a:pt x="382270" y="350520"/>
                      <a:pt x="373380" y="373380"/>
                      <a:pt x="356870" y="389890"/>
                    </a:cubicBezTo>
                    <a:cubicBezTo>
                      <a:pt x="336550" y="410210"/>
                      <a:pt x="303530" y="422910"/>
                      <a:pt x="270510" y="433070"/>
                    </a:cubicBezTo>
                    <a:cubicBezTo>
                      <a:pt x="231140" y="444500"/>
                      <a:pt x="172720" y="458470"/>
                      <a:pt x="133350" y="449580"/>
                    </a:cubicBezTo>
                    <a:cubicBezTo>
                      <a:pt x="99060" y="440690"/>
                      <a:pt x="69850" y="414020"/>
                      <a:pt x="46990" y="392430"/>
                    </a:cubicBezTo>
                    <a:cubicBezTo>
                      <a:pt x="26670" y="374650"/>
                      <a:pt x="0" y="340360"/>
                      <a:pt x="2540" y="330200"/>
                    </a:cubicBezTo>
                    <a:cubicBezTo>
                      <a:pt x="2540" y="326390"/>
                      <a:pt x="11430" y="323850"/>
                      <a:pt x="12700" y="325120"/>
                    </a:cubicBezTo>
                    <a:cubicBezTo>
                      <a:pt x="12700" y="325120"/>
                      <a:pt x="2540" y="332740"/>
                      <a:pt x="2540" y="332740"/>
                    </a:cubicBezTo>
                    <a:cubicBezTo>
                      <a:pt x="3810" y="332740"/>
                      <a:pt x="8890" y="325120"/>
                      <a:pt x="12700" y="325120"/>
                    </a:cubicBezTo>
                    <a:cubicBezTo>
                      <a:pt x="22860" y="326390"/>
                      <a:pt x="36830" y="365760"/>
                      <a:pt x="54610" y="383540"/>
                    </a:cubicBezTo>
                    <a:cubicBezTo>
                      <a:pt x="74930" y="403860"/>
                      <a:pt x="101600" y="427990"/>
                      <a:pt x="133350" y="436880"/>
                    </a:cubicBezTo>
                    <a:cubicBezTo>
                      <a:pt x="170180" y="445770"/>
                      <a:pt x="227330" y="431800"/>
                      <a:pt x="265430" y="421640"/>
                    </a:cubicBezTo>
                    <a:cubicBezTo>
                      <a:pt x="295910" y="414020"/>
                      <a:pt x="326390" y="405130"/>
                      <a:pt x="345440" y="387350"/>
                    </a:cubicBezTo>
                    <a:cubicBezTo>
                      <a:pt x="361950" y="370840"/>
                      <a:pt x="369570" y="345440"/>
                      <a:pt x="375920" y="322580"/>
                    </a:cubicBezTo>
                    <a:cubicBezTo>
                      <a:pt x="381000" y="302260"/>
                      <a:pt x="379730" y="283210"/>
                      <a:pt x="377190" y="256540"/>
                    </a:cubicBezTo>
                    <a:cubicBezTo>
                      <a:pt x="374650" y="217170"/>
                      <a:pt x="360680" y="144780"/>
                      <a:pt x="351790" y="107950"/>
                    </a:cubicBezTo>
                    <a:cubicBezTo>
                      <a:pt x="345440" y="85090"/>
                      <a:pt x="342900" y="69850"/>
                      <a:pt x="335280" y="54610"/>
                    </a:cubicBezTo>
                    <a:cubicBezTo>
                      <a:pt x="327660" y="41910"/>
                      <a:pt x="318770" y="29210"/>
                      <a:pt x="303530" y="22860"/>
                    </a:cubicBezTo>
                    <a:cubicBezTo>
                      <a:pt x="281940" y="13970"/>
                      <a:pt x="241300" y="17780"/>
                      <a:pt x="208280" y="24130"/>
                    </a:cubicBezTo>
                    <a:cubicBezTo>
                      <a:pt x="168910" y="31750"/>
                      <a:pt x="115570" y="53340"/>
                      <a:pt x="83820" y="74930"/>
                    </a:cubicBezTo>
                    <a:cubicBezTo>
                      <a:pt x="58420" y="92710"/>
                      <a:pt x="35560" y="139700"/>
                      <a:pt x="24130" y="139700"/>
                    </a:cubicBezTo>
                    <a:cubicBezTo>
                      <a:pt x="19050" y="139700"/>
                      <a:pt x="15240" y="130810"/>
                      <a:pt x="15240" y="130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48B8B17-CEC7-460E-92FC-19E51E78BB2A}"/>
              </a:ext>
            </a:extLst>
          </p:cNvPr>
          <p:cNvGrpSpPr/>
          <p:nvPr/>
        </p:nvGrpSpPr>
        <p:grpSpPr>
          <a:xfrm>
            <a:off x="2123351" y="3244481"/>
            <a:ext cx="2069846" cy="2290762"/>
            <a:chOff x="3357758" y="3443892"/>
            <a:chExt cx="2069846" cy="2290762"/>
          </a:xfrm>
        </p:grpSpPr>
        <p:grpSp>
          <p:nvGrpSpPr>
            <p:cNvPr id="75" name="Group 75"/>
            <p:cNvGrpSpPr/>
            <p:nvPr/>
          </p:nvGrpSpPr>
          <p:grpSpPr>
            <a:xfrm>
              <a:off x="3357758" y="3443892"/>
              <a:ext cx="2069846" cy="2290762"/>
              <a:chOff x="0" y="0"/>
              <a:chExt cx="2759795" cy="3054350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0" y="770890"/>
                <a:ext cx="2362200" cy="2283460"/>
                <a:chOff x="0" y="0"/>
                <a:chExt cx="812800" cy="785707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0" y="0"/>
                  <a:ext cx="812800" cy="785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785707">
                      <a:moveTo>
                        <a:pt x="406400" y="0"/>
                      </a:moveTo>
                      <a:cubicBezTo>
                        <a:pt x="181951" y="0"/>
                        <a:pt x="0" y="175886"/>
                        <a:pt x="0" y="392853"/>
                      </a:cubicBezTo>
                      <a:cubicBezTo>
                        <a:pt x="0" y="609820"/>
                        <a:pt x="181951" y="785707"/>
                        <a:pt x="406400" y="785707"/>
                      </a:cubicBezTo>
                      <a:cubicBezTo>
                        <a:pt x="630849" y="785707"/>
                        <a:pt x="812800" y="609820"/>
                        <a:pt x="812800" y="392853"/>
                      </a:cubicBezTo>
                      <a:cubicBezTo>
                        <a:pt x="812800" y="175886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76200" y="45085"/>
                  <a:ext cx="660400" cy="66696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59"/>
                    </a:lnSpc>
                  </a:pPr>
                  <a:r>
                    <a:rPr lang="en-US" sz="2199">
                      <a:solidFill>
                        <a:srgbClr val="FFFFFF"/>
                      </a:solidFill>
                      <a:latin typeface="Arita Dotum Medium"/>
                    </a:rPr>
                    <a:t>                        </a:t>
                  </a:r>
                </a:p>
              </p:txBody>
            </p:sp>
          </p:grpSp>
          <p:grpSp>
            <p:nvGrpSpPr>
              <p:cNvPr id="79" name="Group 79"/>
              <p:cNvGrpSpPr/>
              <p:nvPr/>
            </p:nvGrpSpPr>
            <p:grpSpPr>
              <a:xfrm>
                <a:off x="463330" y="1525321"/>
                <a:ext cx="534304" cy="524648"/>
                <a:chOff x="0" y="0"/>
                <a:chExt cx="210820" cy="207010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50800" y="48260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67310"/>
                      </a:moveTo>
                      <a:cubicBezTo>
                        <a:pt x="12700" y="17780"/>
                        <a:pt x="21590" y="12700"/>
                        <a:pt x="30480" y="8890"/>
                      </a:cubicBezTo>
                      <a:cubicBezTo>
                        <a:pt x="41910" y="5080"/>
                        <a:pt x="57150" y="0"/>
                        <a:pt x="68580" y="2540"/>
                      </a:cubicBezTo>
                      <a:cubicBezTo>
                        <a:pt x="80010" y="3810"/>
                        <a:pt x="97790" y="16510"/>
                        <a:pt x="99060" y="20320"/>
                      </a:cubicBezTo>
                      <a:cubicBezTo>
                        <a:pt x="100330" y="20320"/>
                        <a:pt x="99060" y="21590"/>
                        <a:pt x="99060" y="21590"/>
                      </a:cubicBezTo>
                      <a:cubicBezTo>
                        <a:pt x="100330" y="21590"/>
                        <a:pt x="101600" y="21590"/>
                        <a:pt x="102870" y="22860"/>
                      </a:cubicBezTo>
                      <a:cubicBezTo>
                        <a:pt x="105410" y="26670"/>
                        <a:pt x="107950" y="41910"/>
                        <a:pt x="107950" y="50800"/>
                      </a:cubicBezTo>
                      <a:cubicBezTo>
                        <a:pt x="107950" y="60960"/>
                        <a:pt x="106680" y="73660"/>
                        <a:pt x="101600" y="82550"/>
                      </a:cubicBezTo>
                      <a:cubicBezTo>
                        <a:pt x="95250" y="91440"/>
                        <a:pt x="83820" y="100330"/>
                        <a:pt x="73660" y="104140"/>
                      </a:cubicBezTo>
                      <a:cubicBezTo>
                        <a:pt x="64770" y="107950"/>
                        <a:pt x="54610" y="107950"/>
                        <a:pt x="44450" y="106680"/>
                      </a:cubicBezTo>
                      <a:cubicBezTo>
                        <a:pt x="33020" y="105410"/>
                        <a:pt x="17780" y="99060"/>
                        <a:pt x="10160" y="91440"/>
                      </a:cubicBezTo>
                      <a:cubicBezTo>
                        <a:pt x="3810" y="85090"/>
                        <a:pt x="0" y="67310"/>
                        <a:pt x="0" y="6731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1" name="Group 81"/>
              <p:cNvGrpSpPr/>
              <p:nvPr/>
            </p:nvGrpSpPr>
            <p:grpSpPr>
              <a:xfrm>
                <a:off x="1300192" y="1531758"/>
                <a:ext cx="537523" cy="505336"/>
                <a:chOff x="0" y="0"/>
                <a:chExt cx="212090" cy="199390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48260" y="46990"/>
                  <a:ext cx="11557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101600">
                      <a:moveTo>
                        <a:pt x="76200" y="101600"/>
                      </a:moveTo>
                      <a:cubicBezTo>
                        <a:pt x="19050" y="90170"/>
                        <a:pt x="10160" y="77470"/>
                        <a:pt x="6350" y="66040"/>
                      </a:cubicBezTo>
                      <a:cubicBezTo>
                        <a:pt x="3810" y="55880"/>
                        <a:pt x="2540" y="41910"/>
                        <a:pt x="8890" y="31750"/>
                      </a:cubicBezTo>
                      <a:cubicBezTo>
                        <a:pt x="16510" y="20320"/>
                        <a:pt x="43180" y="7620"/>
                        <a:pt x="59690" y="5080"/>
                      </a:cubicBezTo>
                      <a:cubicBezTo>
                        <a:pt x="72390" y="2540"/>
                        <a:pt x="87630" y="5080"/>
                        <a:pt x="97790" y="10160"/>
                      </a:cubicBezTo>
                      <a:cubicBezTo>
                        <a:pt x="105410" y="15240"/>
                        <a:pt x="110490" y="24130"/>
                        <a:pt x="113030" y="33020"/>
                      </a:cubicBezTo>
                      <a:cubicBezTo>
                        <a:pt x="115570" y="43180"/>
                        <a:pt x="115570" y="58420"/>
                        <a:pt x="110490" y="68580"/>
                      </a:cubicBezTo>
                      <a:cubicBezTo>
                        <a:pt x="106680" y="77470"/>
                        <a:pt x="99060" y="87630"/>
                        <a:pt x="88900" y="91440"/>
                      </a:cubicBezTo>
                      <a:cubicBezTo>
                        <a:pt x="74930" y="99060"/>
                        <a:pt x="43180" y="101600"/>
                        <a:pt x="27940" y="95250"/>
                      </a:cubicBezTo>
                      <a:cubicBezTo>
                        <a:pt x="16510" y="90170"/>
                        <a:pt x="5080" y="78740"/>
                        <a:pt x="2540" y="67310"/>
                      </a:cubicBezTo>
                      <a:cubicBezTo>
                        <a:pt x="0" y="53340"/>
                        <a:pt x="6350" y="24130"/>
                        <a:pt x="17780" y="13970"/>
                      </a:cubicBezTo>
                      <a:cubicBezTo>
                        <a:pt x="30480" y="3810"/>
                        <a:pt x="62230" y="0"/>
                        <a:pt x="76200" y="3810"/>
                      </a:cubicBezTo>
                      <a:cubicBezTo>
                        <a:pt x="87630" y="7620"/>
                        <a:pt x="102870" y="22860"/>
                        <a:pt x="101600" y="30480"/>
                      </a:cubicBezTo>
                      <a:cubicBezTo>
                        <a:pt x="101600" y="39370"/>
                        <a:pt x="82550" y="54610"/>
                        <a:pt x="73660" y="54610"/>
                      </a:cubicBezTo>
                      <a:cubicBezTo>
                        <a:pt x="67310" y="55880"/>
                        <a:pt x="57150" y="48260"/>
                        <a:pt x="54610" y="41910"/>
                      </a:cubicBezTo>
                      <a:cubicBezTo>
                        <a:pt x="50800" y="35560"/>
                        <a:pt x="50800" y="24130"/>
                        <a:pt x="54610" y="17780"/>
                      </a:cubicBezTo>
                      <a:cubicBezTo>
                        <a:pt x="58420" y="11430"/>
                        <a:pt x="73660" y="3810"/>
                        <a:pt x="82550" y="5080"/>
                      </a:cubicBezTo>
                      <a:cubicBezTo>
                        <a:pt x="88900" y="6350"/>
                        <a:pt x="97790" y="13970"/>
                        <a:pt x="100330" y="20320"/>
                      </a:cubicBezTo>
                      <a:cubicBezTo>
                        <a:pt x="102870" y="27940"/>
                        <a:pt x="99060" y="44450"/>
                        <a:pt x="91440" y="49530"/>
                      </a:cubicBezTo>
                      <a:cubicBezTo>
                        <a:pt x="85090" y="55880"/>
                        <a:pt x="57150" y="48260"/>
                        <a:pt x="57150" y="50800"/>
                      </a:cubicBezTo>
                      <a:cubicBezTo>
                        <a:pt x="57150" y="53340"/>
                        <a:pt x="95250" y="58420"/>
                        <a:pt x="100330" y="67310"/>
                      </a:cubicBezTo>
                      <a:cubicBezTo>
                        <a:pt x="104140" y="73660"/>
                        <a:pt x="101600" y="85090"/>
                        <a:pt x="97790" y="90170"/>
                      </a:cubicBezTo>
                      <a:cubicBezTo>
                        <a:pt x="93980" y="96520"/>
                        <a:pt x="76200" y="101600"/>
                        <a:pt x="76200" y="10160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3" name="Group 83"/>
              <p:cNvGrpSpPr/>
              <p:nvPr/>
            </p:nvGrpSpPr>
            <p:grpSpPr>
              <a:xfrm>
                <a:off x="678983" y="1911565"/>
                <a:ext cx="923766" cy="572928"/>
                <a:chOff x="0" y="0"/>
                <a:chExt cx="364490" cy="226060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44450" y="49530"/>
                  <a:ext cx="27432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0" h="129540">
                      <a:moveTo>
                        <a:pt x="19050" y="8890"/>
                      </a:moveTo>
                      <a:cubicBezTo>
                        <a:pt x="24130" y="69850"/>
                        <a:pt x="34290" y="86360"/>
                        <a:pt x="50800" y="95250"/>
                      </a:cubicBezTo>
                      <a:cubicBezTo>
                        <a:pt x="73660" y="109220"/>
                        <a:pt x="123190" y="115570"/>
                        <a:pt x="154940" y="111760"/>
                      </a:cubicBezTo>
                      <a:cubicBezTo>
                        <a:pt x="184150" y="109220"/>
                        <a:pt x="218440" y="99060"/>
                        <a:pt x="234950" y="80010"/>
                      </a:cubicBezTo>
                      <a:cubicBezTo>
                        <a:pt x="251460" y="62230"/>
                        <a:pt x="246380" y="7620"/>
                        <a:pt x="255270" y="1270"/>
                      </a:cubicBezTo>
                      <a:cubicBezTo>
                        <a:pt x="259080" y="0"/>
                        <a:pt x="266700" y="1270"/>
                        <a:pt x="269240" y="5080"/>
                      </a:cubicBezTo>
                      <a:cubicBezTo>
                        <a:pt x="274320" y="13970"/>
                        <a:pt x="260350" y="71120"/>
                        <a:pt x="241300" y="90170"/>
                      </a:cubicBezTo>
                      <a:cubicBezTo>
                        <a:pt x="223520" y="110490"/>
                        <a:pt x="186690" y="121920"/>
                        <a:pt x="156210" y="125730"/>
                      </a:cubicBezTo>
                      <a:cubicBezTo>
                        <a:pt x="123190" y="129540"/>
                        <a:pt x="76200" y="125730"/>
                        <a:pt x="49530" y="110490"/>
                      </a:cubicBezTo>
                      <a:cubicBezTo>
                        <a:pt x="29210" y="99060"/>
                        <a:pt x="12700" y="74930"/>
                        <a:pt x="6350" y="55880"/>
                      </a:cubicBezTo>
                      <a:cubicBezTo>
                        <a:pt x="0" y="40640"/>
                        <a:pt x="1270" y="11430"/>
                        <a:pt x="6350" y="6350"/>
                      </a:cubicBezTo>
                      <a:cubicBezTo>
                        <a:pt x="8890" y="5080"/>
                        <a:pt x="19050" y="8890"/>
                        <a:pt x="19050" y="889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5" name="Group 85"/>
              <p:cNvGrpSpPr/>
              <p:nvPr/>
            </p:nvGrpSpPr>
            <p:grpSpPr>
              <a:xfrm>
                <a:off x="157554" y="1744192"/>
                <a:ext cx="614771" cy="527867"/>
                <a:chOff x="0" y="0"/>
                <a:chExt cx="242570" cy="208280"/>
              </a:xfrm>
            </p:grpSpPr>
            <p:sp>
              <p:nvSpPr>
                <p:cNvPr id="86" name="Freeform 86"/>
                <p:cNvSpPr/>
                <p:nvPr/>
              </p:nvSpPr>
              <p:spPr>
                <a:xfrm>
                  <a:off x="46990" y="50800"/>
                  <a:ext cx="15621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10" h="114300">
                      <a:moveTo>
                        <a:pt x="36830" y="0"/>
                      </a:moveTo>
                      <a:cubicBezTo>
                        <a:pt x="156210" y="58420"/>
                        <a:pt x="153670" y="96520"/>
                        <a:pt x="142240" y="105410"/>
                      </a:cubicBezTo>
                      <a:cubicBezTo>
                        <a:pt x="129540" y="114300"/>
                        <a:pt x="87630" y="96520"/>
                        <a:pt x="63500" y="87630"/>
                      </a:cubicBezTo>
                      <a:cubicBezTo>
                        <a:pt x="41910" y="78740"/>
                        <a:pt x="7620" y="69850"/>
                        <a:pt x="3810" y="54610"/>
                      </a:cubicBezTo>
                      <a:cubicBezTo>
                        <a:pt x="0" y="39370"/>
                        <a:pt x="36830" y="0"/>
                        <a:pt x="36830" y="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7" name="Group 87"/>
              <p:cNvGrpSpPr/>
              <p:nvPr/>
            </p:nvGrpSpPr>
            <p:grpSpPr>
              <a:xfrm>
                <a:off x="1560906" y="1721662"/>
                <a:ext cx="643740" cy="566491"/>
                <a:chOff x="0" y="0"/>
                <a:chExt cx="254000" cy="223520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50800" y="55880"/>
                  <a:ext cx="15748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80" h="127000">
                      <a:moveTo>
                        <a:pt x="0" y="54610"/>
                      </a:moveTo>
                      <a:cubicBezTo>
                        <a:pt x="137160" y="0"/>
                        <a:pt x="157480" y="33020"/>
                        <a:pt x="152400" y="49530"/>
                      </a:cubicBezTo>
                      <a:cubicBezTo>
                        <a:pt x="144780" y="74930"/>
                        <a:pt x="41910" y="127000"/>
                        <a:pt x="17780" y="116840"/>
                      </a:cubicBezTo>
                      <a:cubicBezTo>
                        <a:pt x="2540" y="110490"/>
                        <a:pt x="0" y="54610"/>
                        <a:pt x="0" y="5461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9" name="Group 89"/>
              <p:cNvGrpSpPr/>
              <p:nvPr/>
            </p:nvGrpSpPr>
            <p:grpSpPr>
              <a:xfrm>
                <a:off x="1390735" y="220980"/>
                <a:ext cx="880110" cy="656590"/>
                <a:chOff x="0" y="0"/>
                <a:chExt cx="880110" cy="656590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49530" y="48260"/>
                  <a:ext cx="784860" cy="557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860" h="557530">
                      <a:moveTo>
                        <a:pt x="10160" y="467360"/>
                      </a:moveTo>
                      <a:cubicBezTo>
                        <a:pt x="302260" y="35560"/>
                        <a:pt x="307340" y="29210"/>
                        <a:pt x="318770" y="20320"/>
                      </a:cubicBezTo>
                      <a:cubicBezTo>
                        <a:pt x="331470" y="11430"/>
                        <a:pt x="346710" y="0"/>
                        <a:pt x="361950" y="2540"/>
                      </a:cubicBezTo>
                      <a:cubicBezTo>
                        <a:pt x="381000" y="5080"/>
                        <a:pt x="411480" y="33020"/>
                        <a:pt x="420370" y="50800"/>
                      </a:cubicBezTo>
                      <a:cubicBezTo>
                        <a:pt x="426720" y="66040"/>
                        <a:pt x="421640" y="77470"/>
                        <a:pt x="421640" y="97790"/>
                      </a:cubicBezTo>
                      <a:cubicBezTo>
                        <a:pt x="422910" y="140970"/>
                        <a:pt x="444500" y="276860"/>
                        <a:pt x="422910" y="299720"/>
                      </a:cubicBezTo>
                      <a:cubicBezTo>
                        <a:pt x="411480" y="309880"/>
                        <a:pt x="374650" y="303530"/>
                        <a:pt x="373380" y="299720"/>
                      </a:cubicBezTo>
                      <a:cubicBezTo>
                        <a:pt x="370840" y="289560"/>
                        <a:pt x="532130" y="222250"/>
                        <a:pt x="590550" y="204470"/>
                      </a:cubicBezTo>
                      <a:cubicBezTo>
                        <a:pt x="627380" y="194310"/>
                        <a:pt x="656590" y="185420"/>
                        <a:pt x="684530" y="189230"/>
                      </a:cubicBezTo>
                      <a:cubicBezTo>
                        <a:pt x="708660" y="191770"/>
                        <a:pt x="731520" y="199390"/>
                        <a:pt x="746760" y="217170"/>
                      </a:cubicBezTo>
                      <a:cubicBezTo>
                        <a:pt x="767080" y="240030"/>
                        <a:pt x="775970" y="287020"/>
                        <a:pt x="779780" y="331470"/>
                      </a:cubicBezTo>
                      <a:cubicBezTo>
                        <a:pt x="784860" y="389890"/>
                        <a:pt x="777240" y="505460"/>
                        <a:pt x="759460" y="535940"/>
                      </a:cubicBezTo>
                      <a:cubicBezTo>
                        <a:pt x="751840" y="548640"/>
                        <a:pt x="741680" y="552450"/>
                        <a:pt x="731520" y="554990"/>
                      </a:cubicBezTo>
                      <a:cubicBezTo>
                        <a:pt x="721360" y="557530"/>
                        <a:pt x="708660" y="557530"/>
                        <a:pt x="698500" y="552450"/>
                      </a:cubicBezTo>
                      <a:cubicBezTo>
                        <a:pt x="685800" y="547370"/>
                        <a:pt x="670560" y="528320"/>
                        <a:pt x="666750" y="515620"/>
                      </a:cubicBezTo>
                      <a:cubicBezTo>
                        <a:pt x="662940" y="504190"/>
                        <a:pt x="664210" y="491490"/>
                        <a:pt x="670560" y="482600"/>
                      </a:cubicBezTo>
                      <a:cubicBezTo>
                        <a:pt x="676910" y="469900"/>
                        <a:pt x="694690" y="454660"/>
                        <a:pt x="708660" y="452120"/>
                      </a:cubicBezTo>
                      <a:cubicBezTo>
                        <a:pt x="723900" y="449580"/>
                        <a:pt x="745490" y="457200"/>
                        <a:pt x="755650" y="468630"/>
                      </a:cubicBezTo>
                      <a:cubicBezTo>
                        <a:pt x="765810" y="478790"/>
                        <a:pt x="770890" y="501650"/>
                        <a:pt x="768350" y="515620"/>
                      </a:cubicBezTo>
                      <a:cubicBezTo>
                        <a:pt x="767080" y="527050"/>
                        <a:pt x="759460" y="537210"/>
                        <a:pt x="751840" y="543560"/>
                      </a:cubicBezTo>
                      <a:cubicBezTo>
                        <a:pt x="742950" y="551180"/>
                        <a:pt x="730250" y="556260"/>
                        <a:pt x="720090" y="556260"/>
                      </a:cubicBezTo>
                      <a:cubicBezTo>
                        <a:pt x="709930" y="557530"/>
                        <a:pt x="697230" y="553720"/>
                        <a:pt x="688340" y="547370"/>
                      </a:cubicBezTo>
                      <a:cubicBezTo>
                        <a:pt x="679450" y="541020"/>
                        <a:pt x="671830" y="534670"/>
                        <a:pt x="668020" y="520700"/>
                      </a:cubicBezTo>
                      <a:cubicBezTo>
                        <a:pt x="656590" y="486410"/>
                        <a:pt x="680720" y="361950"/>
                        <a:pt x="674370" y="318770"/>
                      </a:cubicBezTo>
                      <a:cubicBezTo>
                        <a:pt x="671830" y="298450"/>
                        <a:pt x="656590" y="281940"/>
                        <a:pt x="661670" y="275590"/>
                      </a:cubicBezTo>
                      <a:cubicBezTo>
                        <a:pt x="666750" y="267970"/>
                        <a:pt x="709930" y="273050"/>
                        <a:pt x="711200" y="278130"/>
                      </a:cubicBezTo>
                      <a:cubicBezTo>
                        <a:pt x="712470" y="290830"/>
                        <a:pt x="483870" y="381000"/>
                        <a:pt x="417830" y="391160"/>
                      </a:cubicBezTo>
                      <a:cubicBezTo>
                        <a:pt x="386080" y="396240"/>
                        <a:pt x="361950" y="397510"/>
                        <a:pt x="345440" y="386080"/>
                      </a:cubicBezTo>
                      <a:cubicBezTo>
                        <a:pt x="330200" y="375920"/>
                        <a:pt x="326390" y="354330"/>
                        <a:pt x="321310" y="328930"/>
                      </a:cubicBezTo>
                      <a:cubicBezTo>
                        <a:pt x="312420" y="281940"/>
                        <a:pt x="316230" y="166370"/>
                        <a:pt x="322580" y="121920"/>
                      </a:cubicBezTo>
                      <a:cubicBezTo>
                        <a:pt x="325120" y="99060"/>
                        <a:pt x="325120" y="77470"/>
                        <a:pt x="335280" y="72390"/>
                      </a:cubicBezTo>
                      <a:cubicBezTo>
                        <a:pt x="346710" y="64770"/>
                        <a:pt x="387350" y="76200"/>
                        <a:pt x="391160" y="87630"/>
                      </a:cubicBezTo>
                      <a:cubicBezTo>
                        <a:pt x="396240" y="104140"/>
                        <a:pt x="347980" y="133350"/>
                        <a:pt x="317500" y="172720"/>
                      </a:cubicBezTo>
                      <a:cubicBezTo>
                        <a:pt x="260350" y="248920"/>
                        <a:pt x="125730" y="478790"/>
                        <a:pt x="83820" y="520700"/>
                      </a:cubicBezTo>
                      <a:cubicBezTo>
                        <a:pt x="72390" y="532130"/>
                        <a:pt x="67310" y="537210"/>
                        <a:pt x="57150" y="538480"/>
                      </a:cubicBezTo>
                      <a:cubicBezTo>
                        <a:pt x="45720" y="541020"/>
                        <a:pt x="25400" y="534670"/>
                        <a:pt x="16510" y="527050"/>
                      </a:cubicBezTo>
                      <a:cubicBezTo>
                        <a:pt x="7620" y="520700"/>
                        <a:pt x="2540" y="509270"/>
                        <a:pt x="1270" y="499110"/>
                      </a:cubicBezTo>
                      <a:cubicBezTo>
                        <a:pt x="0" y="488950"/>
                        <a:pt x="10160" y="467360"/>
                        <a:pt x="10160" y="46736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1" name="Group 91"/>
              <p:cNvGrpSpPr/>
              <p:nvPr/>
            </p:nvGrpSpPr>
            <p:grpSpPr>
              <a:xfrm>
                <a:off x="2025735" y="624840"/>
                <a:ext cx="595630" cy="748030"/>
                <a:chOff x="0" y="0"/>
                <a:chExt cx="595630" cy="748030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49530" y="45720"/>
                  <a:ext cx="497840" cy="65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40" h="654050">
                      <a:moveTo>
                        <a:pt x="99060" y="80010"/>
                      </a:moveTo>
                      <a:cubicBezTo>
                        <a:pt x="419100" y="2540"/>
                        <a:pt x="439420" y="0"/>
                        <a:pt x="455930" y="10160"/>
                      </a:cubicBezTo>
                      <a:cubicBezTo>
                        <a:pt x="473710" y="20320"/>
                        <a:pt x="492760" y="41910"/>
                        <a:pt x="494030" y="63500"/>
                      </a:cubicBezTo>
                      <a:cubicBezTo>
                        <a:pt x="497840" y="97790"/>
                        <a:pt x="459740" y="152400"/>
                        <a:pt x="433070" y="195580"/>
                      </a:cubicBezTo>
                      <a:cubicBezTo>
                        <a:pt x="406400" y="241300"/>
                        <a:pt x="369570" y="287020"/>
                        <a:pt x="331470" y="330200"/>
                      </a:cubicBezTo>
                      <a:cubicBezTo>
                        <a:pt x="290830" y="377190"/>
                        <a:pt x="237490" y="415290"/>
                        <a:pt x="198120" y="464820"/>
                      </a:cubicBezTo>
                      <a:cubicBezTo>
                        <a:pt x="157480" y="515620"/>
                        <a:pt x="124460" y="605790"/>
                        <a:pt x="92710" y="632460"/>
                      </a:cubicBezTo>
                      <a:cubicBezTo>
                        <a:pt x="77470" y="646430"/>
                        <a:pt x="62230" y="651510"/>
                        <a:pt x="48260" y="651510"/>
                      </a:cubicBezTo>
                      <a:cubicBezTo>
                        <a:pt x="36830" y="652780"/>
                        <a:pt x="25400" y="646430"/>
                        <a:pt x="17780" y="638810"/>
                      </a:cubicBezTo>
                      <a:cubicBezTo>
                        <a:pt x="10160" y="632460"/>
                        <a:pt x="2540" y="622300"/>
                        <a:pt x="1270" y="610870"/>
                      </a:cubicBezTo>
                      <a:cubicBezTo>
                        <a:pt x="0" y="596900"/>
                        <a:pt x="5080" y="575310"/>
                        <a:pt x="15240" y="565150"/>
                      </a:cubicBezTo>
                      <a:cubicBezTo>
                        <a:pt x="25400" y="554990"/>
                        <a:pt x="46990" y="547370"/>
                        <a:pt x="60960" y="549910"/>
                      </a:cubicBezTo>
                      <a:cubicBezTo>
                        <a:pt x="74930" y="552450"/>
                        <a:pt x="92710" y="567690"/>
                        <a:pt x="99060" y="580390"/>
                      </a:cubicBezTo>
                      <a:cubicBezTo>
                        <a:pt x="104140" y="589280"/>
                        <a:pt x="105410" y="601980"/>
                        <a:pt x="101600" y="612140"/>
                      </a:cubicBezTo>
                      <a:cubicBezTo>
                        <a:pt x="97790" y="624840"/>
                        <a:pt x="83820" y="643890"/>
                        <a:pt x="69850" y="648970"/>
                      </a:cubicBezTo>
                      <a:cubicBezTo>
                        <a:pt x="57150" y="654050"/>
                        <a:pt x="34290" y="648970"/>
                        <a:pt x="22860" y="642620"/>
                      </a:cubicBezTo>
                      <a:cubicBezTo>
                        <a:pt x="12700" y="637540"/>
                        <a:pt x="6350" y="626110"/>
                        <a:pt x="2540" y="615950"/>
                      </a:cubicBezTo>
                      <a:cubicBezTo>
                        <a:pt x="0" y="605790"/>
                        <a:pt x="0" y="595630"/>
                        <a:pt x="3810" y="582930"/>
                      </a:cubicBezTo>
                      <a:cubicBezTo>
                        <a:pt x="7620" y="566420"/>
                        <a:pt x="19050" y="548640"/>
                        <a:pt x="31750" y="527050"/>
                      </a:cubicBezTo>
                      <a:cubicBezTo>
                        <a:pt x="49530" y="497840"/>
                        <a:pt x="74930" y="461010"/>
                        <a:pt x="104140" y="424180"/>
                      </a:cubicBezTo>
                      <a:cubicBezTo>
                        <a:pt x="142240" y="378460"/>
                        <a:pt x="199390" y="331470"/>
                        <a:pt x="245110" y="274320"/>
                      </a:cubicBezTo>
                      <a:cubicBezTo>
                        <a:pt x="297180" y="209550"/>
                        <a:pt x="382270" y="48260"/>
                        <a:pt x="397510" y="52070"/>
                      </a:cubicBezTo>
                      <a:cubicBezTo>
                        <a:pt x="405130" y="54610"/>
                        <a:pt x="410210" y="88900"/>
                        <a:pt x="398780" y="102870"/>
                      </a:cubicBezTo>
                      <a:cubicBezTo>
                        <a:pt x="369570" y="138430"/>
                        <a:pt x="154940" y="182880"/>
                        <a:pt x="105410" y="168910"/>
                      </a:cubicBezTo>
                      <a:cubicBezTo>
                        <a:pt x="85090" y="162560"/>
                        <a:pt x="72390" y="144780"/>
                        <a:pt x="68580" y="132080"/>
                      </a:cubicBezTo>
                      <a:cubicBezTo>
                        <a:pt x="64770" y="121920"/>
                        <a:pt x="68580" y="109220"/>
                        <a:pt x="73660" y="100330"/>
                      </a:cubicBezTo>
                      <a:cubicBezTo>
                        <a:pt x="78740" y="91440"/>
                        <a:pt x="99060" y="80010"/>
                        <a:pt x="99060" y="8001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3" name="Group 93"/>
              <p:cNvGrpSpPr/>
              <p:nvPr/>
            </p:nvGrpSpPr>
            <p:grpSpPr>
              <a:xfrm>
                <a:off x="1361525" y="697230"/>
                <a:ext cx="835660" cy="665480"/>
                <a:chOff x="0" y="0"/>
                <a:chExt cx="835660" cy="665480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49530" y="50800"/>
                  <a:ext cx="739140" cy="56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9140" h="565150">
                      <a:moveTo>
                        <a:pt x="53340" y="0"/>
                      </a:moveTo>
                      <a:cubicBezTo>
                        <a:pt x="317500" y="123190"/>
                        <a:pt x="381000" y="168910"/>
                        <a:pt x="439420" y="210820"/>
                      </a:cubicBezTo>
                      <a:cubicBezTo>
                        <a:pt x="492760" y="251460"/>
                        <a:pt x="539750" y="289560"/>
                        <a:pt x="586740" y="335280"/>
                      </a:cubicBezTo>
                      <a:cubicBezTo>
                        <a:pt x="637540" y="382270"/>
                        <a:pt x="717550" y="450850"/>
                        <a:pt x="731520" y="490220"/>
                      </a:cubicBezTo>
                      <a:cubicBezTo>
                        <a:pt x="739140" y="509270"/>
                        <a:pt x="737870" y="525780"/>
                        <a:pt x="730250" y="538480"/>
                      </a:cubicBezTo>
                      <a:cubicBezTo>
                        <a:pt x="723900" y="551180"/>
                        <a:pt x="703580" y="562610"/>
                        <a:pt x="689610" y="563880"/>
                      </a:cubicBezTo>
                      <a:cubicBezTo>
                        <a:pt x="675640" y="565150"/>
                        <a:pt x="655320" y="554990"/>
                        <a:pt x="645160" y="544830"/>
                      </a:cubicBezTo>
                      <a:cubicBezTo>
                        <a:pt x="637540" y="537210"/>
                        <a:pt x="635000" y="524510"/>
                        <a:pt x="635000" y="514350"/>
                      </a:cubicBezTo>
                      <a:cubicBezTo>
                        <a:pt x="633730" y="504190"/>
                        <a:pt x="636270" y="491490"/>
                        <a:pt x="643890" y="482600"/>
                      </a:cubicBezTo>
                      <a:cubicBezTo>
                        <a:pt x="652780" y="472440"/>
                        <a:pt x="674370" y="462280"/>
                        <a:pt x="687070" y="462280"/>
                      </a:cubicBezTo>
                      <a:cubicBezTo>
                        <a:pt x="698500" y="461010"/>
                        <a:pt x="709930" y="466090"/>
                        <a:pt x="717550" y="472440"/>
                      </a:cubicBezTo>
                      <a:cubicBezTo>
                        <a:pt x="726440" y="480060"/>
                        <a:pt x="734060" y="490220"/>
                        <a:pt x="735330" y="500380"/>
                      </a:cubicBezTo>
                      <a:cubicBezTo>
                        <a:pt x="737870" y="514350"/>
                        <a:pt x="734060" y="537210"/>
                        <a:pt x="723900" y="547370"/>
                      </a:cubicBezTo>
                      <a:cubicBezTo>
                        <a:pt x="715010" y="557530"/>
                        <a:pt x="692150" y="565150"/>
                        <a:pt x="679450" y="563880"/>
                      </a:cubicBezTo>
                      <a:cubicBezTo>
                        <a:pt x="668020" y="563880"/>
                        <a:pt x="662940" y="558800"/>
                        <a:pt x="648970" y="549910"/>
                      </a:cubicBezTo>
                      <a:cubicBezTo>
                        <a:pt x="609600" y="520700"/>
                        <a:pt x="508000" y="397510"/>
                        <a:pt x="439420" y="336550"/>
                      </a:cubicBezTo>
                      <a:cubicBezTo>
                        <a:pt x="381000" y="285750"/>
                        <a:pt x="328930" y="247650"/>
                        <a:pt x="269240" y="207010"/>
                      </a:cubicBezTo>
                      <a:cubicBezTo>
                        <a:pt x="207010" y="166370"/>
                        <a:pt x="116840" y="114300"/>
                        <a:pt x="71120" y="96520"/>
                      </a:cubicBezTo>
                      <a:cubicBezTo>
                        <a:pt x="48260" y="87630"/>
                        <a:pt x="29210" y="92710"/>
                        <a:pt x="17780" y="82550"/>
                      </a:cubicBezTo>
                      <a:cubicBezTo>
                        <a:pt x="6350" y="71120"/>
                        <a:pt x="0" y="45720"/>
                        <a:pt x="1270" y="33020"/>
                      </a:cubicBezTo>
                      <a:cubicBezTo>
                        <a:pt x="3810" y="21590"/>
                        <a:pt x="12700" y="12700"/>
                        <a:pt x="21590" y="6350"/>
                      </a:cubicBezTo>
                      <a:cubicBezTo>
                        <a:pt x="30480" y="1270"/>
                        <a:pt x="53340" y="0"/>
                        <a:pt x="53340" y="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5" name="Group 95"/>
              <p:cNvGrpSpPr/>
              <p:nvPr/>
            </p:nvGrpSpPr>
            <p:grpSpPr>
              <a:xfrm>
                <a:off x="1741255" y="0"/>
                <a:ext cx="185420" cy="189230"/>
                <a:chOff x="0" y="0"/>
                <a:chExt cx="185420" cy="189230"/>
              </a:xfrm>
            </p:grpSpPr>
            <p:sp>
              <p:nvSpPr>
                <p:cNvPr id="96" name="Freeform 96"/>
                <p:cNvSpPr/>
                <p:nvPr/>
              </p:nvSpPr>
              <p:spPr>
                <a:xfrm>
                  <a:off x="46990" y="48260"/>
                  <a:ext cx="8636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60" h="90170">
                      <a:moveTo>
                        <a:pt x="86360" y="31750"/>
                      </a:moveTo>
                      <a:cubicBezTo>
                        <a:pt x="74930" y="78740"/>
                        <a:pt x="68580" y="82550"/>
                        <a:pt x="62230" y="85090"/>
                      </a:cubicBezTo>
                      <a:cubicBezTo>
                        <a:pt x="55880" y="87630"/>
                        <a:pt x="49530" y="90170"/>
                        <a:pt x="41910" y="88900"/>
                      </a:cubicBezTo>
                      <a:cubicBezTo>
                        <a:pt x="31750" y="86360"/>
                        <a:pt x="12700" y="77470"/>
                        <a:pt x="6350" y="67310"/>
                      </a:cubicBezTo>
                      <a:cubicBezTo>
                        <a:pt x="0" y="57150"/>
                        <a:pt x="1270" y="36830"/>
                        <a:pt x="3810" y="26670"/>
                      </a:cubicBezTo>
                      <a:cubicBezTo>
                        <a:pt x="6350" y="19050"/>
                        <a:pt x="10160" y="13970"/>
                        <a:pt x="16510" y="8890"/>
                      </a:cubicBezTo>
                      <a:cubicBezTo>
                        <a:pt x="26670" y="3810"/>
                        <a:pt x="46990" y="0"/>
                        <a:pt x="57150" y="2540"/>
                      </a:cubicBezTo>
                      <a:cubicBezTo>
                        <a:pt x="64770" y="3810"/>
                        <a:pt x="76200" y="12700"/>
                        <a:pt x="76200" y="1270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7" name="Group 97"/>
              <p:cNvGrpSpPr/>
              <p:nvPr/>
            </p:nvGrpSpPr>
            <p:grpSpPr>
              <a:xfrm>
                <a:off x="2218775" y="172720"/>
                <a:ext cx="185420" cy="189230"/>
                <a:chOff x="0" y="0"/>
                <a:chExt cx="185420" cy="189230"/>
              </a:xfrm>
            </p:grpSpPr>
            <p:sp>
              <p:nvSpPr>
                <p:cNvPr id="98" name="Freeform 98"/>
                <p:cNvSpPr/>
                <p:nvPr/>
              </p:nvSpPr>
              <p:spPr>
                <a:xfrm>
                  <a:off x="46990" y="48260"/>
                  <a:ext cx="8636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60" h="90170">
                      <a:moveTo>
                        <a:pt x="86360" y="31750"/>
                      </a:moveTo>
                      <a:cubicBezTo>
                        <a:pt x="74930" y="78740"/>
                        <a:pt x="68580" y="82550"/>
                        <a:pt x="62230" y="85090"/>
                      </a:cubicBezTo>
                      <a:cubicBezTo>
                        <a:pt x="55880" y="87630"/>
                        <a:pt x="49530" y="90170"/>
                        <a:pt x="41910" y="88900"/>
                      </a:cubicBezTo>
                      <a:cubicBezTo>
                        <a:pt x="31750" y="86360"/>
                        <a:pt x="12700" y="77470"/>
                        <a:pt x="6350" y="67310"/>
                      </a:cubicBezTo>
                      <a:cubicBezTo>
                        <a:pt x="0" y="57150"/>
                        <a:pt x="1270" y="36830"/>
                        <a:pt x="3810" y="26670"/>
                      </a:cubicBezTo>
                      <a:cubicBezTo>
                        <a:pt x="6350" y="19050"/>
                        <a:pt x="10160" y="13970"/>
                        <a:pt x="16510" y="8890"/>
                      </a:cubicBezTo>
                      <a:cubicBezTo>
                        <a:pt x="26670" y="3810"/>
                        <a:pt x="46990" y="0"/>
                        <a:pt x="57150" y="2540"/>
                      </a:cubicBezTo>
                      <a:cubicBezTo>
                        <a:pt x="64770" y="3810"/>
                        <a:pt x="76200" y="12700"/>
                        <a:pt x="76200" y="1270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9" name="Group 99"/>
              <p:cNvGrpSpPr/>
              <p:nvPr/>
            </p:nvGrpSpPr>
            <p:grpSpPr>
              <a:xfrm>
                <a:off x="2574375" y="487680"/>
                <a:ext cx="185420" cy="189230"/>
                <a:chOff x="0" y="0"/>
                <a:chExt cx="185420" cy="189230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46990" y="48260"/>
                  <a:ext cx="8636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60" h="90170">
                      <a:moveTo>
                        <a:pt x="86360" y="31750"/>
                      </a:moveTo>
                      <a:cubicBezTo>
                        <a:pt x="74930" y="78740"/>
                        <a:pt x="68580" y="82550"/>
                        <a:pt x="62230" y="85090"/>
                      </a:cubicBezTo>
                      <a:cubicBezTo>
                        <a:pt x="55880" y="87630"/>
                        <a:pt x="49530" y="90170"/>
                        <a:pt x="41910" y="88900"/>
                      </a:cubicBezTo>
                      <a:cubicBezTo>
                        <a:pt x="31750" y="86360"/>
                        <a:pt x="12700" y="77470"/>
                        <a:pt x="6350" y="67310"/>
                      </a:cubicBezTo>
                      <a:cubicBezTo>
                        <a:pt x="0" y="57150"/>
                        <a:pt x="1270" y="36830"/>
                        <a:pt x="3810" y="26670"/>
                      </a:cubicBezTo>
                      <a:cubicBezTo>
                        <a:pt x="6350" y="19050"/>
                        <a:pt x="10160" y="13970"/>
                        <a:pt x="16510" y="8890"/>
                      </a:cubicBezTo>
                      <a:cubicBezTo>
                        <a:pt x="26670" y="3810"/>
                        <a:pt x="46990" y="0"/>
                        <a:pt x="57150" y="2540"/>
                      </a:cubicBezTo>
                      <a:cubicBezTo>
                        <a:pt x="64770" y="3810"/>
                        <a:pt x="76200" y="12700"/>
                        <a:pt x="76200" y="1270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1" name="Group 101"/>
              <p:cNvGrpSpPr/>
              <p:nvPr/>
            </p:nvGrpSpPr>
            <p:grpSpPr>
              <a:xfrm>
                <a:off x="1465665" y="412750"/>
                <a:ext cx="1036320" cy="867410"/>
                <a:chOff x="0" y="0"/>
                <a:chExt cx="1036320" cy="867410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50800" y="50800"/>
                  <a:ext cx="943610" cy="765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610" h="765810">
                      <a:moveTo>
                        <a:pt x="0" y="311150"/>
                      </a:moveTo>
                      <a:cubicBezTo>
                        <a:pt x="1270" y="303530"/>
                        <a:pt x="1270" y="299720"/>
                        <a:pt x="1270" y="299720"/>
                      </a:cubicBezTo>
                      <a:cubicBezTo>
                        <a:pt x="1270" y="299720"/>
                        <a:pt x="2540" y="295910"/>
                        <a:pt x="3810" y="293370"/>
                      </a:cubicBezTo>
                      <a:cubicBezTo>
                        <a:pt x="3810" y="292100"/>
                        <a:pt x="5080" y="288290"/>
                        <a:pt x="5080" y="288290"/>
                      </a:cubicBezTo>
                      <a:cubicBezTo>
                        <a:pt x="5080" y="288290"/>
                        <a:pt x="6350" y="256540"/>
                        <a:pt x="10160" y="241300"/>
                      </a:cubicBezTo>
                      <a:cubicBezTo>
                        <a:pt x="15240" y="223520"/>
                        <a:pt x="26670" y="207010"/>
                        <a:pt x="35560" y="190500"/>
                      </a:cubicBezTo>
                      <a:cubicBezTo>
                        <a:pt x="44450" y="176530"/>
                        <a:pt x="54610" y="163830"/>
                        <a:pt x="63500" y="151130"/>
                      </a:cubicBezTo>
                      <a:cubicBezTo>
                        <a:pt x="73660" y="137160"/>
                        <a:pt x="82550" y="123190"/>
                        <a:pt x="92710" y="110490"/>
                      </a:cubicBezTo>
                      <a:cubicBezTo>
                        <a:pt x="105410" y="95250"/>
                        <a:pt x="118110" y="77470"/>
                        <a:pt x="133350" y="64770"/>
                      </a:cubicBezTo>
                      <a:cubicBezTo>
                        <a:pt x="147320" y="54610"/>
                        <a:pt x="175260" y="41910"/>
                        <a:pt x="179070" y="41910"/>
                      </a:cubicBezTo>
                      <a:cubicBezTo>
                        <a:pt x="180340" y="41910"/>
                        <a:pt x="179070" y="40640"/>
                        <a:pt x="179070" y="39370"/>
                      </a:cubicBezTo>
                      <a:cubicBezTo>
                        <a:pt x="180340" y="38100"/>
                        <a:pt x="181610" y="33020"/>
                        <a:pt x="182880" y="29210"/>
                      </a:cubicBezTo>
                      <a:cubicBezTo>
                        <a:pt x="184150" y="25400"/>
                        <a:pt x="185420" y="22860"/>
                        <a:pt x="187960" y="19050"/>
                      </a:cubicBezTo>
                      <a:cubicBezTo>
                        <a:pt x="189230" y="16510"/>
                        <a:pt x="191770" y="13970"/>
                        <a:pt x="194310" y="11430"/>
                      </a:cubicBezTo>
                      <a:cubicBezTo>
                        <a:pt x="198120" y="8890"/>
                        <a:pt x="200660" y="6350"/>
                        <a:pt x="204470" y="5080"/>
                      </a:cubicBezTo>
                      <a:cubicBezTo>
                        <a:pt x="207010" y="3810"/>
                        <a:pt x="210820" y="2540"/>
                        <a:pt x="214630" y="1270"/>
                      </a:cubicBezTo>
                      <a:cubicBezTo>
                        <a:pt x="218440" y="0"/>
                        <a:pt x="222250" y="0"/>
                        <a:pt x="224790" y="0"/>
                      </a:cubicBezTo>
                      <a:cubicBezTo>
                        <a:pt x="228600" y="0"/>
                        <a:pt x="232410" y="1270"/>
                        <a:pt x="236220" y="1270"/>
                      </a:cubicBezTo>
                      <a:cubicBezTo>
                        <a:pt x="240030" y="2540"/>
                        <a:pt x="242570" y="3810"/>
                        <a:pt x="246380" y="5080"/>
                      </a:cubicBezTo>
                      <a:cubicBezTo>
                        <a:pt x="250190" y="7620"/>
                        <a:pt x="252730" y="8890"/>
                        <a:pt x="255270" y="11430"/>
                      </a:cubicBezTo>
                      <a:cubicBezTo>
                        <a:pt x="257810" y="13970"/>
                        <a:pt x="260350" y="17780"/>
                        <a:pt x="262890" y="20320"/>
                      </a:cubicBezTo>
                      <a:cubicBezTo>
                        <a:pt x="264160" y="22860"/>
                        <a:pt x="266700" y="26670"/>
                        <a:pt x="267970" y="30480"/>
                      </a:cubicBezTo>
                      <a:cubicBezTo>
                        <a:pt x="269240" y="33020"/>
                        <a:pt x="269240" y="36830"/>
                        <a:pt x="270510" y="40640"/>
                      </a:cubicBezTo>
                      <a:cubicBezTo>
                        <a:pt x="271780" y="46990"/>
                        <a:pt x="270510" y="57150"/>
                        <a:pt x="273050" y="67310"/>
                      </a:cubicBezTo>
                      <a:cubicBezTo>
                        <a:pt x="276860" y="81280"/>
                        <a:pt x="290830" y="100330"/>
                        <a:pt x="293370" y="111760"/>
                      </a:cubicBezTo>
                      <a:cubicBezTo>
                        <a:pt x="294640" y="119380"/>
                        <a:pt x="290830" y="127000"/>
                        <a:pt x="293370" y="129540"/>
                      </a:cubicBezTo>
                      <a:cubicBezTo>
                        <a:pt x="297180" y="132080"/>
                        <a:pt x="307340" y="124460"/>
                        <a:pt x="317500" y="121920"/>
                      </a:cubicBezTo>
                      <a:cubicBezTo>
                        <a:pt x="331470" y="119380"/>
                        <a:pt x="354330" y="114300"/>
                        <a:pt x="373380" y="118110"/>
                      </a:cubicBezTo>
                      <a:cubicBezTo>
                        <a:pt x="396240" y="123190"/>
                        <a:pt x="426720" y="153670"/>
                        <a:pt x="445770" y="154940"/>
                      </a:cubicBezTo>
                      <a:cubicBezTo>
                        <a:pt x="457200" y="154940"/>
                        <a:pt x="467360" y="144780"/>
                        <a:pt x="476250" y="142240"/>
                      </a:cubicBezTo>
                      <a:cubicBezTo>
                        <a:pt x="482600" y="140970"/>
                        <a:pt x="490220" y="142240"/>
                        <a:pt x="492760" y="139700"/>
                      </a:cubicBezTo>
                      <a:cubicBezTo>
                        <a:pt x="494030" y="138430"/>
                        <a:pt x="491490" y="135890"/>
                        <a:pt x="492760" y="132080"/>
                      </a:cubicBezTo>
                      <a:cubicBezTo>
                        <a:pt x="494030" y="124460"/>
                        <a:pt x="506730" y="101600"/>
                        <a:pt x="509270" y="95250"/>
                      </a:cubicBezTo>
                      <a:cubicBezTo>
                        <a:pt x="510540" y="92710"/>
                        <a:pt x="510540" y="91440"/>
                        <a:pt x="511810" y="90170"/>
                      </a:cubicBezTo>
                      <a:cubicBezTo>
                        <a:pt x="513080" y="87630"/>
                        <a:pt x="514350" y="85090"/>
                        <a:pt x="514350" y="85090"/>
                      </a:cubicBezTo>
                      <a:cubicBezTo>
                        <a:pt x="514350" y="83820"/>
                        <a:pt x="516890" y="81280"/>
                        <a:pt x="518160" y="80010"/>
                      </a:cubicBezTo>
                      <a:cubicBezTo>
                        <a:pt x="519430" y="78740"/>
                        <a:pt x="521970" y="76200"/>
                        <a:pt x="521970" y="76200"/>
                      </a:cubicBezTo>
                      <a:cubicBezTo>
                        <a:pt x="521970" y="76200"/>
                        <a:pt x="525780" y="73660"/>
                        <a:pt x="527050" y="72390"/>
                      </a:cubicBezTo>
                      <a:cubicBezTo>
                        <a:pt x="528320" y="71120"/>
                        <a:pt x="532130" y="69850"/>
                        <a:pt x="532130" y="69850"/>
                      </a:cubicBezTo>
                      <a:cubicBezTo>
                        <a:pt x="532130" y="69850"/>
                        <a:pt x="535940" y="68580"/>
                        <a:pt x="537210" y="67310"/>
                      </a:cubicBezTo>
                      <a:cubicBezTo>
                        <a:pt x="538480" y="66040"/>
                        <a:pt x="542290" y="64770"/>
                        <a:pt x="542290" y="64770"/>
                      </a:cubicBezTo>
                      <a:cubicBezTo>
                        <a:pt x="542290" y="64770"/>
                        <a:pt x="546100" y="64770"/>
                        <a:pt x="548640" y="64770"/>
                      </a:cubicBezTo>
                      <a:cubicBezTo>
                        <a:pt x="549910" y="64770"/>
                        <a:pt x="553720" y="63500"/>
                        <a:pt x="553720" y="63500"/>
                      </a:cubicBezTo>
                      <a:cubicBezTo>
                        <a:pt x="553720" y="63500"/>
                        <a:pt x="557530" y="64770"/>
                        <a:pt x="560070" y="64770"/>
                      </a:cubicBezTo>
                      <a:cubicBezTo>
                        <a:pt x="561340" y="64770"/>
                        <a:pt x="565150" y="64770"/>
                        <a:pt x="565150" y="64770"/>
                      </a:cubicBezTo>
                      <a:cubicBezTo>
                        <a:pt x="565150" y="64770"/>
                        <a:pt x="568960" y="66040"/>
                        <a:pt x="570230" y="67310"/>
                      </a:cubicBezTo>
                      <a:cubicBezTo>
                        <a:pt x="572770" y="68580"/>
                        <a:pt x="575310" y="69850"/>
                        <a:pt x="576580" y="69850"/>
                      </a:cubicBezTo>
                      <a:cubicBezTo>
                        <a:pt x="576580" y="69850"/>
                        <a:pt x="579120" y="71120"/>
                        <a:pt x="580390" y="72390"/>
                      </a:cubicBezTo>
                      <a:cubicBezTo>
                        <a:pt x="582930" y="73660"/>
                        <a:pt x="585470" y="76200"/>
                        <a:pt x="585470" y="76200"/>
                      </a:cubicBezTo>
                      <a:cubicBezTo>
                        <a:pt x="585470" y="76200"/>
                        <a:pt x="588010" y="78740"/>
                        <a:pt x="589280" y="80010"/>
                      </a:cubicBezTo>
                      <a:cubicBezTo>
                        <a:pt x="590550" y="81280"/>
                        <a:pt x="593090" y="83820"/>
                        <a:pt x="593090" y="83820"/>
                      </a:cubicBezTo>
                      <a:cubicBezTo>
                        <a:pt x="593090" y="85090"/>
                        <a:pt x="594360" y="87630"/>
                        <a:pt x="595630" y="88900"/>
                      </a:cubicBezTo>
                      <a:cubicBezTo>
                        <a:pt x="596900" y="91440"/>
                        <a:pt x="598170" y="93980"/>
                        <a:pt x="598170" y="93980"/>
                      </a:cubicBezTo>
                      <a:cubicBezTo>
                        <a:pt x="598170" y="95250"/>
                        <a:pt x="599440" y="97790"/>
                        <a:pt x="599440" y="100330"/>
                      </a:cubicBezTo>
                      <a:cubicBezTo>
                        <a:pt x="600710" y="101600"/>
                        <a:pt x="600710" y="105410"/>
                        <a:pt x="600710" y="105410"/>
                      </a:cubicBezTo>
                      <a:cubicBezTo>
                        <a:pt x="600710" y="105410"/>
                        <a:pt x="600710" y="109220"/>
                        <a:pt x="600710" y="111760"/>
                      </a:cubicBezTo>
                      <a:cubicBezTo>
                        <a:pt x="600710" y="113030"/>
                        <a:pt x="600710" y="116840"/>
                        <a:pt x="600710" y="116840"/>
                      </a:cubicBezTo>
                      <a:cubicBezTo>
                        <a:pt x="600710" y="116840"/>
                        <a:pt x="600710" y="121920"/>
                        <a:pt x="599440" y="123190"/>
                      </a:cubicBezTo>
                      <a:cubicBezTo>
                        <a:pt x="599440" y="123190"/>
                        <a:pt x="599440" y="124460"/>
                        <a:pt x="599440" y="124460"/>
                      </a:cubicBezTo>
                      <a:cubicBezTo>
                        <a:pt x="600710" y="125730"/>
                        <a:pt x="605790" y="123190"/>
                        <a:pt x="610870" y="123190"/>
                      </a:cubicBezTo>
                      <a:cubicBezTo>
                        <a:pt x="623570" y="124460"/>
                        <a:pt x="661670" y="129540"/>
                        <a:pt x="678180" y="142240"/>
                      </a:cubicBezTo>
                      <a:cubicBezTo>
                        <a:pt x="689610" y="151130"/>
                        <a:pt x="697230" y="166370"/>
                        <a:pt x="701040" y="181610"/>
                      </a:cubicBezTo>
                      <a:cubicBezTo>
                        <a:pt x="706120" y="196850"/>
                        <a:pt x="703580" y="215900"/>
                        <a:pt x="699770" y="231140"/>
                      </a:cubicBezTo>
                      <a:cubicBezTo>
                        <a:pt x="695960" y="246380"/>
                        <a:pt x="692150" y="260350"/>
                        <a:pt x="681990" y="273050"/>
                      </a:cubicBezTo>
                      <a:cubicBezTo>
                        <a:pt x="669290" y="288290"/>
                        <a:pt x="626110" y="311150"/>
                        <a:pt x="624840" y="311150"/>
                      </a:cubicBezTo>
                      <a:cubicBezTo>
                        <a:pt x="624840" y="311150"/>
                        <a:pt x="624840" y="341630"/>
                        <a:pt x="624840" y="350520"/>
                      </a:cubicBezTo>
                      <a:cubicBezTo>
                        <a:pt x="624840" y="354330"/>
                        <a:pt x="624840" y="356870"/>
                        <a:pt x="624840" y="359410"/>
                      </a:cubicBezTo>
                      <a:cubicBezTo>
                        <a:pt x="626110" y="364490"/>
                        <a:pt x="631190" y="373380"/>
                        <a:pt x="633730" y="374650"/>
                      </a:cubicBezTo>
                      <a:cubicBezTo>
                        <a:pt x="635000" y="374650"/>
                        <a:pt x="636270" y="370840"/>
                        <a:pt x="637540" y="369570"/>
                      </a:cubicBezTo>
                      <a:cubicBezTo>
                        <a:pt x="638810" y="368300"/>
                        <a:pt x="640080" y="369570"/>
                        <a:pt x="641350" y="368300"/>
                      </a:cubicBezTo>
                      <a:cubicBezTo>
                        <a:pt x="642620" y="367030"/>
                        <a:pt x="641350" y="364490"/>
                        <a:pt x="642620" y="361950"/>
                      </a:cubicBezTo>
                      <a:cubicBezTo>
                        <a:pt x="648970" y="354330"/>
                        <a:pt x="681990" y="332740"/>
                        <a:pt x="699770" y="326390"/>
                      </a:cubicBezTo>
                      <a:cubicBezTo>
                        <a:pt x="715010" y="322580"/>
                        <a:pt x="731520" y="327660"/>
                        <a:pt x="744220" y="323850"/>
                      </a:cubicBezTo>
                      <a:cubicBezTo>
                        <a:pt x="753110" y="321310"/>
                        <a:pt x="762000" y="313690"/>
                        <a:pt x="767080" y="311150"/>
                      </a:cubicBezTo>
                      <a:cubicBezTo>
                        <a:pt x="769620" y="309880"/>
                        <a:pt x="770890" y="309880"/>
                        <a:pt x="772160" y="308610"/>
                      </a:cubicBezTo>
                      <a:cubicBezTo>
                        <a:pt x="774700" y="308610"/>
                        <a:pt x="778510" y="306070"/>
                        <a:pt x="778510" y="306070"/>
                      </a:cubicBezTo>
                      <a:cubicBezTo>
                        <a:pt x="778510" y="306070"/>
                        <a:pt x="782320" y="306070"/>
                        <a:pt x="783590" y="304800"/>
                      </a:cubicBezTo>
                      <a:cubicBezTo>
                        <a:pt x="786130" y="304800"/>
                        <a:pt x="789940" y="303530"/>
                        <a:pt x="789940" y="303530"/>
                      </a:cubicBezTo>
                      <a:cubicBezTo>
                        <a:pt x="789940" y="303530"/>
                        <a:pt x="793750" y="304800"/>
                        <a:pt x="796290" y="304800"/>
                      </a:cubicBezTo>
                      <a:cubicBezTo>
                        <a:pt x="797560" y="304800"/>
                        <a:pt x="802640" y="304800"/>
                        <a:pt x="802640" y="304800"/>
                      </a:cubicBezTo>
                      <a:cubicBezTo>
                        <a:pt x="802640" y="304800"/>
                        <a:pt x="806450" y="306070"/>
                        <a:pt x="807720" y="306070"/>
                      </a:cubicBezTo>
                      <a:cubicBezTo>
                        <a:pt x="810260" y="307340"/>
                        <a:pt x="814070" y="307340"/>
                        <a:pt x="814070" y="307340"/>
                      </a:cubicBezTo>
                      <a:cubicBezTo>
                        <a:pt x="814070" y="308610"/>
                        <a:pt x="817880" y="309880"/>
                        <a:pt x="819150" y="311150"/>
                      </a:cubicBezTo>
                      <a:cubicBezTo>
                        <a:pt x="820420" y="312420"/>
                        <a:pt x="821690" y="313690"/>
                        <a:pt x="824230" y="313690"/>
                      </a:cubicBezTo>
                      <a:cubicBezTo>
                        <a:pt x="828040" y="313690"/>
                        <a:pt x="835660" y="304800"/>
                        <a:pt x="844550" y="304800"/>
                      </a:cubicBezTo>
                      <a:cubicBezTo>
                        <a:pt x="863600" y="303530"/>
                        <a:pt x="922020" y="316230"/>
                        <a:pt x="933450" y="335280"/>
                      </a:cubicBezTo>
                      <a:cubicBezTo>
                        <a:pt x="943610" y="350520"/>
                        <a:pt x="937260" y="381000"/>
                        <a:pt x="928370" y="396240"/>
                      </a:cubicBezTo>
                      <a:cubicBezTo>
                        <a:pt x="919480" y="410210"/>
                        <a:pt x="900430" y="417830"/>
                        <a:pt x="883920" y="427990"/>
                      </a:cubicBezTo>
                      <a:cubicBezTo>
                        <a:pt x="864870" y="438150"/>
                        <a:pt x="821690" y="450850"/>
                        <a:pt x="820420" y="455930"/>
                      </a:cubicBezTo>
                      <a:cubicBezTo>
                        <a:pt x="819150" y="457200"/>
                        <a:pt x="820420" y="458470"/>
                        <a:pt x="821690" y="458470"/>
                      </a:cubicBezTo>
                      <a:cubicBezTo>
                        <a:pt x="821690" y="461010"/>
                        <a:pt x="824230" y="464820"/>
                        <a:pt x="824230" y="464820"/>
                      </a:cubicBezTo>
                      <a:cubicBezTo>
                        <a:pt x="824230" y="464820"/>
                        <a:pt x="825500" y="468630"/>
                        <a:pt x="825500" y="471170"/>
                      </a:cubicBezTo>
                      <a:cubicBezTo>
                        <a:pt x="826770" y="472440"/>
                        <a:pt x="826770" y="476250"/>
                        <a:pt x="826770" y="476250"/>
                      </a:cubicBezTo>
                      <a:cubicBezTo>
                        <a:pt x="826770" y="476250"/>
                        <a:pt x="826770" y="481330"/>
                        <a:pt x="826770" y="482600"/>
                      </a:cubicBezTo>
                      <a:cubicBezTo>
                        <a:pt x="826770" y="485140"/>
                        <a:pt x="826770" y="488950"/>
                        <a:pt x="826770" y="488950"/>
                      </a:cubicBezTo>
                      <a:cubicBezTo>
                        <a:pt x="826770" y="488950"/>
                        <a:pt x="825500" y="492760"/>
                        <a:pt x="825500" y="495300"/>
                      </a:cubicBezTo>
                      <a:cubicBezTo>
                        <a:pt x="825500" y="496570"/>
                        <a:pt x="824230" y="501650"/>
                        <a:pt x="824230" y="501650"/>
                      </a:cubicBezTo>
                      <a:cubicBezTo>
                        <a:pt x="824230" y="501650"/>
                        <a:pt x="821690" y="504190"/>
                        <a:pt x="821690" y="506730"/>
                      </a:cubicBezTo>
                      <a:cubicBezTo>
                        <a:pt x="820420" y="508000"/>
                        <a:pt x="817880" y="511810"/>
                        <a:pt x="817880" y="511810"/>
                      </a:cubicBezTo>
                      <a:cubicBezTo>
                        <a:pt x="817880" y="511810"/>
                        <a:pt x="815340" y="515620"/>
                        <a:pt x="814070" y="516890"/>
                      </a:cubicBezTo>
                      <a:cubicBezTo>
                        <a:pt x="812800" y="518160"/>
                        <a:pt x="810260" y="520700"/>
                        <a:pt x="810260" y="520700"/>
                      </a:cubicBezTo>
                      <a:cubicBezTo>
                        <a:pt x="810260" y="521970"/>
                        <a:pt x="810260" y="521970"/>
                        <a:pt x="810260" y="521970"/>
                      </a:cubicBezTo>
                      <a:cubicBezTo>
                        <a:pt x="810260" y="521970"/>
                        <a:pt x="806450" y="523240"/>
                        <a:pt x="805180" y="524510"/>
                      </a:cubicBezTo>
                      <a:cubicBezTo>
                        <a:pt x="802640" y="525780"/>
                        <a:pt x="800100" y="528320"/>
                        <a:pt x="800100" y="528320"/>
                      </a:cubicBezTo>
                      <a:cubicBezTo>
                        <a:pt x="800100" y="528320"/>
                        <a:pt x="796290" y="529590"/>
                        <a:pt x="793750" y="530860"/>
                      </a:cubicBezTo>
                      <a:cubicBezTo>
                        <a:pt x="792480" y="530860"/>
                        <a:pt x="788670" y="532130"/>
                        <a:pt x="787400" y="532130"/>
                      </a:cubicBezTo>
                      <a:cubicBezTo>
                        <a:pt x="787400" y="532130"/>
                        <a:pt x="783590" y="533400"/>
                        <a:pt x="782320" y="533400"/>
                      </a:cubicBezTo>
                      <a:cubicBezTo>
                        <a:pt x="779780" y="533400"/>
                        <a:pt x="775970" y="534670"/>
                        <a:pt x="775970" y="534670"/>
                      </a:cubicBezTo>
                      <a:cubicBezTo>
                        <a:pt x="775970" y="534670"/>
                        <a:pt x="754380" y="553720"/>
                        <a:pt x="749300" y="561340"/>
                      </a:cubicBezTo>
                      <a:cubicBezTo>
                        <a:pt x="746760" y="566420"/>
                        <a:pt x="749300" y="574040"/>
                        <a:pt x="746760" y="576580"/>
                      </a:cubicBezTo>
                      <a:cubicBezTo>
                        <a:pt x="744220" y="579120"/>
                        <a:pt x="737870" y="576580"/>
                        <a:pt x="732790" y="579120"/>
                      </a:cubicBezTo>
                      <a:cubicBezTo>
                        <a:pt x="722630" y="585470"/>
                        <a:pt x="702310" y="614680"/>
                        <a:pt x="697230" y="619760"/>
                      </a:cubicBezTo>
                      <a:cubicBezTo>
                        <a:pt x="695960" y="622300"/>
                        <a:pt x="694690" y="622300"/>
                        <a:pt x="693420" y="623570"/>
                      </a:cubicBezTo>
                      <a:cubicBezTo>
                        <a:pt x="692150" y="626110"/>
                        <a:pt x="690880" y="633730"/>
                        <a:pt x="688340" y="635000"/>
                      </a:cubicBezTo>
                      <a:cubicBezTo>
                        <a:pt x="685800" y="636270"/>
                        <a:pt x="684530" y="635000"/>
                        <a:pt x="681990" y="636270"/>
                      </a:cubicBezTo>
                      <a:cubicBezTo>
                        <a:pt x="674370" y="638810"/>
                        <a:pt x="654050" y="666750"/>
                        <a:pt x="647700" y="669290"/>
                      </a:cubicBezTo>
                      <a:cubicBezTo>
                        <a:pt x="646430" y="670560"/>
                        <a:pt x="645160" y="669290"/>
                        <a:pt x="645160" y="669290"/>
                      </a:cubicBezTo>
                      <a:cubicBezTo>
                        <a:pt x="645160" y="669290"/>
                        <a:pt x="645160" y="669290"/>
                        <a:pt x="645160" y="670560"/>
                      </a:cubicBezTo>
                      <a:cubicBezTo>
                        <a:pt x="645160" y="670560"/>
                        <a:pt x="645160" y="671830"/>
                        <a:pt x="646430" y="673100"/>
                      </a:cubicBezTo>
                      <a:cubicBezTo>
                        <a:pt x="646430" y="673100"/>
                        <a:pt x="646430" y="674370"/>
                        <a:pt x="647700" y="674370"/>
                      </a:cubicBezTo>
                      <a:cubicBezTo>
                        <a:pt x="647700" y="676910"/>
                        <a:pt x="647700" y="678180"/>
                        <a:pt x="648970" y="680720"/>
                      </a:cubicBezTo>
                      <a:cubicBezTo>
                        <a:pt x="648970" y="681990"/>
                        <a:pt x="650240" y="684530"/>
                        <a:pt x="650240" y="685800"/>
                      </a:cubicBezTo>
                      <a:cubicBezTo>
                        <a:pt x="651510" y="687070"/>
                        <a:pt x="650240" y="687070"/>
                        <a:pt x="651510" y="688340"/>
                      </a:cubicBezTo>
                      <a:cubicBezTo>
                        <a:pt x="651510" y="689610"/>
                        <a:pt x="651510" y="689610"/>
                        <a:pt x="651510" y="690880"/>
                      </a:cubicBezTo>
                      <a:cubicBezTo>
                        <a:pt x="651510" y="692150"/>
                        <a:pt x="651510" y="694690"/>
                        <a:pt x="651510" y="695960"/>
                      </a:cubicBezTo>
                      <a:cubicBezTo>
                        <a:pt x="651510" y="698500"/>
                        <a:pt x="651510" y="701040"/>
                        <a:pt x="651510" y="702310"/>
                      </a:cubicBezTo>
                      <a:cubicBezTo>
                        <a:pt x="651510" y="703580"/>
                        <a:pt x="651510" y="703580"/>
                        <a:pt x="650240" y="704850"/>
                      </a:cubicBezTo>
                      <a:cubicBezTo>
                        <a:pt x="650240" y="706120"/>
                        <a:pt x="650240" y="706120"/>
                        <a:pt x="650240" y="707390"/>
                      </a:cubicBezTo>
                      <a:cubicBezTo>
                        <a:pt x="650240" y="708660"/>
                        <a:pt x="648970" y="711200"/>
                        <a:pt x="648970" y="712470"/>
                      </a:cubicBezTo>
                      <a:cubicBezTo>
                        <a:pt x="647700" y="715010"/>
                        <a:pt x="647700" y="716280"/>
                        <a:pt x="646430" y="717550"/>
                      </a:cubicBezTo>
                      <a:cubicBezTo>
                        <a:pt x="646430" y="718820"/>
                        <a:pt x="645160" y="718820"/>
                        <a:pt x="645160" y="720090"/>
                      </a:cubicBezTo>
                      <a:cubicBezTo>
                        <a:pt x="645160" y="721360"/>
                        <a:pt x="645160" y="721360"/>
                        <a:pt x="643890" y="722630"/>
                      </a:cubicBezTo>
                      <a:cubicBezTo>
                        <a:pt x="643890" y="723900"/>
                        <a:pt x="641350" y="725170"/>
                        <a:pt x="640080" y="726440"/>
                      </a:cubicBezTo>
                      <a:cubicBezTo>
                        <a:pt x="640080" y="728980"/>
                        <a:pt x="638810" y="730250"/>
                        <a:pt x="637540" y="731520"/>
                      </a:cubicBezTo>
                      <a:cubicBezTo>
                        <a:pt x="636270" y="732790"/>
                        <a:pt x="636270" y="732790"/>
                        <a:pt x="635000" y="732790"/>
                      </a:cubicBezTo>
                      <a:cubicBezTo>
                        <a:pt x="635000" y="734060"/>
                        <a:pt x="635000" y="734060"/>
                        <a:pt x="633730" y="734060"/>
                      </a:cubicBezTo>
                      <a:cubicBezTo>
                        <a:pt x="633730" y="735330"/>
                        <a:pt x="633730" y="737870"/>
                        <a:pt x="633730" y="737870"/>
                      </a:cubicBezTo>
                      <a:cubicBezTo>
                        <a:pt x="633730" y="737870"/>
                        <a:pt x="631190" y="740410"/>
                        <a:pt x="631190" y="741680"/>
                      </a:cubicBezTo>
                      <a:cubicBezTo>
                        <a:pt x="629920" y="744220"/>
                        <a:pt x="628650" y="746760"/>
                        <a:pt x="628650" y="746760"/>
                      </a:cubicBezTo>
                      <a:cubicBezTo>
                        <a:pt x="628650" y="746760"/>
                        <a:pt x="626110" y="749300"/>
                        <a:pt x="624840" y="750570"/>
                      </a:cubicBezTo>
                      <a:cubicBezTo>
                        <a:pt x="623570" y="751840"/>
                        <a:pt x="621030" y="754380"/>
                        <a:pt x="621030" y="754380"/>
                      </a:cubicBezTo>
                      <a:cubicBezTo>
                        <a:pt x="621030" y="754380"/>
                        <a:pt x="618490" y="756920"/>
                        <a:pt x="615950" y="758190"/>
                      </a:cubicBezTo>
                      <a:cubicBezTo>
                        <a:pt x="614680" y="758190"/>
                        <a:pt x="612140" y="760730"/>
                        <a:pt x="612140" y="760730"/>
                      </a:cubicBezTo>
                      <a:cubicBezTo>
                        <a:pt x="612140" y="760730"/>
                        <a:pt x="608330" y="762000"/>
                        <a:pt x="607060" y="762000"/>
                      </a:cubicBezTo>
                      <a:cubicBezTo>
                        <a:pt x="605790" y="763270"/>
                        <a:pt x="601980" y="764540"/>
                        <a:pt x="601980" y="764540"/>
                      </a:cubicBezTo>
                      <a:cubicBezTo>
                        <a:pt x="601980" y="764540"/>
                        <a:pt x="598170" y="764540"/>
                        <a:pt x="596900" y="764540"/>
                      </a:cubicBezTo>
                      <a:cubicBezTo>
                        <a:pt x="594360" y="764540"/>
                        <a:pt x="591820" y="765810"/>
                        <a:pt x="591820" y="765810"/>
                      </a:cubicBezTo>
                      <a:cubicBezTo>
                        <a:pt x="590550" y="765810"/>
                        <a:pt x="588010" y="764540"/>
                        <a:pt x="585470" y="764540"/>
                      </a:cubicBezTo>
                      <a:cubicBezTo>
                        <a:pt x="584200" y="764540"/>
                        <a:pt x="580390" y="763270"/>
                        <a:pt x="580390" y="763270"/>
                      </a:cubicBezTo>
                      <a:cubicBezTo>
                        <a:pt x="580390" y="763270"/>
                        <a:pt x="577850" y="762000"/>
                        <a:pt x="575310" y="762000"/>
                      </a:cubicBezTo>
                      <a:cubicBezTo>
                        <a:pt x="574040" y="760730"/>
                        <a:pt x="570230" y="759460"/>
                        <a:pt x="570230" y="759460"/>
                      </a:cubicBezTo>
                      <a:cubicBezTo>
                        <a:pt x="570230" y="759460"/>
                        <a:pt x="567690" y="758190"/>
                        <a:pt x="566420" y="756920"/>
                      </a:cubicBezTo>
                      <a:cubicBezTo>
                        <a:pt x="565150" y="755650"/>
                        <a:pt x="562610" y="753110"/>
                        <a:pt x="562610" y="753110"/>
                      </a:cubicBezTo>
                      <a:cubicBezTo>
                        <a:pt x="562610" y="753110"/>
                        <a:pt x="560070" y="750570"/>
                        <a:pt x="558800" y="749300"/>
                      </a:cubicBezTo>
                      <a:cubicBezTo>
                        <a:pt x="557530" y="748030"/>
                        <a:pt x="554990" y="745490"/>
                        <a:pt x="554990" y="745490"/>
                      </a:cubicBezTo>
                      <a:cubicBezTo>
                        <a:pt x="554990" y="745490"/>
                        <a:pt x="553720" y="741680"/>
                        <a:pt x="552450" y="740410"/>
                      </a:cubicBezTo>
                      <a:cubicBezTo>
                        <a:pt x="552450" y="739140"/>
                        <a:pt x="549910" y="735330"/>
                        <a:pt x="549910" y="735330"/>
                      </a:cubicBezTo>
                      <a:cubicBezTo>
                        <a:pt x="549910" y="735330"/>
                        <a:pt x="549910" y="732790"/>
                        <a:pt x="548640" y="730250"/>
                      </a:cubicBezTo>
                      <a:cubicBezTo>
                        <a:pt x="548640" y="728980"/>
                        <a:pt x="548640" y="725170"/>
                        <a:pt x="548640" y="725170"/>
                      </a:cubicBezTo>
                      <a:cubicBezTo>
                        <a:pt x="548640" y="725170"/>
                        <a:pt x="548640" y="721360"/>
                        <a:pt x="548640" y="720090"/>
                      </a:cubicBezTo>
                      <a:cubicBezTo>
                        <a:pt x="548640" y="718820"/>
                        <a:pt x="548640" y="715010"/>
                        <a:pt x="548640" y="715010"/>
                      </a:cubicBezTo>
                      <a:cubicBezTo>
                        <a:pt x="548640" y="715010"/>
                        <a:pt x="547370" y="703580"/>
                        <a:pt x="544830" y="698500"/>
                      </a:cubicBezTo>
                      <a:cubicBezTo>
                        <a:pt x="542290" y="690880"/>
                        <a:pt x="538480" y="683260"/>
                        <a:pt x="532130" y="675640"/>
                      </a:cubicBezTo>
                      <a:cubicBezTo>
                        <a:pt x="525780" y="668020"/>
                        <a:pt x="509270" y="655320"/>
                        <a:pt x="506730" y="654050"/>
                      </a:cubicBezTo>
                      <a:cubicBezTo>
                        <a:pt x="506730" y="654050"/>
                        <a:pt x="502920" y="651510"/>
                        <a:pt x="501650" y="650240"/>
                      </a:cubicBezTo>
                      <a:cubicBezTo>
                        <a:pt x="499110" y="650240"/>
                        <a:pt x="496570" y="647700"/>
                        <a:pt x="496570" y="647700"/>
                      </a:cubicBezTo>
                      <a:cubicBezTo>
                        <a:pt x="496570" y="647700"/>
                        <a:pt x="492760" y="645160"/>
                        <a:pt x="491490" y="643890"/>
                      </a:cubicBezTo>
                      <a:cubicBezTo>
                        <a:pt x="490220" y="641350"/>
                        <a:pt x="487680" y="638810"/>
                        <a:pt x="487680" y="638810"/>
                      </a:cubicBezTo>
                      <a:cubicBezTo>
                        <a:pt x="486410" y="638810"/>
                        <a:pt x="453390" y="633730"/>
                        <a:pt x="436880" y="626110"/>
                      </a:cubicBezTo>
                      <a:cubicBezTo>
                        <a:pt x="420370" y="615950"/>
                        <a:pt x="405130" y="595630"/>
                        <a:pt x="388620" y="584200"/>
                      </a:cubicBezTo>
                      <a:cubicBezTo>
                        <a:pt x="374650" y="574040"/>
                        <a:pt x="359410" y="568960"/>
                        <a:pt x="344170" y="560070"/>
                      </a:cubicBezTo>
                      <a:cubicBezTo>
                        <a:pt x="330200" y="549910"/>
                        <a:pt x="316230" y="539750"/>
                        <a:pt x="302260" y="528320"/>
                      </a:cubicBezTo>
                      <a:cubicBezTo>
                        <a:pt x="288290" y="518160"/>
                        <a:pt x="266700" y="499110"/>
                        <a:pt x="260350" y="497840"/>
                      </a:cubicBezTo>
                      <a:cubicBezTo>
                        <a:pt x="259080" y="496570"/>
                        <a:pt x="257810" y="499110"/>
                        <a:pt x="256540" y="497840"/>
                      </a:cubicBezTo>
                      <a:cubicBezTo>
                        <a:pt x="252730" y="496570"/>
                        <a:pt x="250190" y="488950"/>
                        <a:pt x="245110" y="483870"/>
                      </a:cubicBezTo>
                      <a:cubicBezTo>
                        <a:pt x="238760" y="476250"/>
                        <a:pt x="229870" y="467360"/>
                        <a:pt x="220980" y="458470"/>
                      </a:cubicBezTo>
                      <a:cubicBezTo>
                        <a:pt x="210820" y="449580"/>
                        <a:pt x="203200" y="436880"/>
                        <a:pt x="191770" y="429260"/>
                      </a:cubicBezTo>
                      <a:cubicBezTo>
                        <a:pt x="180340" y="421640"/>
                        <a:pt x="162560" y="420370"/>
                        <a:pt x="153670" y="414020"/>
                      </a:cubicBezTo>
                      <a:cubicBezTo>
                        <a:pt x="146050" y="408940"/>
                        <a:pt x="140970" y="396240"/>
                        <a:pt x="138430" y="396240"/>
                      </a:cubicBezTo>
                      <a:cubicBezTo>
                        <a:pt x="137160" y="396240"/>
                        <a:pt x="135890" y="398780"/>
                        <a:pt x="135890" y="398780"/>
                      </a:cubicBezTo>
                      <a:cubicBezTo>
                        <a:pt x="135890" y="398780"/>
                        <a:pt x="132080" y="401320"/>
                        <a:pt x="130810" y="402590"/>
                      </a:cubicBezTo>
                      <a:cubicBezTo>
                        <a:pt x="129540" y="403860"/>
                        <a:pt x="125730" y="405130"/>
                        <a:pt x="125730" y="405130"/>
                      </a:cubicBezTo>
                      <a:cubicBezTo>
                        <a:pt x="125730" y="405130"/>
                        <a:pt x="121920" y="406400"/>
                        <a:pt x="120650" y="407670"/>
                      </a:cubicBezTo>
                      <a:cubicBezTo>
                        <a:pt x="118110" y="407670"/>
                        <a:pt x="114300" y="408940"/>
                        <a:pt x="114300" y="408940"/>
                      </a:cubicBezTo>
                      <a:cubicBezTo>
                        <a:pt x="114300" y="408940"/>
                        <a:pt x="110490" y="410210"/>
                        <a:pt x="109220" y="410210"/>
                      </a:cubicBezTo>
                      <a:cubicBezTo>
                        <a:pt x="106680" y="410210"/>
                        <a:pt x="102870" y="410210"/>
                        <a:pt x="102870" y="410210"/>
                      </a:cubicBezTo>
                      <a:cubicBezTo>
                        <a:pt x="102870" y="410210"/>
                        <a:pt x="99060" y="410210"/>
                        <a:pt x="97790" y="408940"/>
                      </a:cubicBezTo>
                      <a:cubicBezTo>
                        <a:pt x="95250" y="408940"/>
                        <a:pt x="91440" y="408940"/>
                        <a:pt x="91440" y="408940"/>
                      </a:cubicBezTo>
                      <a:cubicBezTo>
                        <a:pt x="91440" y="408940"/>
                        <a:pt x="87630" y="407670"/>
                        <a:pt x="86360" y="406400"/>
                      </a:cubicBezTo>
                      <a:cubicBezTo>
                        <a:pt x="85090" y="405130"/>
                        <a:pt x="81280" y="403860"/>
                        <a:pt x="81280" y="403860"/>
                      </a:cubicBezTo>
                      <a:cubicBezTo>
                        <a:pt x="81280" y="403860"/>
                        <a:pt x="77470" y="401320"/>
                        <a:pt x="76200" y="400050"/>
                      </a:cubicBezTo>
                      <a:cubicBezTo>
                        <a:pt x="74930" y="400050"/>
                        <a:pt x="71120" y="397510"/>
                        <a:pt x="71120" y="397510"/>
                      </a:cubicBezTo>
                      <a:cubicBezTo>
                        <a:pt x="71120" y="397510"/>
                        <a:pt x="68580" y="393700"/>
                        <a:pt x="68580" y="392430"/>
                      </a:cubicBezTo>
                      <a:cubicBezTo>
                        <a:pt x="67310" y="391160"/>
                        <a:pt x="64770" y="388620"/>
                        <a:pt x="64770" y="388620"/>
                      </a:cubicBezTo>
                      <a:cubicBezTo>
                        <a:pt x="64770" y="388620"/>
                        <a:pt x="62230" y="384810"/>
                        <a:pt x="62230" y="383540"/>
                      </a:cubicBezTo>
                      <a:cubicBezTo>
                        <a:pt x="60960" y="381000"/>
                        <a:pt x="59690" y="378460"/>
                        <a:pt x="59690" y="378460"/>
                      </a:cubicBezTo>
                      <a:cubicBezTo>
                        <a:pt x="59690" y="377190"/>
                        <a:pt x="58420" y="374650"/>
                        <a:pt x="58420" y="372110"/>
                      </a:cubicBezTo>
                      <a:cubicBezTo>
                        <a:pt x="57150" y="370840"/>
                        <a:pt x="57150" y="367030"/>
                        <a:pt x="57150" y="367030"/>
                      </a:cubicBezTo>
                      <a:cubicBezTo>
                        <a:pt x="57150" y="367030"/>
                        <a:pt x="57150" y="361950"/>
                        <a:pt x="57150" y="360680"/>
                      </a:cubicBezTo>
                      <a:cubicBezTo>
                        <a:pt x="57150" y="359410"/>
                        <a:pt x="57150" y="359410"/>
                        <a:pt x="57150" y="358140"/>
                      </a:cubicBezTo>
                      <a:cubicBezTo>
                        <a:pt x="57150" y="358140"/>
                        <a:pt x="54610" y="359410"/>
                        <a:pt x="54610" y="359410"/>
                      </a:cubicBezTo>
                      <a:cubicBezTo>
                        <a:pt x="54610" y="359410"/>
                        <a:pt x="50800" y="359410"/>
                        <a:pt x="49530" y="359410"/>
                      </a:cubicBezTo>
                      <a:cubicBezTo>
                        <a:pt x="46990" y="359410"/>
                        <a:pt x="43180" y="359410"/>
                        <a:pt x="43180" y="359410"/>
                      </a:cubicBezTo>
                      <a:cubicBezTo>
                        <a:pt x="43180" y="359410"/>
                        <a:pt x="39370" y="358140"/>
                        <a:pt x="38100" y="358140"/>
                      </a:cubicBezTo>
                      <a:cubicBezTo>
                        <a:pt x="35560" y="356870"/>
                        <a:pt x="31750" y="356870"/>
                        <a:pt x="31750" y="356870"/>
                      </a:cubicBezTo>
                      <a:cubicBezTo>
                        <a:pt x="31750" y="356870"/>
                        <a:pt x="27940" y="354330"/>
                        <a:pt x="26670" y="354330"/>
                      </a:cubicBezTo>
                      <a:cubicBezTo>
                        <a:pt x="25400" y="353060"/>
                        <a:pt x="21590" y="350520"/>
                        <a:pt x="21590" y="350520"/>
                      </a:cubicBezTo>
                      <a:cubicBezTo>
                        <a:pt x="21590" y="350520"/>
                        <a:pt x="17780" y="347980"/>
                        <a:pt x="16510" y="346710"/>
                      </a:cubicBezTo>
                      <a:cubicBezTo>
                        <a:pt x="15240" y="345440"/>
                        <a:pt x="12700" y="342900"/>
                        <a:pt x="12700" y="342900"/>
                      </a:cubicBezTo>
                      <a:cubicBezTo>
                        <a:pt x="12700" y="342900"/>
                        <a:pt x="10160" y="340360"/>
                        <a:pt x="8890" y="339090"/>
                      </a:cubicBezTo>
                      <a:cubicBezTo>
                        <a:pt x="7620" y="336550"/>
                        <a:pt x="6350" y="334010"/>
                        <a:pt x="6350" y="334010"/>
                      </a:cubicBezTo>
                      <a:cubicBezTo>
                        <a:pt x="5080" y="334010"/>
                        <a:pt x="3810" y="330200"/>
                        <a:pt x="3810" y="327660"/>
                      </a:cubicBezTo>
                      <a:cubicBezTo>
                        <a:pt x="2540" y="326390"/>
                        <a:pt x="1270" y="322580"/>
                        <a:pt x="1270" y="322580"/>
                      </a:cubicBezTo>
                      <a:cubicBezTo>
                        <a:pt x="1270" y="322580"/>
                        <a:pt x="1270" y="318770"/>
                        <a:pt x="1270" y="317500"/>
                      </a:cubicBezTo>
                      <a:cubicBezTo>
                        <a:pt x="0" y="314960"/>
                        <a:pt x="0" y="311150"/>
                        <a:pt x="0" y="311150"/>
                      </a:cubicBezTo>
                      <a:moveTo>
                        <a:pt x="292100" y="377190"/>
                      </a:moveTo>
                      <a:cubicBezTo>
                        <a:pt x="299720" y="382270"/>
                        <a:pt x="299720" y="379730"/>
                        <a:pt x="299720" y="379730"/>
                      </a:cubicBezTo>
                      <a:cubicBezTo>
                        <a:pt x="300990" y="378460"/>
                        <a:pt x="302260" y="377190"/>
                        <a:pt x="300990" y="375920"/>
                      </a:cubicBezTo>
                      <a:cubicBezTo>
                        <a:pt x="300990" y="373380"/>
                        <a:pt x="294640" y="365760"/>
                        <a:pt x="293370" y="367030"/>
                      </a:cubicBezTo>
                      <a:cubicBezTo>
                        <a:pt x="290830" y="367030"/>
                        <a:pt x="292100" y="377190"/>
                        <a:pt x="292100" y="377190"/>
                      </a:cubicBezTo>
                      <a:moveTo>
                        <a:pt x="486410" y="400050"/>
                      </a:moveTo>
                      <a:cubicBezTo>
                        <a:pt x="487680" y="401320"/>
                        <a:pt x="490220" y="398780"/>
                        <a:pt x="492760" y="397510"/>
                      </a:cubicBezTo>
                      <a:cubicBezTo>
                        <a:pt x="494030" y="396240"/>
                        <a:pt x="497840" y="394970"/>
                        <a:pt x="497840" y="394970"/>
                      </a:cubicBezTo>
                      <a:cubicBezTo>
                        <a:pt x="497840" y="394970"/>
                        <a:pt x="501650" y="393700"/>
                        <a:pt x="502920" y="392430"/>
                      </a:cubicBezTo>
                      <a:cubicBezTo>
                        <a:pt x="505460" y="391160"/>
                        <a:pt x="509270" y="389890"/>
                        <a:pt x="509270" y="389890"/>
                      </a:cubicBezTo>
                      <a:cubicBezTo>
                        <a:pt x="509270" y="389890"/>
                        <a:pt x="510540" y="391160"/>
                        <a:pt x="511810" y="389890"/>
                      </a:cubicBezTo>
                      <a:cubicBezTo>
                        <a:pt x="513080" y="388620"/>
                        <a:pt x="513080" y="378460"/>
                        <a:pt x="510540" y="378460"/>
                      </a:cubicBezTo>
                      <a:cubicBezTo>
                        <a:pt x="506730" y="375920"/>
                        <a:pt x="486410" y="400050"/>
                        <a:pt x="486410" y="40005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E3B060D3-BA0B-4E74-8E0E-62475CC4265A}"/>
                    </a:ext>
                  </a:extLst>
                </p14:cNvPr>
                <p14:cNvContentPartPr/>
                <p14:nvPr/>
              </p14:nvContentPartPr>
              <p14:xfrm>
                <a:off x="4461561" y="4746109"/>
                <a:ext cx="109440" cy="8352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E3B060D3-BA0B-4E74-8E0E-62475CC426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25561" y="4710109"/>
                  <a:ext cx="1810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6CA5F804-7419-4290-9C87-3702A0B01CBD}"/>
              </a:ext>
            </a:extLst>
          </p:cNvPr>
          <p:cNvGrpSpPr/>
          <p:nvPr/>
        </p:nvGrpSpPr>
        <p:grpSpPr>
          <a:xfrm>
            <a:off x="11435115" y="4306432"/>
            <a:ext cx="192600" cy="105120"/>
            <a:chOff x="11261746" y="4306432"/>
            <a:chExt cx="192600" cy="1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E7AE3D93-1395-4055-8084-7E8A53CC584F}"/>
                    </a:ext>
                  </a:extLst>
                </p14:cNvPr>
                <p14:cNvContentPartPr/>
                <p14:nvPr/>
              </p14:nvContentPartPr>
              <p14:xfrm>
                <a:off x="11352826" y="4361512"/>
                <a:ext cx="101520" cy="50040"/>
              </p14:xfrm>
            </p:contentPart>
          </mc:Choice>
          <mc:Fallback xmlns=""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E7AE3D93-1395-4055-8084-7E8A53CC584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316826" y="4325512"/>
                  <a:ext cx="173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D3667D61-0EB3-4428-8341-763DDE69687D}"/>
                    </a:ext>
                  </a:extLst>
                </p14:cNvPr>
                <p14:cNvContentPartPr/>
                <p14:nvPr/>
              </p14:nvContentPartPr>
              <p14:xfrm>
                <a:off x="11261746" y="4306432"/>
                <a:ext cx="360" cy="36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D3667D61-0EB3-4428-8341-763DDE6968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25746" y="427079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1" name="잉크 170">
                <a:extLst>
                  <a:ext uri="{FF2B5EF4-FFF2-40B4-BE49-F238E27FC236}">
                    <a16:creationId xmlns:a16="http://schemas.microsoft.com/office/drawing/2014/main" id="{4F4F7C2B-A635-4DCE-8540-F80B3CFA9EAE}"/>
                  </a:ext>
                </a:extLst>
              </p14:cNvPr>
              <p14:cNvContentPartPr/>
              <p14:nvPr/>
            </p14:nvContentPartPr>
            <p14:xfrm>
              <a:off x="11107875" y="4306432"/>
              <a:ext cx="360" cy="360"/>
            </p14:xfrm>
          </p:contentPart>
        </mc:Choice>
        <mc:Fallback xmlns="">
          <p:pic>
            <p:nvPicPr>
              <p:cNvPr id="171" name="잉크 170">
                <a:extLst>
                  <a:ext uri="{FF2B5EF4-FFF2-40B4-BE49-F238E27FC236}">
                    <a16:creationId xmlns:a16="http://schemas.microsoft.com/office/drawing/2014/main" id="{4F4F7C2B-A635-4DCE-8540-F80B3CFA9EA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071875" y="427043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2" name="잉크 171">
                <a:extLst>
                  <a:ext uri="{FF2B5EF4-FFF2-40B4-BE49-F238E27FC236}">
                    <a16:creationId xmlns:a16="http://schemas.microsoft.com/office/drawing/2014/main" id="{4939E4D4-0414-4CCD-BCC4-DAC87E97139C}"/>
                  </a:ext>
                </a:extLst>
              </p14:cNvPr>
              <p14:cNvContentPartPr/>
              <p14:nvPr/>
            </p14:nvContentPartPr>
            <p14:xfrm>
              <a:off x="11543835" y="4699552"/>
              <a:ext cx="360" cy="360"/>
            </p14:xfrm>
          </p:contentPart>
        </mc:Choice>
        <mc:Fallback xmlns="">
          <p:pic>
            <p:nvPicPr>
              <p:cNvPr id="172" name="잉크 171">
                <a:extLst>
                  <a:ext uri="{FF2B5EF4-FFF2-40B4-BE49-F238E27FC236}">
                    <a16:creationId xmlns:a16="http://schemas.microsoft.com/office/drawing/2014/main" id="{4939E4D4-0414-4CCD-BCC4-DAC87E97139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507835" y="466355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5" name="잉크 174">
                <a:extLst>
                  <a:ext uri="{FF2B5EF4-FFF2-40B4-BE49-F238E27FC236}">
                    <a16:creationId xmlns:a16="http://schemas.microsoft.com/office/drawing/2014/main" id="{835AE4AA-C8A5-4F88-B3C9-C8C254D8E3A8}"/>
                  </a:ext>
                </a:extLst>
              </p14:cNvPr>
              <p14:cNvContentPartPr/>
              <p14:nvPr/>
            </p14:nvContentPartPr>
            <p14:xfrm>
              <a:off x="10934355" y="5299312"/>
              <a:ext cx="173160" cy="223200"/>
            </p14:xfrm>
          </p:contentPart>
        </mc:Choice>
        <mc:Fallback xmlns="">
          <p:pic>
            <p:nvPicPr>
              <p:cNvPr id="175" name="잉크 174">
                <a:extLst>
                  <a:ext uri="{FF2B5EF4-FFF2-40B4-BE49-F238E27FC236}">
                    <a16:creationId xmlns:a16="http://schemas.microsoft.com/office/drawing/2014/main" id="{835AE4AA-C8A5-4F88-B3C9-C8C254D8E3A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916355" y="5281283"/>
                <a:ext cx="208800" cy="258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6EA602E8-6B18-4320-A647-DF471D48EDD2}"/>
                  </a:ext>
                </a:extLst>
              </p14:cNvPr>
              <p14:cNvContentPartPr/>
              <p14:nvPr/>
            </p14:nvContentPartPr>
            <p14:xfrm>
              <a:off x="11324235" y="5291032"/>
              <a:ext cx="188280" cy="208800"/>
            </p14:xfrm>
          </p:contentPart>
        </mc:Choice>
        <mc:Fallback xmlns="">
          <p:pic>
            <p:nvPicPr>
              <p:cNvPr id="176" name="잉크 175">
                <a:extLst>
                  <a:ext uri="{FF2B5EF4-FFF2-40B4-BE49-F238E27FC236}">
                    <a16:creationId xmlns:a16="http://schemas.microsoft.com/office/drawing/2014/main" id="{6EA602E8-6B18-4320-A647-DF471D48EDD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306269" y="5273032"/>
                <a:ext cx="223852" cy="24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그룹 63">
            <a:extLst>
              <a:ext uri="{FF2B5EF4-FFF2-40B4-BE49-F238E27FC236}">
                <a16:creationId xmlns:a16="http://schemas.microsoft.com/office/drawing/2014/main" id="{1678786B-3C09-45D4-9682-7D5631CF905F}"/>
              </a:ext>
            </a:extLst>
          </p:cNvPr>
          <p:cNvGrpSpPr/>
          <p:nvPr/>
        </p:nvGrpSpPr>
        <p:grpSpPr>
          <a:xfrm>
            <a:off x="14614960" y="3606059"/>
            <a:ext cx="1771650" cy="1771650"/>
            <a:chOff x="14673295" y="3695234"/>
            <a:chExt cx="1771650" cy="1771650"/>
          </a:xfrm>
        </p:grpSpPr>
        <p:grpSp>
          <p:nvGrpSpPr>
            <p:cNvPr id="16" name="Group 16"/>
            <p:cNvGrpSpPr/>
            <p:nvPr/>
          </p:nvGrpSpPr>
          <p:grpSpPr>
            <a:xfrm>
              <a:off x="14673295" y="3695234"/>
              <a:ext cx="1771650" cy="1771650"/>
              <a:chOff x="0" y="0"/>
              <a:chExt cx="2362200" cy="236220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0" y="0"/>
                <a:ext cx="2362200" cy="2362200"/>
                <a:chOff x="0" y="0"/>
                <a:chExt cx="812800" cy="812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20044" tIns="20044" rIns="20044" bIns="20044" rtlCol="0" anchor="ctr"/>
                <a:lstStyle/>
                <a:p>
                  <a:pPr algn="ctr">
                    <a:lnSpc>
                      <a:spcPts val="2859"/>
                    </a:lnSpc>
                  </a:pPr>
                  <a:r>
                    <a:rPr lang="en-US" sz="2199">
                      <a:solidFill>
                        <a:srgbClr val="FFFFFF"/>
                      </a:solidFill>
                      <a:latin typeface="Arita Dotum Medium"/>
                    </a:rPr>
                    <a:t>                        </a:t>
                  </a: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434524" y="876741"/>
                <a:ext cx="273589" cy="273589"/>
                <a:chOff x="50800" y="48260"/>
                <a:chExt cx="107950" cy="10795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50800" y="48260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67310"/>
                      </a:moveTo>
                      <a:cubicBezTo>
                        <a:pt x="12700" y="17780"/>
                        <a:pt x="21590" y="12700"/>
                        <a:pt x="30480" y="8890"/>
                      </a:cubicBezTo>
                      <a:cubicBezTo>
                        <a:pt x="41910" y="5080"/>
                        <a:pt x="57150" y="0"/>
                        <a:pt x="68580" y="2540"/>
                      </a:cubicBezTo>
                      <a:cubicBezTo>
                        <a:pt x="80010" y="3810"/>
                        <a:pt x="97790" y="16510"/>
                        <a:pt x="99060" y="20320"/>
                      </a:cubicBezTo>
                      <a:cubicBezTo>
                        <a:pt x="100330" y="20320"/>
                        <a:pt x="99060" y="21590"/>
                        <a:pt x="99060" y="21590"/>
                      </a:cubicBezTo>
                      <a:cubicBezTo>
                        <a:pt x="100330" y="21590"/>
                        <a:pt x="101600" y="21590"/>
                        <a:pt x="102870" y="22860"/>
                      </a:cubicBezTo>
                      <a:cubicBezTo>
                        <a:pt x="105410" y="26670"/>
                        <a:pt x="107950" y="41910"/>
                        <a:pt x="107950" y="50800"/>
                      </a:cubicBezTo>
                      <a:cubicBezTo>
                        <a:pt x="107950" y="60960"/>
                        <a:pt x="106680" y="73660"/>
                        <a:pt x="101600" y="82550"/>
                      </a:cubicBezTo>
                      <a:cubicBezTo>
                        <a:pt x="95250" y="91440"/>
                        <a:pt x="83820" y="100330"/>
                        <a:pt x="73660" y="104140"/>
                      </a:cubicBezTo>
                      <a:cubicBezTo>
                        <a:pt x="64770" y="107950"/>
                        <a:pt x="54610" y="107950"/>
                        <a:pt x="44450" y="106680"/>
                      </a:cubicBezTo>
                      <a:cubicBezTo>
                        <a:pt x="33020" y="105410"/>
                        <a:pt x="17780" y="99060"/>
                        <a:pt x="10160" y="91440"/>
                      </a:cubicBezTo>
                      <a:cubicBezTo>
                        <a:pt x="3810" y="85090"/>
                        <a:pt x="0" y="67310"/>
                        <a:pt x="0" y="6731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1142638" y="760868"/>
                <a:ext cx="537523" cy="505336"/>
                <a:chOff x="0" y="0"/>
                <a:chExt cx="212090" cy="19939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8260" y="46990"/>
                  <a:ext cx="11557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101600">
                      <a:moveTo>
                        <a:pt x="76200" y="101600"/>
                      </a:moveTo>
                      <a:cubicBezTo>
                        <a:pt x="19050" y="90170"/>
                        <a:pt x="10160" y="77470"/>
                        <a:pt x="6350" y="66040"/>
                      </a:cubicBezTo>
                      <a:cubicBezTo>
                        <a:pt x="3810" y="55880"/>
                        <a:pt x="2540" y="41910"/>
                        <a:pt x="8890" y="31750"/>
                      </a:cubicBezTo>
                      <a:cubicBezTo>
                        <a:pt x="16510" y="20320"/>
                        <a:pt x="43180" y="7620"/>
                        <a:pt x="59690" y="5080"/>
                      </a:cubicBezTo>
                      <a:cubicBezTo>
                        <a:pt x="72390" y="2540"/>
                        <a:pt x="87630" y="5080"/>
                        <a:pt x="97790" y="10160"/>
                      </a:cubicBezTo>
                      <a:cubicBezTo>
                        <a:pt x="105410" y="15240"/>
                        <a:pt x="110490" y="24130"/>
                        <a:pt x="113030" y="33020"/>
                      </a:cubicBezTo>
                      <a:cubicBezTo>
                        <a:pt x="115570" y="43180"/>
                        <a:pt x="115570" y="58420"/>
                        <a:pt x="110490" y="68580"/>
                      </a:cubicBezTo>
                      <a:cubicBezTo>
                        <a:pt x="106680" y="77470"/>
                        <a:pt x="99060" y="87630"/>
                        <a:pt x="88900" y="91440"/>
                      </a:cubicBezTo>
                      <a:cubicBezTo>
                        <a:pt x="74930" y="99060"/>
                        <a:pt x="43180" y="101600"/>
                        <a:pt x="27940" y="95250"/>
                      </a:cubicBezTo>
                      <a:cubicBezTo>
                        <a:pt x="16510" y="90170"/>
                        <a:pt x="5080" y="78740"/>
                        <a:pt x="2540" y="67310"/>
                      </a:cubicBezTo>
                      <a:cubicBezTo>
                        <a:pt x="0" y="53340"/>
                        <a:pt x="6350" y="24130"/>
                        <a:pt x="17780" y="13970"/>
                      </a:cubicBezTo>
                      <a:cubicBezTo>
                        <a:pt x="30480" y="3810"/>
                        <a:pt x="62230" y="0"/>
                        <a:pt x="76200" y="3810"/>
                      </a:cubicBezTo>
                      <a:cubicBezTo>
                        <a:pt x="87630" y="7620"/>
                        <a:pt x="102870" y="22860"/>
                        <a:pt x="101600" y="30480"/>
                      </a:cubicBezTo>
                      <a:cubicBezTo>
                        <a:pt x="101600" y="39370"/>
                        <a:pt x="82550" y="54610"/>
                        <a:pt x="73660" y="54610"/>
                      </a:cubicBezTo>
                      <a:cubicBezTo>
                        <a:pt x="67310" y="55880"/>
                        <a:pt x="57150" y="48260"/>
                        <a:pt x="54610" y="41910"/>
                      </a:cubicBezTo>
                      <a:cubicBezTo>
                        <a:pt x="50800" y="35560"/>
                        <a:pt x="50800" y="24130"/>
                        <a:pt x="54610" y="17780"/>
                      </a:cubicBezTo>
                      <a:cubicBezTo>
                        <a:pt x="58420" y="11430"/>
                        <a:pt x="73660" y="3810"/>
                        <a:pt x="82550" y="5080"/>
                      </a:cubicBezTo>
                      <a:cubicBezTo>
                        <a:pt x="88900" y="6350"/>
                        <a:pt x="97790" y="13970"/>
                        <a:pt x="100330" y="20320"/>
                      </a:cubicBezTo>
                      <a:cubicBezTo>
                        <a:pt x="102870" y="27940"/>
                        <a:pt x="99060" y="44450"/>
                        <a:pt x="91440" y="49530"/>
                      </a:cubicBezTo>
                      <a:cubicBezTo>
                        <a:pt x="85090" y="55880"/>
                        <a:pt x="57150" y="48260"/>
                        <a:pt x="57150" y="50800"/>
                      </a:cubicBezTo>
                      <a:cubicBezTo>
                        <a:pt x="57150" y="53340"/>
                        <a:pt x="95250" y="58420"/>
                        <a:pt x="100330" y="67310"/>
                      </a:cubicBezTo>
                      <a:cubicBezTo>
                        <a:pt x="104140" y="73660"/>
                        <a:pt x="101600" y="85090"/>
                        <a:pt x="97790" y="90170"/>
                      </a:cubicBezTo>
                      <a:cubicBezTo>
                        <a:pt x="93980" y="96520"/>
                        <a:pt x="76200" y="101600"/>
                        <a:pt x="76200" y="10160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521429" y="1140675"/>
                <a:ext cx="923766" cy="572928"/>
                <a:chOff x="0" y="0"/>
                <a:chExt cx="364490" cy="22606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44450" y="49530"/>
                  <a:ext cx="27432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0" h="129540">
                      <a:moveTo>
                        <a:pt x="19050" y="8890"/>
                      </a:moveTo>
                      <a:cubicBezTo>
                        <a:pt x="24130" y="69850"/>
                        <a:pt x="34290" y="86360"/>
                        <a:pt x="50800" y="95250"/>
                      </a:cubicBezTo>
                      <a:cubicBezTo>
                        <a:pt x="73660" y="109220"/>
                        <a:pt x="123190" y="115570"/>
                        <a:pt x="154940" y="111760"/>
                      </a:cubicBezTo>
                      <a:cubicBezTo>
                        <a:pt x="184150" y="109220"/>
                        <a:pt x="218440" y="99060"/>
                        <a:pt x="234950" y="80010"/>
                      </a:cubicBezTo>
                      <a:cubicBezTo>
                        <a:pt x="251460" y="62230"/>
                        <a:pt x="246380" y="7620"/>
                        <a:pt x="255270" y="1270"/>
                      </a:cubicBezTo>
                      <a:cubicBezTo>
                        <a:pt x="259080" y="0"/>
                        <a:pt x="266700" y="1270"/>
                        <a:pt x="269240" y="5080"/>
                      </a:cubicBezTo>
                      <a:cubicBezTo>
                        <a:pt x="274320" y="13970"/>
                        <a:pt x="260350" y="71120"/>
                        <a:pt x="241300" y="90170"/>
                      </a:cubicBezTo>
                      <a:cubicBezTo>
                        <a:pt x="223520" y="110490"/>
                        <a:pt x="186690" y="121920"/>
                        <a:pt x="156210" y="125730"/>
                      </a:cubicBezTo>
                      <a:cubicBezTo>
                        <a:pt x="123190" y="129540"/>
                        <a:pt x="76200" y="125730"/>
                        <a:pt x="49530" y="110490"/>
                      </a:cubicBezTo>
                      <a:cubicBezTo>
                        <a:pt x="29210" y="99060"/>
                        <a:pt x="12700" y="74930"/>
                        <a:pt x="6350" y="55880"/>
                      </a:cubicBezTo>
                      <a:cubicBezTo>
                        <a:pt x="0" y="40640"/>
                        <a:pt x="1270" y="11430"/>
                        <a:pt x="6350" y="6350"/>
                      </a:cubicBezTo>
                      <a:cubicBezTo>
                        <a:pt x="8890" y="5080"/>
                        <a:pt x="19050" y="8890"/>
                        <a:pt x="19050" y="889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0" y="973302"/>
                <a:ext cx="614771" cy="527867"/>
                <a:chOff x="0" y="0"/>
                <a:chExt cx="242570" cy="20828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6990" y="50800"/>
                  <a:ext cx="15621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10" h="114300">
                      <a:moveTo>
                        <a:pt x="36830" y="0"/>
                      </a:moveTo>
                      <a:cubicBezTo>
                        <a:pt x="156210" y="58420"/>
                        <a:pt x="153670" y="96520"/>
                        <a:pt x="142240" y="105410"/>
                      </a:cubicBezTo>
                      <a:cubicBezTo>
                        <a:pt x="129540" y="114300"/>
                        <a:pt x="87630" y="96520"/>
                        <a:pt x="63500" y="87630"/>
                      </a:cubicBezTo>
                      <a:cubicBezTo>
                        <a:pt x="41910" y="78740"/>
                        <a:pt x="7620" y="69850"/>
                        <a:pt x="3810" y="54610"/>
                      </a:cubicBezTo>
                      <a:cubicBezTo>
                        <a:pt x="0" y="39370"/>
                        <a:pt x="36830" y="0"/>
                        <a:pt x="36830" y="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1403353" y="950772"/>
                <a:ext cx="643740" cy="566491"/>
                <a:chOff x="0" y="0"/>
                <a:chExt cx="254000" cy="22352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50800" y="55880"/>
                  <a:ext cx="15748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80" h="127000">
                      <a:moveTo>
                        <a:pt x="0" y="54610"/>
                      </a:moveTo>
                      <a:cubicBezTo>
                        <a:pt x="137160" y="0"/>
                        <a:pt x="157480" y="33020"/>
                        <a:pt x="152400" y="49530"/>
                      </a:cubicBezTo>
                      <a:cubicBezTo>
                        <a:pt x="144780" y="74930"/>
                        <a:pt x="41910" y="127000"/>
                        <a:pt x="17780" y="116840"/>
                      </a:cubicBezTo>
                      <a:cubicBezTo>
                        <a:pt x="2540" y="110490"/>
                        <a:pt x="0" y="54610"/>
                        <a:pt x="0" y="5461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185045" y="956310"/>
                <a:ext cx="730250" cy="496570"/>
                <a:chOff x="0" y="0"/>
                <a:chExt cx="730250" cy="49657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5720" y="48260"/>
                  <a:ext cx="636270" cy="401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0" h="401320">
                      <a:moveTo>
                        <a:pt x="64770" y="26670"/>
                      </a:moveTo>
                      <a:cubicBezTo>
                        <a:pt x="76200" y="233680"/>
                        <a:pt x="85090" y="251460"/>
                        <a:pt x="95250" y="271780"/>
                      </a:cubicBezTo>
                      <a:cubicBezTo>
                        <a:pt x="105410" y="290830"/>
                        <a:pt x="116840" y="312420"/>
                        <a:pt x="133350" y="323850"/>
                      </a:cubicBezTo>
                      <a:cubicBezTo>
                        <a:pt x="147320" y="334010"/>
                        <a:pt x="165100" y="335280"/>
                        <a:pt x="187960" y="339090"/>
                      </a:cubicBezTo>
                      <a:cubicBezTo>
                        <a:pt x="219710" y="342900"/>
                        <a:pt x="262890" y="345440"/>
                        <a:pt x="308610" y="339090"/>
                      </a:cubicBezTo>
                      <a:cubicBezTo>
                        <a:pt x="372110" y="330200"/>
                        <a:pt x="474980" y="283210"/>
                        <a:pt x="528320" y="271780"/>
                      </a:cubicBezTo>
                      <a:cubicBezTo>
                        <a:pt x="558800" y="265430"/>
                        <a:pt x="581660" y="257810"/>
                        <a:pt x="599440" y="264160"/>
                      </a:cubicBezTo>
                      <a:cubicBezTo>
                        <a:pt x="614680" y="267970"/>
                        <a:pt x="631190" y="279400"/>
                        <a:pt x="633730" y="289560"/>
                      </a:cubicBezTo>
                      <a:cubicBezTo>
                        <a:pt x="636270" y="297180"/>
                        <a:pt x="629920" y="311150"/>
                        <a:pt x="623570" y="314960"/>
                      </a:cubicBezTo>
                      <a:cubicBezTo>
                        <a:pt x="615950" y="321310"/>
                        <a:pt x="595630" y="322580"/>
                        <a:pt x="588010" y="317500"/>
                      </a:cubicBezTo>
                      <a:cubicBezTo>
                        <a:pt x="580390" y="311150"/>
                        <a:pt x="574040" y="292100"/>
                        <a:pt x="576580" y="283210"/>
                      </a:cubicBezTo>
                      <a:cubicBezTo>
                        <a:pt x="579120" y="275590"/>
                        <a:pt x="589280" y="265430"/>
                        <a:pt x="596900" y="264160"/>
                      </a:cubicBezTo>
                      <a:cubicBezTo>
                        <a:pt x="607060" y="262890"/>
                        <a:pt x="629920" y="276860"/>
                        <a:pt x="633730" y="287020"/>
                      </a:cubicBezTo>
                      <a:cubicBezTo>
                        <a:pt x="636270" y="295910"/>
                        <a:pt x="628650" y="311150"/>
                        <a:pt x="618490" y="318770"/>
                      </a:cubicBezTo>
                      <a:cubicBezTo>
                        <a:pt x="603250" y="330200"/>
                        <a:pt x="567690" y="321310"/>
                        <a:pt x="541020" y="327660"/>
                      </a:cubicBezTo>
                      <a:cubicBezTo>
                        <a:pt x="505460" y="336550"/>
                        <a:pt x="464820" y="361950"/>
                        <a:pt x="426720" y="373380"/>
                      </a:cubicBezTo>
                      <a:cubicBezTo>
                        <a:pt x="388620" y="384810"/>
                        <a:pt x="350520" y="392430"/>
                        <a:pt x="308610" y="396240"/>
                      </a:cubicBezTo>
                      <a:cubicBezTo>
                        <a:pt x="262890" y="400050"/>
                        <a:pt x="195580" y="401320"/>
                        <a:pt x="160020" y="394970"/>
                      </a:cubicBezTo>
                      <a:cubicBezTo>
                        <a:pt x="137160" y="389890"/>
                        <a:pt x="123190" y="386080"/>
                        <a:pt x="106680" y="374650"/>
                      </a:cubicBezTo>
                      <a:cubicBezTo>
                        <a:pt x="85090" y="358140"/>
                        <a:pt x="60960" y="330200"/>
                        <a:pt x="44450" y="299720"/>
                      </a:cubicBezTo>
                      <a:cubicBezTo>
                        <a:pt x="24130" y="260350"/>
                        <a:pt x="10160" y="201930"/>
                        <a:pt x="5080" y="153670"/>
                      </a:cubicBezTo>
                      <a:cubicBezTo>
                        <a:pt x="1270" y="106680"/>
                        <a:pt x="0" y="35560"/>
                        <a:pt x="15240" y="15240"/>
                      </a:cubicBezTo>
                      <a:cubicBezTo>
                        <a:pt x="22860" y="5080"/>
                        <a:pt x="39370" y="0"/>
                        <a:pt x="48260" y="2540"/>
                      </a:cubicBezTo>
                      <a:cubicBezTo>
                        <a:pt x="55880" y="5080"/>
                        <a:pt x="64770" y="26670"/>
                        <a:pt x="64770" y="2667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781945" y="1041400"/>
                <a:ext cx="397510" cy="160020"/>
                <a:chOff x="0" y="0"/>
                <a:chExt cx="397510" cy="16002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9530" y="50800"/>
                  <a:ext cx="29845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0" h="80010">
                      <a:moveTo>
                        <a:pt x="30480" y="0"/>
                      </a:moveTo>
                      <a:cubicBezTo>
                        <a:pt x="285750" y="11430"/>
                        <a:pt x="295910" y="24130"/>
                        <a:pt x="297180" y="33020"/>
                      </a:cubicBezTo>
                      <a:cubicBezTo>
                        <a:pt x="298450" y="40640"/>
                        <a:pt x="290830" y="52070"/>
                        <a:pt x="283210" y="55880"/>
                      </a:cubicBezTo>
                      <a:cubicBezTo>
                        <a:pt x="275590" y="59690"/>
                        <a:pt x="256540" y="58420"/>
                        <a:pt x="250190" y="52070"/>
                      </a:cubicBezTo>
                      <a:cubicBezTo>
                        <a:pt x="243840" y="46990"/>
                        <a:pt x="240030" y="35560"/>
                        <a:pt x="241300" y="27940"/>
                      </a:cubicBezTo>
                      <a:cubicBezTo>
                        <a:pt x="243840" y="19050"/>
                        <a:pt x="257810" y="5080"/>
                        <a:pt x="266700" y="3810"/>
                      </a:cubicBezTo>
                      <a:cubicBezTo>
                        <a:pt x="275590" y="2540"/>
                        <a:pt x="293370" y="12700"/>
                        <a:pt x="295910" y="21590"/>
                      </a:cubicBezTo>
                      <a:cubicBezTo>
                        <a:pt x="298450" y="30480"/>
                        <a:pt x="292100" y="49530"/>
                        <a:pt x="278130" y="58420"/>
                      </a:cubicBezTo>
                      <a:cubicBezTo>
                        <a:pt x="243840" y="80010"/>
                        <a:pt x="60960" y="72390"/>
                        <a:pt x="24130" y="52070"/>
                      </a:cubicBezTo>
                      <a:cubicBezTo>
                        <a:pt x="8890" y="44450"/>
                        <a:pt x="0" y="27940"/>
                        <a:pt x="1270" y="20320"/>
                      </a:cubicBezTo>
                      <a:cubicBezTo>
                        <a:pt x="2540" y="11430"/>
                        <a:pt x="30480" y="0"/>
                        <a:pt x="30480" y="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1085476" y="924560"/>
                <a:ext cx="637539" cy="392431"/>
                <a:chOff x="49531" y="35560"/>
                <a:chExt cx="637539" cy="392431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49531" y="35560"/>
                  <a:ext cx="637539" cy="392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540" h="392430">
                      <a:moveTo>
                        <a:pt x="26670" y="46990"/>
                      </a:moveTo>
                      <a:cubicBezTo>
                        <a:pt x="350520" y="11430"/>
                        <a:pt x="483870" y="0"/>
                        <a:pt x="538480" y="21590"/>
                      </a:cubicBezTo>
                      <a:cubicBezTo>
                        <a:pt x="565150" y="31750"/>
                        <a:pt x="577850" y="49530"/>
                        <a:pt x="589280" y="68580"/>
                      </a:cubicBezTo>
                      <a:cubicBezTo>
                        <a:pt x="600710" y="86360"/>
                        <a:pt x="604520" y="100330"/>
                        <a:pt x="609600" y="127000"/>
                      </a:cubicBezTo>
                      <a:cubicBezTo>
                        <a:pt x="619760" y="180340"/>
                        <a:pt x="637540" y="331470"/>
                        <a:pt x="621030" y="368300"/>
                      </a:cubicBezTo>
                      <a:cubicBezTo>
                        <a:pt x="614680" y="382270"/>
                        <a:pt x="603250" y="389890"/>
                        <a:pt x="594360" y="391160"/>
                      </a:cubicBezTo>
                      <a:cubicBezTo>
                        <a:pt x="584200" y="391160"/>
                        <a:pt x="567690" y="379730"/>
                        <a:pt x="563880" y="370840"/>
                      </a:cubicBezTo>
                      <a:cubicBezTo>
                        <a:pt x="561340" y="363220"/>
                        <a:pt x="563880" y="349250"/>
                        <a:pt x="568960" y="342900"/>
                      </a:cubicBezTo>
                      <a:cubicBezTo>
                        <a:pt x="575310" y="336550"/>
                        <a:pt x="594360" y="331470"/>
                        <a:pt x="603250" y="334010"/>
                      </a:cubicBezTo>
                      <a:cubicBezTo>
                        <a:pt x="612140" y="336550"/>
                        <a:pt x="621030" y="346710"/>
                        <a:pt x="621030" y="354330"/>
                      </a:cubicBezTo>
                      <a:cubicBezTo>
                        <a:pt x="622300" y="364490"/>
                        <a:pt x="607060" y="388620"/>
                        <a:pt x="596900" y="389890"/>
                      </a:cubicBezTo>
                      <a:cubicBezTo>
                        <a:pt x="588010" y="392430"/>
                        <a:pt x="574040" y="386080"/>
                        <a:pt x="565150" y="373380"/>
                      </a:cubicBezTo>
                      <a:cubicBezTo>
                        <a:pt x="543560" y="339090"/>
                        <a:pt x="566420" y="166370"/>
                        <a:pt x="547370" y="118110"/>
                      </a:cubicBezTo>
                      <a:cubicBezTo>
                        <a:pt x="538480" y="93980"/>
                        <a:pt x="532130" y="82550"/>
                        <a:pt x="510540" y="72390"/>
                      </a:cubicBezTo>
                      <a:cubicBezTo>
                        <a:pt x="464820" y="50800"/>
                        <a:pt x="327660" y="67310"/>
                        <a:pt x="242570" y="72390"/>
                      </a:cubicBezTo>
                      <a:cubicBezTo>
                        <a:pt x="166370" y="77470"/>
                        <a:pt x="62230" y="111760"/>
                        <a:pt x="26670" y="99060"/>
                      </a:cubicBezTo>
                      <a:cubicBezTo>
                        <a:pt x="11430" y="92710"/>
                        <a:pt x="0" y="78740"/>
                        <a:pt x="1270" y="69850"/>
                      </a:cubicBezTo>
                      <a:cubicBezTo>
                        <a:pt x="1270" y="60960"/>
                        <a:pt x="26670" y="46990"/>
                        <a:pt x="26670" y="4699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635385" y="935990"/>
                <a:ext cx="408940" cy="246380"/>
                <a:chOff x="0" y="0"/>
                <a:chExt cx="408940" cy="24638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9530" y="49530"/>
                  <a:ext cx="311150" cy="154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150" h="154940">
                      <a:moveTo>
                        <a:pt x="27940" y="95250"/>
                      </a:moveTo>
                      <a:cubicBezTo>
                        <a:pt x="137160" y="77470"/>
                        <a:pt x="248920" y="0"/>
                        <a:pt x="281940" y="1270"/>
                      </a:cubicBezTo>
                      <a:cubicBezTo>
                        <a:pt x="293370" y="1270"/>
                        <a:pt x="300990" y="7620"/>
                        <a:pt x="304800" y="13970"/>
                      </a:cubicBezTo>
                      <a:cubicBezTo>
                        <a:pt x="309880" y="20320"/>
                        <a:pt x="311150" y="33020"/>
                        <a:pt x="307340" y="39370"/>
                      </a:cubicBezTo>
                      <a:cubicBezTo>
                        <a:pt x="304800" y="46990"/>
                        <a:pt x="294640" y="55880"/>
                        <a:pt x="287020" y="57150"/>
                      </a:cubicBezTo>
                      <a:cubicBezTo>
                        <a:pt x="278130" y="57150"/>
                        <a:pt x="260350" y="49530"/>
                        <a:pt x="256540" y="41910"/>
                      </a:cubicBezTo>
                      <a:cubicBezTo>
                        <a:pt x="252730" y="33020"/>
                        <a:pt x="256540" y="13970"/>
                        <a:pt x="262890" y="7620"/>
                      </a:cubicBezTo>
                      <a:cubicBezTo>
                        <a:pt x="267970" y="2540"/>
                        <a:pt x="280670" y="0"/>
                        <a:pt x="288290" y="1270"/>
                      </a:cubicBezTo>
                      <a:cubicBezTo>
                        <a:pt x="295910" y="3810"/>
                        <a:pt x="306070" y="11430"/>
                        <a:pt x="308610" y="19050"/>
                      </a:cubicBezTo>
                      <a:cubicBezTo>
                        <a:pt x="311150" y="27940"/>
                        <a:pt x="307340" y="40640"/>
                        <a:pt x="298450" y="52070"/>
                      </a:cubicBezTo>
                      <a:cubicBezTo>
                        <a:pt x="275590" y="78740"/>
                        <a:pt x="176530" y="123190"/>
                        <a:pt x="124460" y="137160"/>
                      </a:cubicBezTo>
                      <a:cubicBezTo>
                        <a:pt x="85090" y="147320"/>
                        <a:pt x="34290" y="154940"/>
                        <a:pt x="15240" y="144780"/>
                      </a:cubicBezTo>
                      <a:cubicBezTo>
                        <a:pt x="6350" y="139700"/>
                        <a:pt x="0" y="125730"/>
                        <a:pt x="1270" y="118110"/>
                      </a:cubicBezTo>
                      <a:cubicBezTo>
                        <a:pt x="3810" y="109220"/>
                        <a:pt x="27940" y="95250"/>
                        <a:pt x="27940" y="9525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4705" y="960120"/>
                <a:ext cx="293370" cy="251460"/>
                <a:chOff x="0" y="0"/>
                <a:chExt cx="293370" cy="251460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45720" y="49530"/>
                  <a:ext cx="200660" cy="151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660" h="151130">
                      <a:moveTo>
                        <a:pt x="165100" y="151130"/>
                      </a:moveTo>
                      <a:cubicBezTo>
                        <a:pt x="68580" y="105410"/>
                        <a:pt x="19050" y="68580"/>
                        <a:pt x="7620" y="45720"/>
                      </a:cubicBezTo>
                      <a:cubicBezTo>
                        <a:pt x="1270" y="34290"/>
                        <a:pt x="0" y="19050"/>
                        <a:pt x="5080" y="12700"/>
                      </a:cubicBezTo>
                      <a:cubicBezTo>
                        <a:pt x="10160" y="5080"/>
                        <a:pt x="29210" y="0"/>
                        <a:pt x="36830" y="1270"/>
                      </a:cubicBezTo>
                      <a:cubicBezTo>
                        <a:pt x="44450" y="3810"/>
                        <a:pt x="53340" y="12700"/>
                        <a:pt x="55880" y="20320"/>
                      </a:cubicBezTo>
                      <a:cubicBezTo>
                        <a:pt x="57150" y="27940"/>
                        <a:pt x="55880" y="40640"/>
                        <a:pt x="49530" y="45720"/>
                      </a:cubicBezTo>
                      <a:cubicBezTo>
                        <a:pt x="41910" y="52070"/>
                        <a:pt x="16510" y="54610"/>
                        <a:pt x="8890" y="48260"/>
                      </a:cubicBezTo>
                      <a:cubicBezTo>
                        <a:pt x="2540" y="41910"/>
                        <a:pt x="2540" y="15240"/>
                        <a:pt x="8890" y="7620"/>
                      </a:cubicBezTo>
                      <a:cubicBezTo>
                        <a:pt x="15240" y="1270"/>
                        <a:pt x="30480" y="0"/>
                        <a:pt x="43180" y="3810"/>
                      </a:cubicBezTo>
                      <a:cubicBezTo>
                        <a:pt x="67310" y="11430"/>
                        <a:pt x="105410" y="64770"/>
                        <a:pt x="133350" y="82550"/>
                      </a:cubicBezTo>
                      <a:cubicBezTo>
                        <a:pt x="153670" y="95250"/>
                        <a:pt x="182880" y="95250"/>
                        <a:pt x="191770" y="107950"/>
                      </a:cubicBezTo>
                      <a:cubicBezTo>
                        <a:pt x="198120" y="115570"/>
                        <a:pt x="200660" y="129540"/>
                        <a:pt x="196850" y="137160"/>
                      </a:cubicBezTo>
                      <a:cubicBezTo>
                        <a:pt x="191770" y="144780"/>
                        <a:pt x="165100" y="151130"/>
                        <a:pt x="165100" y="15113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215525" y="914400"/>
                <a:ext cx="688340" cy="457200"/>
                <a:chOff x="0" y="0"/>
                <a:chExt cx="688340" cy="4572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50800" y="38100"/>
                  <a:ext cx="598170" cy="370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70" h="370840">
                      <a:moveTo>
                        <a:pt x="21590" y="30480"/>
                      </a:moveTo>
                      <a:cubicBezTo>
                        <a:pt x="334010" y="10160"/>
                        <a:pt x="474980" y="0"/>
                        <a:pt x="515620" y="16510"/>
                      </a:cubicBezTo>
                      <a:cubicBezTo>
                        <a:pt x="530860" y="22860"/>
                        <a:pt x="533400" y="29210"/>
                        <a:pt x="541020" y="40640"/>
                      </a:cubicBezTo>
                      <a:cubicBezTo>
                        <a:pt x="553720" y="59690"/>
                        <a:pt x="568960" y="90170"/>
                        <a:pt x="576580" y="125730"/>
                      </a:cubicBezTo>
                      <a:cubicBezTo>
                        <a:pt x="588010" y="180340"/>
                        <a:pt x="598170" y="302260"/>
                        <a:pt x="586740" y="339090"/>
                      </a:cubicBezTo>
                      <a:cubicBezTo>
                        <a:pt x="581660" y="354330"/>
                        <a:pt x="574040" y="364490"/>
                        <a:pt x="565150" y="367030"/>
                      </a:cubicBezTo>
                      <a:cubicBezTo>
                        <a:pt x="557530" y="370840"/>
                        <a:pt x="544830" y="367030"/>
                        <a:pt x="538480" y="361950"/>
                      </a:cubicBezTo>
                      <a:cubicBezTo>
                        <a:pt x="532130" y="355600"/>
                        <a:pt x="527050" y="344170"/>
                        <a:pt x="528320" y="335280"/>
                      </a:cubicBezTo>
                      <a:cubicBezTo>
                        <a:pt x="528320" y="327660"/>
                        <a:pt x="535940" y="316230"/>
                        <a:pt x="543560" y="312420"/>
                      </a:cubicBezTo>
                      <a:cubicBezTo>
                        <a:pt x="551180" y="308610"/>
                        <a:pt x="563880" y="308610"/>
                        <a:pt x="571500" y="312420"/>
                      </a:cubicBezTo>
                      <a:cubicBezTo>
                        <a:pt x="577850" y="316230"/>
                        <a:pt x="585470" y="327660"/>
                        <a:pt x="586740" y="335280"/>
                      </a:cubicBezTo>
                      <a:cubicBezTo>
                        <a:pt x="588010" y="344170"/>
                        <a:pt x="582930" y="355600"/>
                        <a:pt x="576580" y="361950"/>
                      </a:cubicBezTo>
                      <a:cubicBezTo>
                        <a:pt x="570230" y="367030"/>
                        <a:pt x="557530" y="369570"/>
                        <a:pt x="549910" y="367030"/>
                      </a:cubicBezTo>
                      <a:cubicBezTo>
                        <a:pt x="541020" y="365760"/>
                        <a:pt x="534670" y="359410"/>
                        <a:pt x="529590" y="347980"/>
                      </a:cubicBezTo>
                      <a:cubicBezTo>
                        <a:pt x="514350" y="314960"/>
                        <a:pt x="538480" y="166370"/>
                        <a:pt x="520700" y="118110"/>
                      </a:cubicBezTo>
                      <a:cubicBezTo>
                        <a:pt x="511810" y="92710"/>
                        <a:pt x="505460" y="78740"/>
                        <a:pt x="480060" y="67310"/>
                      </a:cubicBezTo>
                      <a:cubicBezTo>
                        <a:pt x="412750" y="35560"/>
                        <a:pt x="80010" y="104140"/>
                        <a:pt x="24130" y="82550"/>
                      </a:cubicBezTo>
                      <a:cubicBezTo>
                        <a:pt x="8890" y="76200"/>
                        <a:pt x="0" y="66040"/>
                        <a:pt x="0" y="57150"/>
                      </a:cubicBezTo>
                      <a:cubicBezTo>
                        <a:pt x="0" y="48260"/>
                        <a:pt x="21590" y="30480"/>
                        <a:pt x="21590" y="3048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1029595" y="920750"/>
                <a:ext cx="699770" cy="499110"/>
                <a:chOff x="0" y="0"/>
                <a:chExt cx="699770" cy="49911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3020" y="49530"/>
                  <a:ext cx="615950" cy="4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950" h="425450">
                      <a:moveTo>
                        <a:pt x="69850" y="22860"/>
                      </a:moveTo>
                      <a:cubicBezTo>
                        <a:pt x="82550" y="323850"/>
                        <a:pt x="82550" y="331470"/>
                        <a:pt x="96520" y="339090"/>
                      </a:cubicBezTo>
                      <a:cubicBezTo>
                        <a:pt x="148590" y="368300"/>
                        <a:pt x="523240" y="294640"/>
                        <a:pt x="586740" y="321310"/>
                      </a:cubicBezTo>
                      <a:cubicBezTo>
                        <a:pt x="604520" y="327660"/>
                        <a:pt x="615950" y="341630"/>
                        <a:pt x="615950" y="351790"/>
                      </a:cubicBezTo>
                      <a:cubicBezTo>
                        <a:pt x="614680" y="361950"/>
                        <a:pt x="593090" y="378460"/>
                        <a:pt x="582930" y="379730"/>
                      </a:cubicBezTo>
                      <a:cubicBezTo>
                        <a:pt x="575310" y="379730"/>
                        <a:pt x="563880" y="370840"/>
                        <a:pt x="560070" y="363220"/>
                      </a:cubicBezTo>
                      <a:cubicBezTo>
                        <a:pt x="556260" y="355600"/>
                        <a:pt x="560070" y="335280"/>
                        <a:pt x="566420" y="328930"/>
                      </a:cubicBezTo>
                      <a:cubicBezTo>
                        <a:pt x="571500" y="322580"/>
                        <a:pt x="585470" y="318770"/>
                        <a:pt x="593090" y="321310"/>
                      </a:cubicBezTo>
                      <a:cubicBezTo>
                        <a:pt x="601980" y="323850"/>
                        <a:pt x="615950" y="339090"/>
                        <a:pt x="615950" y="347980"/>
                      </a:cubicBezTo>
                      <a:cubicBezTo>
                        <a:pt x="615950" y="358140"/>
                        <a:pt x="604520" y="370840"/>
                        <a:pt x="586740" y="379730"/>
                      </a:cubicBezTo>
                      <a:cubicBezTo>
                        <a:pt x="521970" y="408940"/>
                        <a:pt x="151130" y="425450"/>
                        <a:pt x="80010" y="397510"/>
                      </a:cubicBezTo>
                      <a:cubicBezTo>
                        <a:pt x="57150" y="388620"/>
                        <a:pt x="52070" y="374650"/>
                        <a:pt x="41910" y="360680"/>
                      </a:cubicBezTo>
                      <a:cubicBezTo>
                        <a:pt x="31750" y="345440"/>
                        <a:pt x="25400" y="332740"/>
                        <a:pt x="21590" y="307340"/>
                      </a:cubicBezTo>
                      <a:cubicBezTo>
                        <a:pt x="10160" y="251460"/>
                        <a:pt x="0" y="64770"/>
                        <a:pt x="17780" y="24130"/>
                      </a:cubicBezTo>
                      <a:cubicBezTo>
                        <a:pt x="24130" y="10160"/>
                        <a:pt x="34290" y="1270"/>
                        <a:pt x="43180" y="1270"/>
                      </a:cubicBezTo>
                      <a:cubicBezTo>
                        <a:pt x="52070" y="0"/>
                        <a:pt x="69850" y="22860"/>
                        <a:pt x="69850" y="2286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574DF74C-6700-4D24-94BD-56733753AFC0}"/>
                    </a:ext>
                  </a:extLst>
                </p14:cNvPr>
                <p14:cNvContentPartPr/>
                <p14:nvPr/>
              </p14:nvContentPartPr>
              <p14:xfrm>
                <a:off x="15628896" y="4446832"/>
                <a:ext cx="201960" cy="89280"/>
              </p14:xfrm>
            </p:contentPart>
          </mc:Choice>
          <mc:Fallback xmlns=""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574DF74C-6700-4D24-94BD-56733753AFC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619912" y="4437832"/>
                  <a:ext cx="219569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43CCBCE2-EEA2-4652-A854-C0C3356CB694}"/>
                    </a:ext>
                  </a:extLst>
                </p14:cNvPr>
                <p14:cNvContentPartPr/>
                <p14:nvPr/>
              </p14:nvContentPartPr>
              <p14:xfrm>
                <a:off x="15652656" y="4366192"/>
                <a:ext cx="143640" cy="3096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43CCBCE2-EEA2-4652-A854-C0C3356CB69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643656" y="4357192"/>
                  <a:ext cx="1612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A214932-90D7-4D23-A177-957AD0BFBBFA}"/>
              </a:ext>
            </a:extLst>
          </p:cNvPr>
          <p:cNvGrpSpPr/>
          <p:nvPr/>
        </p:nvGrpSpPr>
        <p:grpSpPr>
          <a:xfrm>
            <a:off x="6245072" y="3721555"/>
            <a:ext cx="1771650" cy="1771650"/>
            <a:chOff x="6245072" y="3721555"/>
            <a:chExt cx="1771650" cy="1771650"/>
          </a:xfrm>
        </p:grpSpPr>
        <p:grpSp>
          <p:nvGrpSpPr>
            <p:cNvPr id="44" name="Group 44"/>
            <p:cNvGrpSpPr/>
            <p:nvPr/>
          </p:nvGrpSpPr>
          <p:grpSpPr>
            <a:xfrm>
              <a:off x="6245072" y="3721555"/>
              <a:ext cx="1771650" cy="1771650"/>
              <a:chOff x="35471" y="-19501"/>
              <a:chExt cx="2362200" cy="2362200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35471" y="-19501"/>
                <a:ext cx="2362200" cy="2362200"/>
                <a:chOff x="12205" y="-6710"/>
                <a:chExt cx="812800" cy="8128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2205" y="-671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59"/>
                    </a:lnSpc>
                  </a:pPr>
                  <a:r>
                    <a:rPr lang="en-US" sz="2199">
                      <a:solidFill>
                        <a:srgbClr val="FFFFFF"/>
                      </a:solidFill>
                      <a:latin typeface="Arita Dotum Medium"/>
                    </a:rPr>
                    <a:t>                        </a:t>
                  </a:r>
                </a:p>
              </p:txBody>
            </p:sp>
          </p:grpSp>
          <p:grpSp>
            <p:nvGrpSpPr>
              <p:cNvPr id="48" name="Group 48"/>
              <p:cNvGrpSpPr/>
              <p:nvPr/>
            </p:nvGrpSpPr>
            <p:grpSpPr>
              <a:xfrm>
                <a:off x="463330" y="754431"/>
                <a:ext cx="534304" cy="524648"/>
                <a:chOff x="0" y="0"/>
                <a:chExt cx="210820" cy="20701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50800" y="48260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67310"/>
                      </a:moveTo>
                      <a:cubicBezTo>
                        <a:pt x="12700" y="17780"/>
                        <a:pt x="21590" y="12700"/>
                        <a:pt x="30480" y="8890"/>
                      </a:cubicBezTo>
                      <a:cubicBezTo>
                        <a:pt x="41910" y="5080"/>
                        <a:pt x="57150" y="0"/>
                        <a:pt x="68580" y="2540"/>
                      </a:cubicBezTo>
                      <a:cubicBezTo>
                        <a:pt x="80010" y="3810"/>
                        <a:pt x="97790" y="16510"/>
                        <a:pt x="99060" y="20320"/>
                      </a:cubicBezTo>
                      <a:cubicBezTo>
                        <a:pt x="100330" y="20320"/>
                        <a:pt x="99060" y="21590"/>
                        <a:pt x="99060" y="21590"/>
                      </a:cubicBezTo>
                      <a:cubicBezTo>
                        <a:pt x="100330" y="21590"/>
                        <a:pt x="101600" y="21590"/>
                        <a:pt x="102870" y="22860"/>
                      </a:cubicBezTo>
                      <a:cubicBezTo>
                        <a:pt x="105410" y="26670"/>
                        <a:pt x="107950" y="41910"/>
                        <a:pt x="107950" y="50800"/>
                      </a:cubicBezTo>
                      <a:cubicBezTo>
                        <a:pt x="107950" y="60960"/>
                        <a:pt x="106680" y="73660"/>
                        <a:pt x="101600" y="82550"/>
                      </a:cubicBezTo>
                      <a:cubicBezTo>
                        <a:pt x="95250" y="91440"/>
                        <a:pt x="83820" y="100330"/>
                        <a:pt x="73660" y="104140"/>
                      </a:cubicBezTo>
                      <a:cubicBezTo>
                        <a:pt x="64770" y="107950"/>
                        <a:pt x="54610" y="107950"/>
                        <a:pt x="44450" y="106680"/>
                      </a:cubicBezTo>
                      <a:cubicBezTo>
                        <a:pt x="33020" y="105410"/>
                        <a:pt x="17780" y="99060"/>
                        <a:pt x="10160" y="91440"/>
                      </a:cubicBezTo>
                      <a:cubicBezTo>
                        <a:pt x="3810" y="85090"/>
                        <a:pt x="0" y="67310"/>
                        <a:pt x="0" y="6731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1300192" y="760868"/>
                <a:ext cx="537523" cy="505336"/>
                <a:chOff x="0" y="0"/>
                <a:chExt cx="212090" cy="19939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8260" y="46990"/>
                  <a:ext cx="11557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101600">
                      <a:moveTo>
                        <a:pt x="76200" y="101600"/>
                      </a:moveTo>
                      <a:cubicBezTo>
                        <a:pt x="19050" y="90170"/>
                        <a:pt x="10160" y="77470"/>
                        <a:pt x="6350" y="66040"/>
                      </a:cubicBezTo>
                      <a:cubicBezTo>
                        <a:pt x="3810" y="55880"/>
                        <a:pt x="2540" y="41910"/>
                        <a:pt x="8890" y="31750"/>
                      </a:cubicBezTo>
                      <a:cubicBezTo>
                        <a:pt x="16510" y="20320"/>
                        <a:pt x="43180" y="7620"/>
                        <a:pt x="59690" y="5080"/>
                      </a:cubicBezTo>
                      <a:cubicBezTo>
                        <a:pt x="72390" y="2540"/>
                        <a:pt x="87630" y="5080"/>
                        <a:pt x="97790" y="10160"/>
                      </a:cubicBezTo>
                      <a:cubicBezTo>
                        <a:pt x="105410" y="15240"/>
                        <a:pt x="110490" y="24130"/>
                        <a:pt x="113030" y="33020"/>
                      </a:cubicBezTo>
                      <a:cubicBezTo>
                        <a:pt x="115570" y="43180"/>
                        <a:pt x="115570" y="58420"/>
                        <a:pt x="110490" y="68580"/>
                      </a:cubicBezTo>
                      <a:cubicBezTo>
                        <a:pt x="106680" y="77470"/>
                        <a:pt x="99060" y="87630"/>
                        <a:pt x="88900" y="91440"/>
                      </a:cubicBezTo>
                      <a:cubicBezTo>
                        <a:pt x="74930" y="99060"/>
                        <a:pt x="43180" y="101600"/>
                        <a:pt x="27940" y="95250"/>
                      </a:cubicBezTo>
                      <a:cubicBezTo>
                        <a:pt x="16510" y="90170"/>
                        <a:pt x="5080" y="78740"/>
                        <a:pt x="2540" y="67310"/>
                      </a:cubicBezTo>
                      <a:cubicBezTo>
                        <a:pt x="0" y="53340"/>
                        <a:pt x="6350" y="24130"/>
                        <a:pt x="17780" y="13970"/>
                      </a:cubicBezTo>
                      <a:cubicBezTo>
                        <a:pt x="30480" y="3810"/>
                        <a:pt x="62230" y="0"/>
                        <a:pt x="76200" y="3810"/>
                      </a:cubicBezTo>
                      <a:cubicBezTo>
                        <a:pt x="87630" y="7620"/>
                        <a:pt x="102870" y="22860"/>
                        <a:pt x="101600" y="30480"/>
                      </a:cubicBezTo>
                      <a:cubicBezTo>
                        <a:pt x="101600" y="39370"/>
                        <a:pt x="82550" y="54610"/>
                        <a:pt x="73660" y="54610"/>
                      </a:cubicBezTo>
                      <a:cubicBezTo>
                        <a:pt x="67310" y="55880"/>
                        <a:pt x="57150" y="48260"/>
                        <a:pt x="54610" y="41910"/>
                      </a:cubicBezTo>
                      <a:cubicBezTo>
                        <a:pt x="50800" y="35560"/>
                        <a:pt x="50800" y="24130"/>
                        <a:pt x="54610" y="17780"/>
                      </a:cubicBezTo>
                      <a:cubicBezTo>
                        <a:pt x="58420" y="11430"/>
                        <a:pt x="73660" y="3810"/>
                        <a:pt x="82550" y="5080"/>
                      </a:cubicBezTo>
                      <a:cubicBezTo>
                        <a:pt x="88900" y="6350"/>
                        <a:pt x="97790" y="13970"/>
                        <a:pt x="100330" y="20320"/>
                      </a:cubicBezTo>
                      <a:cubicBezTo>
                        <a:pt x="102870" y="27940"/>
                        <a:pt x="99060" y="44450"/>
                        <a:pt x="91440" y="49530"/>
                      </a:cubicBezTo>
                      <a:cubicBezTo>
                        <a:pt x="85090" y="55880"/>
                        <a:pt x="57150" y="48260"/>
                        <a:pt x="57150" y="50800"/>
                      </a:cubicBezTo>
                      <a:cubicBezTo>
                        <a:pt x="57150" y="53340"/>
                        <a:pt x="95250" y="58420"/>
                        <a:pt x="100330" y="67310"/>
                      </a:cubicBezTo>
                      <a:cubicBezTo>
                        <a:pt x="104140" y="73660"/>
                        <a:pt x="101600" y="85090"/>
                        <a:pt x="97790" y="90170"/>
                      </a:cubicBezTo>
                      <a:cubicBezTo>
                        <a:pt x="93980" y="96520"/>
                        <a:pt x="76200" y="101600"/>
                        <a:pt x="76200" y="10160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78983" y="1140675"/>
                <a:ext cx="923766" cy="572928"/>
                <a:chOff x="0" y="0"/>
                <a:chExt cx="364490" cy="226060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44450" y="49530"/>
                  <a:ext cx="27432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0" h="129540">
                      <a:moveTo>
                        <a:pt x="19050" y="8890"/>
                      </a:moveTo>
                      <a:cubicBezTo>
                        <a:pt x="24130" y="69850"/>
                        <a:pt x="34290" y="86360"/>
                        <a:pt x="50800" y="95250"/>
                      </a:cubicBezTo>
                      <a:cubicBezTo>
                        <a:pt x="73660" y="109220"/>
                        <a:pt x="123190" y="115570"/>
                        <a:pt x="154940" y="111760"/>
                      </a:cubicBezTo>
                      <a:cubicBezTo>
                        <a:pt x="184150" y="109220"/>
                        <a:pt x="218440" y="99060"/>
                        <a:pt x="234950" y="80010"/>
                      </a:cubicBezTo>
                      <a:cubicBezTo>
                        <a:pt x="251460" y="62230"/>
                        <a:pt x="246380" y="7620"/>
                        <a:pt x="255270" y="1270"/>
                      </a:cubicBezTo>
                      <a:cubicBezTo>
                        <a:pt x="259080" y="0"/>
                        <a:pt x="266700" y="1270"/>
                        <a:pt x="269240" y="5080"/>
                      </a:cubicBezTo>
                      <a:cubicBezTo>
                        <a:pt x="274320" y="13970"/>
                        <a:pt x="260350" y="71120"/>
                        <a:pt x="241300" y="90170"/>
                      </a:cubicBezTo>
                      <a:cubicBezTo>
                        <a:pt x="223520" y="110490"/>
                        <a:pt x="186690" y="121920"/>
                        <a:pt x="156210" y="125730"/>
                      </a:cubicBezTo>
                      <a:cubicBezTo>
                        <a:pt x="123190" y="129540"/>
                        <a:pt x="76200" y="125730"/>
                        <a:pt x="49530" y="110490"/>
                      </a:cubicBezTo>
                      <a:cubicBezTo>
                        <a:pt x="29210" y="99060"/>
                        <a:pt x="12700" y="74930"/>
                        <a:pt x="6350" y="55880"/>
                      </a:cubicBezTo>
                      <a:cubicBezTo>
                        <a:pt x="0" y="40640"/>
                        <a:pt x="1270" y="11430"/>
                        <a:pt x="6350" y="6350"/>
                      </a:cubicBezTo>
                      <a:cubicBezTo>
                        <a:pt x="8890" y="5080"/>
                        <a:pt x="19050" y="8890"/>
                        <a:pt x="19050" y="889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157554" y="973302"/>
                <a:ext cx="614771" cy="527867"/>
                <a:chOff x="0" y="0"/>
                <a:chExt cx="242570" cy="20828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46990" y="50800"/>
                  <a:ext cx="15621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10" h="114300">
                      <a:moveTo>
                        <a:pt x="36830" y="0"/>
                      </a:moveTo>
                      <a:cubicBezTo>
                        <a:pt x="156210" y="58420"/>
                        <a:pt x="153670" y="96520"/>
                        <a:pt x="142240" y="105410"/>
                      </a:cubicBezTo>
                      <a:cubicBezTo>
                        <a:pt x="129540" y="114300"/>
                        <a:pt x="87630" y="96520"/>
                        <a:pt x="63500" y="87630"/>
                      </a:cubicBezTo>
                      <a:cubicBezTo>
                        <a:pt x="41910" y="78740"/>
                        <a:pt x="7620" y="69850"/>
                        <a:pt x="3810" y="54610"/>
                      </a:cubicBezTo>
                      <a:cubicBezTo>
                        <a:pt x="0" y="39370"/>
                        <a:pt x="36830" y="0"/>
                        <a:pt x="36830" y="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6" name="Group 56"/>
              <p:cNvGrpSpPr/>
              <p:nvPr/>
            </p:nvGrpSpPr>
            <p:grpSpPr>
              <a:xfrm>
                <a:off x="1560906" y="950772"/>
                <a:ext cx="643740" cy="566491"/>
                <a:chOff x="0" y="0"/>
                <a:chExt cx="254000" cy="22352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50800" y="55880"/>
                  <a:ext cx="15748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80" h="127000">
                      <a:moveTo>
                        <a:pt x="0" y="54610"/>
                      </a:moveTo>
                      <a:cubicBezTo>
                        <a:pt x="137160" y="0"/>
                        <a:pt x="157480" y="33020"/>
                        <a:pt x="152400" y="49530"/>
                      </a:cubicBezTo>
                      <a:cubicBezTo>
                        <a:pt x="144780" y="74930"/>
                        <a:pt x="41910" y="127000"/>
                        <a:pt x="17780" y="116840"/>
                      </a:cubicBezTo>
                      <a:cubicBezTo>
                        <a:pt x="2540" y="110490"/>
                        <a:pt x="0" y="54610"/>
                        <a:pt x="0" y="5461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015456AF-2AE9-438B-B302-B83FD6D671D6}"/>
                    </a:ext>
                  </a:extLst>
                </p14:cNvPr>
                <p14:cNvContentPartPr/>
                <p14:nvPr/>
              </p14:nvContentPartPr>
              <p14:xfrm>
                <a:off x="7305619" y="4410109"/>
                <a:ext cx="172440" cy="16380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015456AF-2AE9-438B-B302-B83FD6D671D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6619" y="4401109"/>
                  <a:ext cx="190080" cy="181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9" name="TextBox 11">
            <a:extLst>
              <a:ext uri="{FF2B5EF4-FFF2-40B4-BE49-F238E27FC236}">
                <a16:creationId xmlns:a16="http://schemas.microsoft.com/office/drawing/2014/main" id="{A1ED72CE-599C-4113-8C31-A9A6D0F1F3AA}"/>
              </a:ext>
            </a:extLst>
          </p:cNvPr>
          <p:cNvSpPr txBox="1"/>
          <p:nvPr/>
        </p:nvSpPr>
        <p:spPr>
          <a:xfrm>
            <a:off x="5441667" y="6670153"/>
            <a:ext cx="3410533" cy="72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불필요한 데이터</a:t>
            </a:r>
            <a:r>
              <a:rPr lang="en-US" altLang="ko-KR" sz="2199" dirty="0">
                <a:solidFill>
                  <a:srgbClr val="000000"/>
                </a:solidFill>
                <a:ea typeface="Arita Dotum Medium"/>
              </a:rPr>
              <a:t>(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컬럼</a:t>
            </a:r>
            <a:r>
              <a:rPr lang="en-US" altLang="ko-KR" sz="2199" dirty="0">
                <a:solidFill>
                  <a:srgbClr val="000000"/>
                </a:solidFill>
                <a:ea typeface="Arita Dotum Medium"/>
              </a:rPr>
              <a:t>)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 제거 및 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온도</a:t>
            </a:r>
            <a:r>
              <a:rPr lang="en-US" altLang="ko-KR" sz="2199" dirty="0">
                <a:solidFill>
                  <a:srgbClr val="000000"/>
                </a:solidFill>
                <a:ea typeface="Arita Dotum Medium"/>
              </a:rPr>
              <a:t>, 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습도 데이터 저장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5" grpId="0"/>
      <p:bldP spid="1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3488348" y="6755575"/>
            <a:ext cx="4799652" cy="3743728"/>
          </a:xfrm>
          <a:custGeom>
            <a:avLst/>
            <a:gdLst/>
            <a:ahLst/>
            <a:cxnLst/>
            <a:rect l="l" t="t" r="r" b="b"/>
            <a:pathLst>
              <a:path w="4799652" h="3743728">
                <a:moveTo>
                  <a:pt x="0" y="0"/>
                </a:moveTo>
                <a:lnTo>
                  <a:pt x="4799652" y="0"/>
                </a:lnTo>
                <a:lnTo>
                  <a:pt x="4799652" y="3743729"/>
                </a:lnTo>
                <a:lnTo>
                  <a:pt x="0" y="374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9908900" y="3235000"/>
            <a:ext cx="121908" cy="121908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5579" y="7995212"/>
            <a:ext cx="121908" cy="121908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5884" y="330143"/>
            <a:ext cx="10713604" cy="1592221"/>
            <a:chOff x="0" y="0"/>
            <a:chExt cx="14284805" cy="212296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4284805" cy="2122961"/>
              <a:chOff x="0" y="0"/>
              <a:chExt cx="3908352" cy="58084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08352" cy="580847"/>
              </a:xfrm>
              <a:custGeom>
                <a:avLst/>
                <a:gdLst/>
                <a:ahLst/>
                <a:cxnLst/>
                <a:rect l="l" t="t" r="r" b="b"/>
                <a:pathLst>
                  <a:path w="3908352" h="580847">
                    <a:moveTo>
                      <a:pt x="0" y="0"/>
                    </a:moveTo>
                    <a:lnTo>
                      <a:pt x="3908352" y="0"/>
                    </a:lnTo>
                    <a:lnTo>
                      <a:pt x="3908352" y="580847"/>
                    </a:lnTo>
                    <a:lnTo>
                      <a:pt x="0" y="58084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16522" y="356667"/>
              <a:ext cx="13868283" cy="1409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6999">
                  <a:solidFill>
                    <a:srgbClr val="003EA8"/>
                  </a:solidFill>
                  <a:ea typeface="Arita Dotum Bold"/>
                </a:rPr>
                <a:t>프로젝트 수행 절차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974129" y="3215950"/>
            <a:ext cx="16535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305884" y="6500954"/>
            <a:ext cx="16535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AutoShape 14"/>
          <p:cNvSpPr/>
          <p:nvPr/>
        </p:nvSpPr>
        <p:spPr>
          <a:xfrm>
            <a:off x="3922705" y="3215950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utoShape 15"/>
          <p:cNvSpPr/>
          <p:nvPr/>
        </p:nvSpPr>
        <p:spPr>
          <a:xfrm>
            <a:off x="3254459" y="6500954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9233800" y="3215950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8565554" y="6500954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305884" y="2257385"/>
            <a:ext cx="3550493" cy="523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 dirty="0">
                <a:solidFill>
                  <a:srgbClr val="003EA8"/>
                </a:solidFill>
                <a:latin typeface="Arita Dotum Bold"/>
                <a:ea typeface="Arita Dotum Bold"/>
              </a:rPr>
              <a:t>2024년 3월 29일 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56376" y="2407881"/>
            <a:ext cx="2090577" cy="406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3EA8"/>
                </a:solidFill>
                <a:ea typeface="Arita Dotum Bold"/>
              </a:rPr>
              <a:t>프로젝트 시작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27669" y="2913703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 dirty="0">
                <a:solidFill>
                  <a:srgbClr val="003EA8"/>
                </a:solidFill>
                <a:latin typeface="Arita Dotum Bold"/>
                <a:ea typeface="Arita Dotum Bold"/>
              </a:rPr>
              <a:t>1단계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9423" y="6198707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 dirty="0">
                <a:solidFill>
                  <a:srgbClr val="003EA8"/>
                </a:solidFill>
                <a:latin typeface="Arita Dotum Bold"/>
                <a:ea typeface="Arita Dotum Bold"/>
              </a:rPr>
              <a:t>4단계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74671" y="2913703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 dirty="0">
                <a:solidFill>
                  <a:srgbClr val="003EA8"/>
                </a:solidFill>
                <a:latin typeface="Arita Dotum Bold"/>
                <a:ea typeface="Arita Dotum Bold"/>
              </a:rPr>
              <a:t>2단계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06425" y="6198707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 dirty="0">
                <a:solidFill>
                  <a:srgbClr val="003EA8"/>
                </a:solidFill>
                <a:latin typeface="Arita Dotum Bold"/>
                <a:ea typeface="Arita Dotum Bold"/>
              </a:rPr>
              <a:t>5단계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85766" y="2913703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 dirty="0">
                <a:solidFill>
                  <a:srgbClr val="003EA8"/>
                </a:solidFill>
                <a:latin typeface="Arita Dotum Bold"/>
                <a:ea typeface="Arita Dotum Bold"/>
              </a:rPr>
              <a:t>3단계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17521" y="6198707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 dirty="0">
                <a:solidFill>
                  <a:srgbClr val="003EA8"/>
                </a:solidFill>
                <a:latin typeface="Arita Dotum Bold"/>
                <a:ea typeface="Arita Dotum Bold"/>
              </a:rPr>
              <a:t>6단계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833596" y="3470571"/>
            <a:ext cx="3297534" cy="1743285"/>
            <a:chOff x="0" y="0"/>
            <a:chExt cx="4396712" cy="232438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396712" cy="2324380"/>
              <a:chOff x="0" y="0"/>
              <a:chExt cx="831478" cy="43957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31478" cy="439572"/>
              </a:xfrm>
              <a:custGeom>
                <a:avLst/>
                <a:gdLst/>
                <a:ahLst/>
                <a:cxnLst/>
                <a:rect l="l" t="t" r="r" b="b"/>
                <a:pathLst>
                  <a:path w="831478" h="439572">
                    <a:moveTo>
                      <a:pt x="219786" y="0"/>
                    </a:moveTo>
                    <a:lnTo>
                      <a:pt x="611692" y="0"/>
                    </a:lnTo>
                    <a:cubicBezTo>
                      <a:pt x="733077" y="0"/>
                      <a:pt x="831478" y="98402"/>
                      <a:pt x="831478" y="219786"/>
                    </a:cubicBezTo>
                    <a:lnTo>
                      <a:pt x="831478" y="219786"/>
                    </a:lnTo>
                    <a:cubicBezTo>
                      <a:pt x="831478" y="278077"/>
                      <a:pt x="808322" y="333980"/>
                      <a:pt x="767104" y="375198"/>
                    </a:cubicBezTo>
                    <a:cubicBezTo>
                      <a:pt x="725887" y="416416"/>
                      <a:pt x="669983" y="439572"/>
                      <a:pt x="611692" y="439572"/>
                    </a:cubicBezTo>
                    <a:lnTo>
                      <a:pt x="219786" y="439572"/>
                    </a:lnTo>
                    <a:cubicBezTo>
                      <a:pt x="161495" y="439572"/>
                      <a:pt x="105592" y="416416"/>
                      <a:pt x="64374" y="375198"/>
                    </a:cubicBezTo>
                    <a:cubicBezTo>
                      <a:pt x="23156" y="333980"/>
                      <a:pt x="0" y="278077"/>
                      <a:pt x="0" y="219786"/>
                    </a:cubicBezTo>
                    <a:lnTo>
                      <a:pt x="0" y="219786"/>
                    </a:lnTo>
                    <a:cubicBezTo>
                      <a:pt x="0" y="161495"/>
                      <a:pt x="23156" y="105592"/>
                      <a:pt x="64374" y="64374"/>
                    </a:cubicBezTo>
                    <a:cubicBezTo>
                      <a:pt x="105592" y="23156"/>
                      <a:pt x="161495" y="0"/>
                      <a:pt x="2197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31478" cy="4681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81296" y="275427"/>
              <a:ext cx="3920395" cy="1562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6"/>
                </a:lnSpc>
              </a:pPr>
              <a:endParaRPr dirty="0"/>
            </a:p>
            <a:p>
              <a:pPr algn="ctr">
                <a:lnSpc>
                  <a:spcPts val="3096"/>
                </a:lnSpc>
              </a:pPr>
              <a:r>
                <a:rPr lang="ko-KR" altLang="en-US" sz="2382" dirty="0">
                  <a:solidFill>
                    <a:srgbClr val="003EA8"/>
                  </a:solidFill>
                  <a:ea typeface="Arita Dotum Medium"/>
                </a:rPr>
                <a:t>저장한 </a:t>
              </a:r>
              <a:r>
                <a:rPr lang="en-US" sz="2382" dirty="0">
                  <a:solidFill>
                    <a:srgbClr val="003EA8"/>
                  </a:solidFill>
                  <a:ea typeface="Arita Dotum Medium"/>
                </a:rPr>
                <a:t>1</a:t>
              </a:r>
              <a:r>
                <a:rPr lang="ko-KR" altLang="en-US" sz="2382" dirty="0">
                  <a:solidFill>
                    <a:srgbClr val="003EA8"/>
                  </a:solidFill>
                  <a:ea typeface="Arita Dotum Medium"/>
                </a:rPr>
                <a:t>차데이터 자료</a:t>
              </a:r>
              <a:endParaRPr lang="en-US" altLang="ko-KR" sz="2382" dirty="0">
                <a:solidFill>
                  <a:srgbClr val="003EA8"/>
                </a:solidFill>
                <a:ea typeface="Arita Dotum Medium"/>
              </a:endParaRPr>
            </a:p>
            <a:p>
              <a:pPr algn="ctr">
                <a:lnSpc>
                  <a:spcPts val="3096"/>
                </a:lnSpc>
              </a:pPr>
              <a:r>
                <a:rPr lang="ko-KR" altLang="en-US" sz="2382" dirty="0">
                  <a:solidFill>
                    <a:srgbClr val="003EA8"/>
                  </a:solidFill>
                  <a:ea typeface="Arita Dotum Medium"/>
                </a:rPr>
                <a:t>불러오기</a:t>
              </a:r>
              <a:endParaRPr lang="en-US" sz="2382" dirty="0">
                <a:solidFill>
                  <a:srgbClr val="003EA8"/>
                </a:solidFill>
                <a:ea typeface="Arita Dotum Mediu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65350" y="6755575"/>
            <a:ext cx="3297534" cy="1743285"/>
            <a:chOff x="0" y="0"/>
            <a:chExt cx="831478" cy="4395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31478" cy="439572"/>
            </a:xfrm>
            <a:custGeom>
              <a:avLst/>
              <a:gdLst/>
              <a:ahLst/>
              <a:cxnLst/>
              <a:rect l="l" t="t" r="r" b="b"/>
              <a:pathLst>
                <a:path w="831478" h="439572">
                  <a:moveTo>
                    <a:pt x="219786" y="0"/>
                  </a:moveTo>
                  <a:lnTo>
                    <a:pt x="611692" y="0"/>
                  </a:lnTo>
                  <a:cubicBezTo>
                    <a:pt x="733077" y="0"/>
                    <a:pt x="831478" y="98402"/>
                    <a:pt x="831478" y="219786"/>
                  </a:cubicBezTo>
                  <a:lnTo>
                    <a:pt x="831478" y="219786"/>
                  </a:lnTo>
                  <a:cubicBezTo>
                    <a:pt x="831478" y="278077"/>
                    <a:pt x="808322" y="333980"/>
                    <a:pt x="767104" y="375198"/>
                  </a:cubicBezTo>
                  <a:cubicBezTo>
                    <a:pt x="725887" y="416416"/>
                    <a:pt x="669983" y="439572"/>
                    <a:pt x="611692" y="439572"/>
                  </a:cubicBezTo>
                  <a:lnTo>
                    <a:pt x="219786" y="439572"/>
                  </a:lnTo>
                  <a:cubicBezTo>
                    <a:pt x="161495" y="439572"/>
                    <a:pt x="105592" y="416416"/>
                    <a:pt x="64374" y="375198"/>
                  </a:cubicBezTo>
                  <a:cubicBezTo>
                    <a:pt x="23156" y="333980"/>
                    <a:pt x="0" y="278077"/>
                    <a:pt x="0" y="219786"/>
                  </a:cubicBezTo>
                  <a:lnTo>
                    <a:pt x="0" y="219786"/>
                  </a:lnTo>
                  <a:cubicBezTo>
                    <a:pt x="0" y="161495"/>
                    <a:pt x="23156" y="105592"/>
                    <a:pt x="64374" y="64374"/>
                  </a:cubicBezTo>
                  <a:cubicBezTo>
                    <a:pt x="105592" y="23156"/>
                    <a:pt x="161495" y="0"/>
                    <a:pt x="21978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831478" cy="468147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343969" y="7276692"/>
            <a:ext cx="2940295" cy="774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ko-KR" altLang="en-US" sz="2382" dirty="0">
                <a:solidFill>
                  <a:srgbClr val="003EA8"/>
                </a:solidFill>
                <a:ea typeface="Arita Dotum Medium"/>
              </a:rPr>
              <a:t>데이터 베이스에 </a:t>
            </a:r>
            <a:r>
              <a:rPr lang="en-US" altLang="ko-KR" sz="2382" dirty="0">
                <a:solidFill>
                  <a:srgbClr val="003EA8"/>
                </a:solidFill>
                <a:ea typeface="Arita Dotum Medium"/>
              </a:rPr>
              <a:t>TABLE</a:t>
            </a:r>
            <a:r>
              <a:rPr lang="ko-KR" altLang="en-US" sz="2382" dirty="0">
                <a:solidFill>
                  <a:srgbClr val="003EA8"/>
                </a:solidFill>
                <a:ea typeface="Arita Dotum Medium"/>
              </a:rPr>
              <a:t>만들기</a:t>
            </a:r>
            <a:endParaRPr lang="en-US" sz="2382" dirty="0">
              <a:solidFill>
                <a:srgbClr val="003EA8"/>
              </a:solidFill>
              <a:ea typeface="Arita Dotum Medium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7680598" y="3470571"/>
            <a:ext cx="3106404" cy="1672929"/>
            <a:chOff x="0" y="0"/>
            <a:chExt cx="818148" cy="4406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012352" y="6755575"/>
            <a:ext cx="3106404" cy="1672929"/>
            <a:chOff x="0" y="0"/>
            <a:chExt cx="818148" cy="44060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991693" y="3470571"/>
            <a:ext cx="3106404" cy="1672929"/>
            <a:chOff x="0" y="0"/>
            <a:chExt cx="818148" cy="44060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23448" y="6755575"/>
            <a:ext cx="3106404" cy="1672929"/>
            <a:chOff x="0" y="0"/>
            <a:chExt cx="818148" cy="44060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253096" y="3844328"/>
            <a:ext cx="4008747" cy="1133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 err="1">
                <a:solidFill>
                  <a:srgbClr val="003EA8"/>
                </a:solidFill>
                <a:ea typeface="Arita Dotum Medium"/>
              </a:rPr>
              <a:t>결측치</a:t>
            </a: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 및 </a:t>
            </a:r>
            <a:endParaRPr lang="en-US" altLang="ko-KR" sz="2280" dirty="0">
              <a:solidFill>
                <a:srgbClr val="003EA8"/>
              </a:solidFill>
              <a:ea typeface="Arita Dotum Medium"/>
            </a:endParaRPr>
          </a:p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불필요한 데이터</a:t>
            </a:r>
            <a:endParaRPr lang="en-US" altLang="ko-KR" sz="2280" dirty="0">
              <a:solidFill>
                <a:srgbClr val="003EA8"/>
              </a:solidFill>
              <a:ea typeface="Arita Dotum Medium"/>
            </a:endParaRPr>
          </a:p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제거 </a:t>
            </a:r>
            <a:endParaRPr lang="en-US" sz="2280" dirty="0">
              <a:solidFill>
                <a:srgbClr val="003EA8"/>
              </a:solidFill>
              <a:ea typeface="Arita Dotum Medium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544206" y="7300288"/>
            <a:ext cx="4008747" cy="75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데이터 베이스 테이블에</a:t>
            </a:r>
            <a:endParaRPr lang="en-US" altLang="ko-KR" sz="2280" dirty="0">
              <a:solidFill>
                <a:srgbClr val="003EA8"/>
              </a:solidFill>
              <a:ea typeface="Arita Dotum Medium"/>
            </a:endParaRPr>
          </a:p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데이터 저장하기</a:t>
            </a:r>
            <a:endParaRPr lang="en-US" sz="2280" dirty="0">
              <a:solidFill>
                <a:srgbClr val="003EA8"/>
              </a:solidFill>
              <a:ea typeface="Arita Dotum Medium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2323448" y="7435995"/>
            <a:ext cx="3165287" cy="3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en-US" sz="2280" dirty="0" err="1">
                <a:solidFill>
                  <a:srgbClr val="003EA8"/>
                </a:solidFill>
                <a:ea typeface="Arita Dotum Medium"/>
              </a:rPr>
              <a:t>산출물</a:t>
            </a:r>
            <a:r>
              <a:rPr lang="en-US" sz="2280" dirty="0">
                <a:solidFill>
                  <a:srgbClr val="003EA8"/>
                </a:solidFill>
                <a:ea typeface="Arita Dotum Medium"/>
              </a:rPr>
              <a:t> </a:t>
            </a:r>
            <a:r>
              <a:rPr lang="en-US" sz="2280" dirty="0" err="1">
                <a:solidFill>
                  <a:srgbClr val="003EA8"/>
                </a:solidFill>
                <a:ea typeface="Arita Dotum Medium"/>
              </a:rPr>
              <a:t>작성</a:t>
            </a:r>
            <a:endParaRPr lang="en-US" sz="2280" dirty="0">
              <a:solidFill>
                <a:srgbClr val="003EA8"/>
              </a:solidFill>
              <a:ea typeface="Arita Dotum Medium"/>
            </a:endParaRPr>
          </a:p>
        </p:txBody>
      </p:sp>
      <p:sp>
        <p:nvSpPr>
          <p:cNvPr id="51" name="TextBox 47">
            <a:extLst>
              <a:ext uri="{FF2B5EF4-FFF2-40B4-BE49-F238E27FC236}">
                <a16:creationId xmlns:a16="http://schemas.microsoft.com/office/drawing/2014/main" id="{F44AE526-D8E4-4685-80E3-CB008FD8131A}"/>
              </a:ext>
            </a:extLst>
          </p:cNvPr>
          <p:cNvSpPr txBox="1"/>
          <p:nvPr/>
        </p:nvSpPr>
        <p:spPr>
          <a:xfrm>
            <a:off x="12364189" y="3998715"/>
            <a:ext cx="4008747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 </a:t>
            </a:r>
            <a:endParaRPr lang="en-US" sz="2280" dirty="0">
              <a:solidFill>
                <a:srgbClr val="003EA8"/>
              </a:solidFill>
              <a:ea typeface="Arita Dotum Medium"/>
            </a:endParaRPr>
          </a:p>
        </p:txBody>
      </p:sp>
      <p:sp>
        <p:nvSpPr>
          <p:cNvPr id="52" name="TextBox 47">
            <a:extLst>
              <a:ext uri="{FF2B5EF4-FFF2-40B4-BE49-F238E27FC236}">
                <a16:creationId xmlns:a16="http://schemas.microsoft.com/office/drawing/2014/main" id="{848B53A6-CCC9-4F0F-9BE0-031263809E81}"/>
              </a:ext>
            </a:extLst>
          </p:cNvPr>
          <p:cNvSpPr txBox="1"/>
          <p:nvPr/>
        </p:nvSpPr>
        <p:spPr>
          <a:xfrm>
            <a:off x="12540522" y="4015593"/>
            <a:ext cx="4008747" cy="75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필요한 </a:t>
            </a:r>
            <a:r>
              <a:rPr lang="ko-KR" altLang="en-US" sz="2280" dirty="0" err="1">
                <a:solidFill>
                  <a:srgbClr val="003EA8"/>
                </a:solidFill>
                <a:ea typeface="Arita Dotum Medium"/>
              </a:rPr>
              <a:t>컬럼명</a:t>
            </a: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 추출</a:t>
            </a:r>
            <a:endParaRPr lang="en-US" altLang="ko-KR" sz="2280" dirty="0">
              <a:solidFill>
                <a:srgbClr val="003EA8"/>
              </a:solidFill>
              <a:ea typeface="Arita Dotum Medium"/>
            </a:endParaRPr>
          </a:p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ko-KR" altLang="en-US" sz="2280" dirty="0">
                <a:solidFill>
                  <a:srgbClr val="003EA8"/>
                </a:solidFill>
                <a:ea typeface="Arita Dotum Medium"/>
              </a:rPr>
              <a:t>및 가공하기 </a:t>
            </a:r>
            <a:endParaRPr lang="en-US" sz="2280" dirty="0">
              <a:solidFill>
                <a:srgbClr val="003EA8"/>
              </a:solidFill>
              <a:ea typeface="Arita Dotum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9" name="AutoShape 9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221FD65E-E863-4B54-B860-99CF2E06EA40}"/>
              </a:ext>
            </a:extLst>
          </p:cNvPr>
          <p:cNvSpPr/>
          <p:nvPr/>
        </p:nvSpPr>
        <p:spPr>
          <a:xfrm>
            <a:off x="989211" y="2957764"/>
            <a:ext cx="16439906" cy="3396912"/>
          </a:xfrm>
          <a:custGeom>
            <a:avLst/>
            <a:gdLst/>
            <a:ahLst/>
            <a:cxnLst/>
            <a:rect l="l" t="t" r="r" b="b"/>
            <a:pathLst>
              <a:path w="16439906" h="2816471">
                <a:moveTo>
                  <a:pt x="0" y="0"/>
                </a:moveTo>
                <a:lnTo>
                  <a:pt x="16439906" y="0"/>
                </a:lnTo>
                <a:lnTo>
                  <a:pt x="16439906" y="2816471"/>
                </a:lnTo>
                <a:lnTo>
                  <a:pt x="0" y="281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1" t="-16623" r="-4057" b="-176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6BE21D4D-204C-470C-B8B6-F9686D08D56C}"/>
              </a:ext>
            </a:extLst>
          </p:cNvPr>
          <p:cNvSpPr/>
          <p:nvPr/>
        </p:nvSpPr>
        <p:spPr>
          <a:xfrm>
            <a:off x="6523330" y="6577687"/>
            <a:ext cx="10892535" cy="3563518"/>
          </a:xfrm>
          <a:custGeom>
            <a:avLst/>
            <a:gdLst/>
            <a:ahLst/>
            <a:cxnLst/>
            <a:rect l="l" t="t" r="r" b="b"/>
            <a:pathLst>
              <a:path w="10892535" h="3563518">
                <a:moveTo>
                  <a:pt x="0" y="0"/>
                </a:moveTo>
                <a:lnTo>
                  <a:pt x="10892535" y="0"/>
                </a:lnTo>
                <a:lnTo>
                  <a:pt x="10892535" y="3563518"/>
                </a:lnTo>
                <a:lnTo>
                  <a:pt x="0" y="3563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55" t="-1968" r="-664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A51DA14C-C18B-4BDD-B997-26F328C07AC9}"/>
              </a:ext>
            </a:extLst>
          </p:cNvPr>
          <p:cNvSpPr txBox="1"/>
          <p:nvPr/>
        </p:nvSpPr>
        <p:spPr>
          <a:xfrm>
            <a:off x="853207" y="1456957"/>
            <a:ext cx="324353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1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차 프로젝트 수행 작업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AF47914-6541-4474-904B-568D3A5DBF89}"/>
              </a:ext>
            </a:extLst>
          </p:cNvPr>
          <p:cNvGrpSpPr/>
          <p:nvPr/>
        </p:nvGrpSpPr>
        <p:grpSpPr>
          <a:xfrm>
            <a:off x="879711" y="1975800"/>
            <a:ext cx="5116862" cy="868639"/>
            <a:chOff x="5855938" y="1973236"/>
            <a:chExt cx="5116862" cy="868639"/>
          </a:xfrm>
        </p:grpSpPr>
        <p:grpSp>
          <p:nvGrpSpPr>
            <p:cNvPr id="29" name="Group 9">
              <a:extLst>
                <a:ext uri="{FF2B5EF4-FFF2-40B4-BE49-F238E27FC236}">
                  <a16:creationId xmlns:a16="http://schemas.microsoft.com/office/drawing/2014/main" id="{F49290D1-8782-4A02-8610-DE1F52B5294C}"/>
                </a:ext>
              </a:extLst>
            </p:cNvPr>
            <p:cNvGrpSpPr/>
            <p:nvPr/>
          </p:nvGrpSpPr>
          <p:grpSpPr>
            <a:xfrm>
              <a:off x="5968751" y="1973236"/>
              <a:ext cx="5004049" cy="868639"/>
              <a:chOff x="0" y="0"/>
              <a:chExt cx="993013" cy="27216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F7126AA8-165A-4E80-B85D-F55330CEF858}"/>
                  </a:ext>
                </a:extLst>
              </p:cNvPr>
              <p:cNvSpPr/>
              <p:nvPr/>
            </p:nvSpPr>
            <p:spPr>
              <a:xfrm>
                <a:off x="0" y="0"/>
                <a:ext cx="993013" cy="272162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272162">
                    <a:moveTo>
                      <a:pt x="0" y="0"/>
                    </a:moveTo>
                    <a:lnTo>
                      <a:pt x="993013" y="0"/>
                    </a:lnTo>
                    <a:lnTo>
                      <a:pt x="993013" y="272162"/>
                    </a:lnTo>
                    <a:lnTo>
                      <a:pt x="0" y="2721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11">
                <a:extLst>
                  <a:ext uri="{FF2B5EF4-FFF2-40B4-BE49-F238E27FC236}">
                    <a16:creationId xmlns:a16="http://schemas.microsoft.com/office/drawing/2014/main" id="{C203CFBB-4897-4091-A825-2311967D1DA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993013" cy="30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C58731BE-9E04-43CD-B2F9-ECDE871CC0F4}"/>
                </a:ext>
              </a:extLst>
            </p:cNvPr>
            <p:cNvSpPr txBox="1"/>
            <p:nvPr/>
          </p:nvSpPr>
          <p:spPr>
            <a:xfrm>
              <a:off x="5855938" y="2162653"/>
              <a:ext cx="5116862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1. </a:t>
              </a:r>
              <a:r>
                <a:rPr lang="ko-KR" altLang="en-US" sz="30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서초구 지역</a:t>
              </a:r>
              <a:r>
                <a:rPr lang="en-US" altLang="ko-KR" sz="30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API </a:t>
              </a:r>
              <a:r>
                <a:rPr lang="ko-KR" altLang="en-US" sz="30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데이터</a:t>
              </a:r>
              <a:endParaRPr lang="en-US" sz="30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0D97A05-33F1-46E0-AB19-6DF5C323B51D}"/>
              </a:ext>
            </a:extLst>
          </p:cNvPr>
          <p:cNvGrpSpPr/>
          <p:nvPr/>
        </p:nvGrpSpPr>
        <p:grpSpPr>
          <a:xfrm>
            <a:off x="967373" y="7401728"/>
            <a:ext cx="5029200" cy="1049702"/>
            <a:chOff x="6858000" y="7370398"/>
            <a:chExt cx="5029200" cy="10497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173CFB43-FDDA-474E-80F5-780F9775BC8E}"/>
                </a:ext>
              </a:extLst>
            </p:cNvPr>
            <p:cNvSpPr/>
            <p:nvPr/>
          </p:nvSpPr>
          <p:spPr>
            <a:xfrm>
              <a:off x="6858000" y="7370398"/>
              <a:ext cx="5029200" cy="1049702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E691BD2C-D419-41DD-9E02-6D8D616C5FCD}"/>
                </a:ext>
              </a:extLst>
            </p:cNvPr>
            <p:cNvSpPr txBox="1"/>
            <p:nvPr/>
          </p:nvSpPr>
          <p:spPr>
            <a:xfrm>
              <a:off x="7214657" y="7525042"/>
              <a:ext cx="4315885" cy="803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</a:pPr>
              <a:r>
                <a:rPr lang="en-US" sz="2603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2.Pandas , </a:t>
              </a:r>
              <a:r>
                <a:rPr lang="en-US" sz="2603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xmltodict</a:t>
              </a:r>
              <a:r>
                <a:rPr lang="en-US" sz="2603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, json 등</a:t>
              </a:r>
            </a:p>
            <a:p>
              <a:pPr algn="ctr">
                <a:lnSpc>
                  <a:spcPts val="3124"/>
                </a:lnSpc>
              </a:pPr>
              <a:r>
                <a:rPr lang="en-US" sz="2603" dirty="0" err="1">
                  <a:solidFill>
                    <a:srgbClr val="003EA8"/>
                  </a:solidFill>
                  <a:ea typeface="Arita Dotum Bold"/>
                </a:rPr>
                <a:t>여러가지</a:t>
              </a:r>
              <a:r>
                <a:rPr lang="en-US" sz="2603" dirty="0">
                  <a:solidFill>
                    <a:srgbClr val="003EA8"/>
                  </a:solidFill>
                  <a:ea typeface="Arita Dotum Bold"/>
                </a:rPr>
                <a:t> </a:t>
              </a:r>
              <a:r>
                <a:rPr lang="en-US" sz="2603" dirty="0" err="1">
                  <a:solidFill>
                    <a:srgbClr val="003EA8"/>
                  </a:solidFill>
                  <a:ea typeface="Arita Dotum Bold"/>
                </a:rPr>
                <a:t>파이썬</a:t>
              </a:r>
              <a:r>
                <a:rPr lang="en-US" sz="2603" dirty="0">
                  <a:solidFill>
                    <a:srgbClr val="003EA8"/>
                  </a:solidFill>
                  <a:ea typeface="Arita Dotum Bold"/>
                </a:rPr>
                <a:t> </a:t>
              </a:r>
              <a:r>
                <a:rPr lang="en-US" sz="2603" dirty="0" err="1">
                  <a:solidFill>
                    <a:srgbClr val="003EA8"/>
                  </a:solidFill>
                  <a:ea typeface="Arita Dotum Bold"/>
                </a:rPr>
                <a:t>기능</a:t>
              </a:r>
              <a:r>
                <a:rPr lang="en-US" sz="2603" dirty="0">
                  <a:solidFill>
                    <a:srgbClr val="003EA8"/>
                  </a:solidFill>
                  <a:ea typeface="Arita Dotum Bold"/>
                </a:rPr>
                <a:t> </a:t>
              </a:r>
              <a:r>
                <a:rPr lang="en-US" sz="2603" dirty="0" err="1">
                  <a:solidFill>
                    <a:srgbClr val="003EA8"/>
                  </a:solidFill>
                  <a:ea typeface="Arita Dotum Bold"/>
                </a:rPr>
                <a:t>사용</a:t>
              </a:r>
              <a:endParaRPr lang="en-US" sz="2603" dirty="0">
                <a:solidFill>
                  <a:srgbClr val="003EA8"/>
                </a:solidFill>
                <a:ea typeface="Arita Dotum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465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269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9" name="AutoShape 9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153DE56D-B459-4F5F-87F0-0EA919B2A1FF}"/>
              </a:ext>
            </a:extLst>
          </p:cNvPr>
          <p:cNvSpPr/>
          <p:nvPr/>
        </p:nvSpPr>
        <p:spPr>
          <a:xfrm>
            <a:off x="1622962" y="6550624"/>
            <a:ext cx="15042075" cy="3032582"/>
          </a:xfrm>
          <a:custGeom>
            <a:avLst/>
            <a:gdLst/>
            <a:ahLst/>
            <a:cxnLst/>
            <a:rect l="l" t="t" r="r" b="b"/>
            <a:pathLst>
              <a:path w="10892535" h="3032582">
                <a:moveTo>
                  <a:pt x="0" y="0"/>
                </a:moveTo>
                <a:lnTo>
                  <a:pt x="10892535" y="0"/>
                </a:lnTo>
                <a:lnTo>
                  <a:pt x="10892535" y="3032582"/>
                </a:lnTo>
                <a:lnTo>
                  <a:pt x="0" y="303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02" t="-852" r="-8627" b="-3177"/>
            </a:stretch>
          </a:blip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B34E641-E9F7-4DB8-9386-5B017835C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71" y="3291210"/>
            <a:ext cx="15012258" cy="2853679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7A5F4715-BBA5-4003-92BD-1B8712CB204C}"/>
              </a:ext>
            </a:extLst>
          </p:cNvPr>
          <p:cNvSpPr txBox="1"/>
          <p:nvPr/>
        </p:nvSpPr>
        <p:spPr>
          <a:xfrm>
            <a:off x="-838200" y="1515649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1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차 프로젝트 수행 작업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5BFAAB1E-AC51-4872-BFA7-F6FFE5C3292F}"/>
              </a:ext>
            </a:extLst>
          </p:cNvPr>
          <p:cNvSpPr/>
          <p:nvPr/>
        </p:nvSpPr>
        <p:spPr>
          <a:xfrm>
            <a:off x="4876798" y="1827602"/>
            <a:ext cx="8534400" cy="1049701"/>
          </a:xfrm>
          <a:custGeom>
            <a:avLst/>
            <a:gdLst/>
            <a:ahLst/>
            <a:cxnLst/>
            <a:rect l="l" t="t" r="r" b="b"/>
            <a:pathLst>
              <a:path w="993013" h="272162">
                <a:moveTo>
                  <a:pt x="0" y="0"/>
                </a:moveTo>
                <a:lnTo>
                  <a:pt x="993013" y="0"/>
                </a:lnTo>
                <a:lnTo>
                  <a:pt x="993013" y="272162"/>
                </a:lnTo>
                <a:lnTo>
                  <a:pt x="0" y="272162"/>
                </a:lnTo>
                <a:close/>
              </a:path>
            </a:pathLst>
          </a:cu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86A99965-876C-4ECE-8064-2F370F7599E8}"/>
              </a:ext>
            </a:extLst>
          </p:cNvPr>
          <p:cNvSpPr txBox="1"/>
          <p:nvPr/>
        </p:nvSpPr>
        <p:spPr>
          <a:xfrm>
            <a:off x="5257800" y="2162653"/>
            <a:ext cx="763641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ko-KR" sz="3000" dirty="0">
                <a:solidFill>
                  <a:srgbClr val="003EA8"/>
                </a:solidFill>
                <a:latin typeface="Arita Dotum Bold"/>
                <a:ea typeface="Arita Dotum Bold"/>
              </a:rPr>
              <a:t>3. </a:t>
            </a:r>
            <a:r>
              <a:rPr lang="ko-KR" alt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자료 데이터 프레임 만들기 및 </a:t>
            </a:r>
            <a:r>
              <a:rPr lang="ko-KR" altLang="en-US" sz="3000" dirty="0" err="1">
                <a:solidFill>
                  <a:srgbClr val="003EA8"/>
                </a:solidFill>
                <a:latin typeface="Arita Dotum Bold"/>
                <a:ea typeface="Arita Dotum Bold"/>
              </a:rPr>
              <a:t>컬럼명</a:t>
            </a:r>
            <a:r>
              <a:rPr lang="ko-KR" alt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 변경</a:t>
            </a:r>
            <a:endParaRPr lang="en-US" sz="30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087E2DD-1C7E-48E4-B8A4-E6327EBF9FB4}"/>
              </a:ext>
            </a:extLst>
          </p:cNvPr>
          <p:cNvSpPr/>
          <p:nvPr/>
        </p:nvSpPr>
        <p:spPr>
          <a:xfrm>
            <a:off x="2743200" y="3360934"/>
            <a:ext cx="7010400" cy="114571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80A60A2-B942-4AD5-B158-6F4FB1A41E6D}"/>
              </a:ext>
            </a:extLst>
          </p:cNvPr>
          <p:cNvSpPr/>
          <p:nvPr/>
        </p:nvSpPr>
        <p:spPr>
          <a:xfrm>
            <a:off x="3082491" y="5404368"/>
            <a:ext cx="13582545" cy="577332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29676F7-2B9B-477C-B5E5-C23283DD168D}"/>
              </a:ext>
            </a:extLst>
          </p:cNvPr>
          <p:cNvSpPr/>
          <p:nvPr/>
        </p:nvSpPr>
        <p:spPr>
          <a:xfrm>
            <a:off x="3352800" y="8161974"/>
            <a:ext cx="13582545" cy="627519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0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191" y="-33269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9" name="AutoShape 9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D5F088A-7534-479F-8C3B-93E97A6EF236}"/>
              </a:ext>
            </a:extLst>
          </p:cNvPr>
          <p:cNvCxnSpPr>
            <a:cxnSpLocks/>
          </p:cNvCxnSpPr>
          <p:nvPr/>
        </p:nvCxnSpPr>
        <p:spPr>
          <a:xfrm flipV="1">
            <a:off x="4038600" y="2407523"/>
            <a:ext cx="0" cy="13599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950AFB7-4E4A-40D6-A848-C9474101722E}"/>
              </a:ext>
            </a:extLst>
          </p:cNvPr>
          <p:cNvCxnSpPr>
            <a:cxnSpLocks/>
          </p:cNvCxnSpPr>
          <p:nvPr/>
        </p:nvCxnSpPr>
        <p:spPr>
          <a:xfrm>
            <a:off x="4038600" y="2407523"/>
            <a:ext cx="53276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7217236-0BD3-4DA7-8518-51FE92BECE8F}"/>
              </a:ext>
            </a:extLst>
          </p:cNvPr>
          <p:cNvCxnSpPr/>
          <p:nvPr/>
        </p:nvCxnSpPr>
        <p:spPr>
          <a:xfrm>
            <a:off x="1524000" y="7720856"/>
            <a:ext cx="12036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Freeform 11">
            <a:extLst>
              <a:ext uri="{FF2B5EF4-FFF2-40B4-BE49-F238E27FC236}">
                <a16:creationId xmlns:a16="http://schemas.microsoft.com/office/drawing/2014/main" id="{30C5EC39-10FB-40B6-9012-9BE24865909C}"/>
              </a:ext>
            </a:extLst>
          </p:cNvPr>
          <p:cNvSpPr/>
          <p:nvPr/>
        </p:nvSpPr>
        <p:spPr>
          <a:xfrm>
            <a:off x="9476005" y="949991"/>
            <a:ext cx="7852471" cy="3860814"/>
          </a:xfrm>
          <a:custGeom>
            <a:avLst/>
            <a:gdLst/>
            <a:ahLst/>
            <a:cxnLst/>
            <a:rect l="l" t="t" r="r" b="b"/>
            <a:pathLst>
              <a:path w="7852471" h="3860814">
                <a:moveTo>
                  <a:pt x="0" y="0"/>
                </a:moveTo>
                <a:lnTo>
                  <a:pt x="7852471" y="0"/>
                </a:lnTo>
                <a:lnTo>
                  <a:pt x="7852471" y="3860814"/>
                </a:lnTo>
                <a:lnTo>
                  <a:pt x="0" y="3860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0" t="-3601" r="-1664" b="-9325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0845FD2E-F181-4803-84F2-23BAAA981939}"/>
              </a:ext>
            </a:extLst>
          </p:cNvPr>
          <p:cNvSpPr/>
          <p:nvPr/>
        </p:nvSpPr>
        <p:spPr>
          <a:xfrm>
            <a:off x="1028700" y="6667500"/>
            <a:ext cx="16230600" cy="2876550"/>
          </a:xfrm>
          <a:custGeom>
            <a:avLst/>
            <a:gdLst/>
            <a:ahLst/>
            <a:cxnLst/>
            <a:rect l="l" t="t" r="r" b="b"/>
            <a:pathLst>
              <a:path w="16230600" h="2550530">
                <a:moveTo>
                  <a:pt x="0" y="0"/>
                </a:moveTo>
                <a:lnTo>
                  <a:pt x="16230600" y="0"/>
                </a:lnTo>
                <a:lnTo>
                  <a:pt x="16230600" y="2550530"/>
                </a:lnTo>
                <a:lnTo>
                  <a:pt x="0" y="255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90" b="-5484"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EF57F86-7A4E-404A-B629-39E80D5DA411}"/>
              </a:ext>
            </a:extLst>
          </p:cNvPr>
          <p:cNvCxnSpPr/>
          <p:nvPr/>
        </p:nvCxnSpPr>
        <p:spPr>
          <a:xfrm>
            <a:off x="4038600" y="4877797"/>
            <a:ext cx="0" cy="1789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0">
            <a:extLst>
              <a:ext uri="{FF2B5EF4-FFF2-40B4-BE49-F238E27FC236}">
                <a16:creationId xmlns:a16="http://schemas.microsoft.com/office/drawing/2014/main" id="{AEB67524-073D-428C-8DC0-FF9926798449}"/>
              </a:ext>
            </a:extLst>
          </p:cNvPr>
          <p:cNvSpPr txBox="1"/>
          <p:nvPr/>
        </p:nvSpPr>
        <p:spPr>
          <a:xfrm>
            <a:off x="-838200" y="1515649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1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차 프로젝트 수행 작업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8EFE7A5-182B-45F5-8371-F0771AD37B94}"/>
              </a:ext>
            </a:extLst>
          </p:cNvPr>
          <p:cNvGrpSpPr/>
          <p:nvPr/>
        </p:nvGrpSpPr>
        <p:grpSpPr>
          <a:xfrm>
            <a:off x="1737307" y="3816325"/>
            <a:ext cx="4879732" cy="1049701"/>
            <a:chOff x="1786301" y="4942533"/>
            <a:chExt cx="4879732" cy="1049701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7BF3B846-5E1D-4566-9087-4661834DF966}"/>
                </a:ext>
              </a:extLst>
            </p:cNvPr>
            <p:cNvSpPr/>
            <p:nvPr/>
          </p:nvSpPr>
          <p:spPr>
            <a:xfrm>
              <a:off x="1786301" y="4942533"/>
              <a:ext cx="4879732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86A99965-876C-4ECE-8064-2F370F7599E8}"/>
                </a:ext>
              </a:extLst>
            </p:cNvPr>
            <p:cNvSpPr txBox="1"/>
            <p:nvPr/>
          </p:nvSpPr>
          <p:spPr>
            <a:xfrm>
              <a:off x="2125817" y="5028161"/>
              <a:ext cx="4200701" cy="8784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altLang="ko-KR" sz="24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4. </a:t>
              </a:r>
              <a:r>
                <a:rPr lang="ko-KR" altLang="en-US" sz="24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각 필요한 </a:t>
              </a:r>
              <a:r>
                <a:rPr lang="ko-KR" altLang="en-US" sz="2400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컬럼명</a:t>
              </a:r>
              <a:r>
                <a:rPr lang="ko-KR" altLang="en-US" sz="24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추출 후 가공하기</a:t>
              </a:r>
              <a:r>
                <a:rPr lang="en-US" altLang="ko-KR" sz="24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(</a:t>
              </a:r>
              <a:r>
                <a:rPr lang="ko-KR" altLang="en-US" sz="24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필요한 데이터</a:t>
              </a:r>
              <a:r>
                <a:rPr lang="en-US" altLang="ko-KR" sz="24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)</a:t>
              </a:r>
              <a:endParaRPr lang="en-US" sz="24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6893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198" y="-63716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9" name="AutoShape 9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86A99965-876C-4ECE-8064-2F370F7599E8}"/>
              </a:ext>
            </a:extLst>
          </p:cNvPr>
          <p:cNvSpPr txBox="1"/>
          <p:nvPr/>
        </p:nvSpPr>
        <p:spPr>
          <a:xfrm>
            <a:off x="0" y="7610428"/>
            <a:ext cx="511686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2. Import </a:t>
            </a:r>
            <a:r>
              <a:rPr lang="ko-KR" alt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선언</a:t>
            </a:r>
            <a:endParaRPr lang="en-US" sz="30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7F2D1E-E0C9-4485-9841-9F46EF2CD0A3}"/>
              </a:ext>
            </a:extLst>
          </p:cNvPr>
          <p:cNvGrpSpPr/>
          <p:nvPr/>
        </p:nvGrpSpPr>
        <p:grpSpPr>
          <a:xfrm>
            <a:off x="5116862" y="2055012"/>
            <a:ext cx="7220263" cy="1049701"/>
            <a:chOff x="5116862" y="2055012"/>
            <a:chExt cx="7220263" cy="1049701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8124F996-7CCB-4E4D-902E-4E79A55D127B}"/>
                </a:ext>
              </a:extLst>
            </p:cNvPr>
            <p:cNvSpPr/>
            <p:nvPr/>
          </p:nvSpPr>
          <p:spPr>
            <a:xfrm>
              <a:off x="5116862" y="2055012"/>
              <a:ext cx="7220263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C58731BE-9E04-43CD-B2F9-ECDE871CC0F4}"/>
                </a:ext>
              </a:extLst>
            </p:cNvPr>
            <p:cNvSpPr txBox="1"/>
            <p:nvPr/>
          </p:nvSpPr>
          <p:spPr>
            <a:xfrm>
              <a:off x="6168562" y="2325510"/>
              <a:ext cx="5116862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5.CSV</a:t>
              </a:r>
              <a:r>
                <a:rPr lang="ko-KR" altLang="en-US" sz="30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파일 저장 및 데이터 출력</a:t>
              </a:r>
              <a:endParaRPr lang="en-US" sz="30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</p:txBody>
        </p:sp>
      </p:grpSp>
      <p:sp>
        <p:nvSpPr>
          <p:cNvPr id="20" name="Freeform 7">
            <a:extLst>
              <a:ext uri="{FF2B5EF4-FFF2-40B4-BE49-F238E27FC236}">
                <a16:creationId xmlns:a16="http://schemas.microsoft.com/office/drawing/2014/main" id="{AEEB4177-63ED-4693-9244-EC3065A8C885}"/>
              </a:ext>
            </a:extLst>
          </p:cNvPr>
          <p:cNvSpPr/>
          <p:nvPr/>
        </p:nvSpPr>
        <p:spPr>
          <a:xfrm>
            <a:off x="1261318" y="3338948"/>
            <a:ext cx="15614988" cy="822139"/>
          </a:xfrm>
          <a:custGeom>
            <a:avLst/>
            <a:gdLst/>
            <a:ahLst/>
            <a:cxnLst/>
            <a:rect l="l" t="t" r="r" b="b"/>
            <a:pathLst>
              <a:path w="13682214" h="822139">
                <a:moveTo>
                  <a:pt x="0" y="0"/>
                </a:moveTo>
                <a:lnTo>
                  <a:pt x="13682214" y="0"/>
                </a:lnTo>
                <a:lnTo>
                  <a:pt x="13682214" y="822139"/>
                </a:lnTo>
                <a:lnTo>
                  <a:pt x="0" y="822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3" r="-46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2E56A589-991E-4802-941C-84FD927988D5}"/>
              </a:ext>
            </a:extLst>
          </p:cNvPr>
          <p:cNvSpPr/>
          <p:nvPr/>
        </p:nvSpPr>
        <p:spPr>
          <a:xfrm>
            <a:off x="1261318" y="4443045"/>
            <a:ext cx="15711433" cy="4815256"/>
          </a:xfrm>
          <a:custGeom>
            <a:avLst/>
            <a:gdLst/>
            <a:ahLst/>
            <a:cxnLst/>
            <a:rect l="l" t="t" r="r" b="b"/>
            <a:pathLst>
              <a:path w="15614988" h="4262129">
                <a:moveTo>
                  <a:pt x="0" y="0"/>
                </a:moveTo>
                <a:lnTo>
                  <a:pt x="15614988" y="0"/>
                </a:lnTo>
                <a:lnTo>
                  <a:pt x="15614988" y="4262129"/>
                </a:lnTo>
                <a:lnTo>
                  <a:pt x="0" y="42621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1" t="-715" b="-715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6DE818F5-07E2-4255-92FB-553135CEE4E9}"/>
              </a:ext>
            </a:extLst>
          </p:cNvPr>
          <p:cNvSpPr txBox="1"/>
          <p:nvPr/>
        </p:nvSpPr>
        <p:spPr>
          <a:xfrm>
            <a:off x="-838200" y="1515649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1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차 프로젝트 수행 작업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  <p:extLst>
      <p:ext uri="{BB962C8B-B14F-4D97-AF65-F5344CB8AC3E}">
        <p14:creationId xmlns:p14="http://schemas.microsoft.com/office/powerpoint/2010/main" val="2127310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2</a:t>
            </a: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차 프로젝트 수행 결과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795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3" name="Freeform 8">
            <a:extLst>
              <a:ext uri="{FF2B5EF4-FFF2-40B4-BE49-F238E27FC236}">
                <a16:creationId xmlns:a16="http://schemas.microsoft.com/office/drawing/2014/main" id="{E0CC3A33-8FE6-4E26-803B-E2DAB67A1F72}"/>
              </a:ext>
            </a:extLst>
          </p:cNvPr>
          <p:cNvSpPr/>
          <p:nvPr/>
        </p:nvSpPr>
        <p:spPr>
          <a:xfrm>
            <a:off x="5669536" y="2082656"/>
            <a:ext cx="11320428" cy="2483698"/>
          </a:xfrm>
          <a:custGeom>
            <a:avLst/>
            <a:gdLst/>
            <a:ahLst/>
            <a:cxnLst/>
            <a:rect l="l" t="t" r="r" b="b"/>
            <a:pathLst>
              <a:path w="16439906" h="2816471">
                <a:moveTo>
                  <a:pt x="0" y="0"/>
                </a:moveTo>
                <a:lnTo>
                  <a:pt x="16439906" y="0"/>
                </a:lnTo>
                <a:lnTo>
                  <a:pt x="16439906" y="2816471"/>
                </a:lnTo>
                <a:lnTo>
                  <a:pt x="0" y="281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1" t="-16623" r="-4057" b="-176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9" name="AutoShape 9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140E781F-BEE1-435E-9B40-7B63431B4E22}"/>
              </a:ext>
            </a:extLst>
          </p:cNvPr>
          <p:cNvSpPr txBox="1"/>
          <p:nvPr/>
        </p:nvSpPr>
        <p:spPr>
          <a:xfrm>
            <a:off x="165208" y="1401038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데이터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API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에서 가져와서 자동저장하기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CF35784-EB0B-4D39-A2DC-E8535D43A0F0}"/>
              </a:ext>
            </a:extLst>
          </p:cNvPr>
          <p:cNvCxnSpPr>
            <a:cxnSpLocks/>
          </p:cNvCxnSpPr>
          <p:nvPr/>
        </p:nvCxnSpPr>
        <p:spPr>
          <a:xfrm>
            <a:off x="10896600" y="4793092"/>
            <a:ext cx="0" cy="1219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CB613C3B-D4EC-49C6-94B6-F9027C228B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767" y="6670545"/>
            <a:ext cx="5578949" cy="29140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086521C-12A4-40D0-88B3-101193018F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569" y="6649010"/>
            <a:ext cx="5553129" cy="2752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F4BFAAA-8AEC-4AD9-9A00-8ECF5A62189E}"/>
              </a:ext>
            </a:extLst>
          </p:cNvPr>
          <p:cNvSpPr/>
          <p:nvPr/>
        </p:nvSpPr>
        <p:spPr>
          <a:xfrm>
            <a:off x="4751432" y="7500908"/>
            <a:ext cx="6089146" cy="442375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8143A69-7568-4666-B4BA-A98B54C6CE55}"/>
              </a:ext>
            </a:extLst>
          </p:cNvPr>
          <p:cNvSpPr/>
          <p:nvPr/>
        </p:nvSpPr>
        <p:spPr>
          <a:xfrm>
            <a:off x="11539368" y="7414787"/>
            <a:ext cx="5910432" cy="460628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461A2AAF-D99A-40A8-850B-3899A379F3B4}"/>
              </a:ext>
            </a:extLst>
          </p:cNvPr>
          <p:cNvSpPr txBox="1"/>
          <p:nvPr/>
        </p:nvSpPr>
        <p:spPr>
          <a:xfrm>
            <a:off x="516530" y="7224858"/>
            <a:ext cx="4786119" cy="840487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ACD5CC1D-3E3A-452A-89EA-6F8EE5F5EC68}"/>
              </a:ext>
            </a:extLst>
          </p:cNvPr>
          <p:cNvSpPr/>
          <p:nvPr/>
        </p:nvSpPr>
        <p:spPr>
          <a:xfrm>
            <a:off x="386959" y="4945562"/>
            <a:ext cx="5045260" cy="1049701"/>
          </a:xfrm>
          <a:custGeom>
            <a:avLst/>
            <a:gdLst/>
            <a:ahLst/>
            <a:cxnLst/>
            <a:rect l="l" t="t" r="r" b="b"/>
            <a:pathLst>
              <a:path w="993013" h="272162">
                <a:moveTo>
                  <a:pt x="0" y="0"/>
                </a:moveTo>
                <a:lnTo>
                  <a:pt x="993013" y="0"/>
                </a:lnTo>
                <a:lnTo>
                  <a:pt x="993013" y="272162"/>
                </a:lnTo>
                <a:lnTo>
                  <a:pt x="0" y="27216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A5C681B4-7CB9-4449-B9D7-51D08AB96A2D}"/>
              </a:ext>
            </a:extLst>
          </p:cNvPr>
          <p:cNvSpPr txBox="1"/>
          <p:nvPr/>
        </p:nvSpPr>
        <p:spPr>
          <a:xfrm>
            <a:off x="645609" y="5071833"/>
            <a:ext cx="4423949" cy="910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ko-KR" alt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데이터 수집 수작업 과정</a:t>
            </a:r>
            <a:endParaRPr lang="en-US" altLang="ko-KR" sz="2603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3124"/>
              </a:lnSpc>
            </a:pPr>
            <a:r>
              <a:rPr lang="en-US" altLang="ko-KR" sz="2603" dirty="0">
                <a:solidFill>
                  <a:srgbClr val="003EA8"/>
                </a:solidFill>
                <a:latin typeface="Arita Dotum Bold"/>
                <a:ea typeface="Arita Dotum Bold"/>
              </a:rPr>
              <a:t>(</a:t>
            </a:r>
            <a:r>
              <a:rPr lang="ko-KR" alt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시간대 별로</a:t>
            </a:r>
            <a:r>
              <a:rPr lang="en-US" altLang="ko-KR" sz="2603" dirty="0">
                <a:solidFill>
                  <a:srgbClr val="003EA8"/>
                </a:solidFill>
                <a:latin typeface="Arita Dotum Bold"/>
                <a:ea typeface="Arita Dotum 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882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34" y="-448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10">
            <a:extLst>
              <a:ext uri="{FF2B5EF4-FFF2-40B4-BE49-F238E27FC236}">
                <a16:creationId xmlns:a16="http://schemas.microsoft.com/office/drawing/2014/main" id="{235D7A3B-8782-4B11-8593-A9CDC9F8A737}"/>
              </a:ext>
            </a:extLst>
          </p:cNvPr>
          <p:cNvSpPr/>
          <p:nvPr/>
        </p:nvSpPr>
        <p:spPr>
          <a:xfrm>
            <a:off x="747543" y="333750"/>
            <a:ext cx="5045260" cy="1049701"/>
          </a:xfrm>
          <a:custGeom>
            <a:avLst/>
            <a:gdLst/>
            <a:ahLst/>
            <a:cxnLst/>
            <a:rect l="l" t="t" r="r" b="b"/>
            <a:pathLst>
              <a:path w="993013" h="272162">
                <a:moveTo>
                  <a:pt x="0" y="0"/>
                </a:moveTo>
                <a:lnTo>
                  <a:pt x="993013" y="0"/>
                </a:lnTo>
                <a:lnTo>
                  <a:pt x="993013" y="272162"/>
                </a:lnTo>
                <a:lnTo>
                  <a:pt x="0" y="27216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A5C681B4-7CB9-4449-B9D7-51D08AB96A2D}"/>
              </a:ext>
            </a:extLst>
          </p:cNvPr>
          <p:cNvSpPr txBox="1"/>
          <p:nvPr/>
        </p:nvSpPr>
        <p:spPr>
          <a:xfrm>
            <a:off x="998257" y="659827"/>
            <a:ext cx="442394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 Flask , </a:t>
            </a:r>
            <a:r>
              <a:rPr lang="en-US" sz="2603" dirty="0" err="1">
                <a:solidFill>
                  <a:srgbClr val="003EA8"/>
                </a:solidFill>
                <a:latin typeface="Arita Dotum Bold"/>
                <a:ea typeface="Arita Dotum Bold"/>
              </a:rPr>
              <a:t>APScheduler</a:t>
            </a:r>
            <a:r>
              <a:rPr 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ko-KR" alt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사용</a:t>
            </a:r>
            <a:endParaRPr lang="en-US" altLang="ko-KR" sz="2603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BD3114-F7DC-4400-A47D-E39375AF3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613" y="296016"/>
            <a:ext cx="9067800" cy="949789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CB137ED-ECEE-40BF-A555-A33587898351}"/>
              </a:ext>
            </a:extLst>
          </p:cNvPr>
          <p:cNvCxnSpPr>
            <a:cxnSpLocks/>
          </p:cNvCxnSpPr>
          <p:nvPr/>
        </p:nvCxnSpPr>
        <p:spPr>
          <a:xfrm flipV="1">
            <a:off x="3103982" y="2933700"/>
            <a:ext cx="0" cy="162985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CF35784-EB0B-4D39-A2DC-E8535D43A0F0}"/>
              </a:ext>
            </a:extLst>
          </p:cNvPr>
          <p:cNvCxnSpPr>
            <a:cxnSpLocks/>
          </p:cNvCxnSpPr>
          <p:nvPr/>
        </p:nvCxnSpPr>
        <p:spPr>
          <a:xfrm>
            <a:off x="6414666" y="858601"/>
            <a:ext cx="9286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200FA18-A7B8-46CA-9320-CFA0F498138A}"/>
              </a:ext>
            </a:extLst>
          </p:cNvPr>
          <p:cNvCxnSpPr>
            <a:cxnSpLocks/>
          </p:cNvCxnSpPr>
          <p:nvPr/>
        </p:nvCxnSpPr>
        <p:spPr>
          <a:xfrm flipV="1">
            <a:off x="3124200" y="6463554"/>
            <a:ext cx="0" cy="25145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DEB2058-2B08-4EDB-B8CB-9DBFE4419509}"/>
              </a:ext>
            </a:extLst>
          </p:cNvPr>
          <p:cNvCxnSpPr>
            <a:cxnSpLocks/>
          </p:cNvCxnSpPr>
          <p:nvPr/>
        </p:nvCxnSpPr>
        <p:spPr>
          <a:xfrm>
            <a:off x="3124200" y="8978153"/>
            <a:ext cx="42044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6F9E196E-E641-46FA-AB0B-EFF8171F29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178" y="6336782"/>
            <a:ext cx="9040487" cy="3667637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79FA10-A287-4B02-B171-575AFBEA5E19}"/>
              </a:ext>
            </a:extLst>
          </p:cNvPr>
          <p:cNvCxnSpPr>
            <a:cxnSpLocks/>
          </p:cNvCxnSpPr>
          <p:nvPr/>
        </p:nvCxnSpPr>
        <p:spPr>
          <a:xfrm>
            <a:off x="3103982" y="2933700"/>
            <a:ext cx="41230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598908F8-976F-49E6-A269-0AB3D9654B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613" y="1438406"/>
            <a:ext cx="9040485" cy="474255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DB605E6-88E8-4EB5-84CB-8499424912AE}"/>
              </a:ext>
            </a:extLst>
          </p:cNvPr>
          <p:cNvGrpSpPr/>
          <p:nvPr/>
        </p:nvGrpSpPr>
        <p:grpSpPr>
          <a:xfrm>
            <a:off x="456158" y="4554428"/>
            <a:ext cx="5508148" cy="1957877"/>
            <a:chOff x="601570" y="3144794"/>
            <a:chExt cx="5508148" cy="1957877"/>
          </a:xfrm>
        </p:grpSpPr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14288983-5123-48D7-882D-520A4B589776}"/>
                </a:ext>
              </a:extLst>
            </p:cNvPr>
            <p:cNvSpPr/>
            <p:nvPr/>
          </p:nvSpPr>
          <p:spPr>
            <a:xfrm>
              <a:off x="601570" y="3144794"/>
              <a:ext cx="5508148" cy="1957877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186" y="3433980"/>
              <a:ext cx="5289084" cy="1346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</a:t>
              </a:r>
              <a:r>
                <a:rPr lang="ko-KR" altLang="en-US" sz="26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파이썬 웹 생성 및 </a:t>
              </a:r>
              <a:endParaRPr lang="en-US" altLang="ko-KR" sz="26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600"/>
                </a:lnSpc>
              </a:pPr>
              <a:r>
                <a:rPr lang="en-US" altLang="ko-KR" sz="2600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APSheduler</a:t>
              </a:r>
              <a:r>
                <a:rPr lang="ko-KR" altLang="en-US" sz="26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를 사용하여 매시간마다 </a:t>
              </a:r>
              <a:endParaRPr lang="en-US" altLang="ko-KR" sz="26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600"/>
                </a:lnSpc>
              </a:pPr>
              <a:r>
                <a:rPr lang="ko-KR" altLang="en-US" sz="26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엑셀 파일에 데이터 누적 시키기</a:t>
              </a:r>
              <a:endParaRPr lang="en-US" altLang="ko-KR" sz="26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6E7B8906-DBC4-4001-86D8-EBDF1B8124F0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C33411F4-5551-4B7F-83E6-33951876E88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180769B-43C6-4641-9903-1D1A8117F78A}"/>
              </a:ext>
            </a:extLst>
          </p:cNvPr>
          <p:cNvSpPr txBox="1"/>
          <p:nvPr/>
        </p:nvSpPr>
        <p:spPr>
          <a:xfrm>
            <a:off x="-152400" y="1615455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데이터 베이스에 만들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TABLE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구성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770AF33-ABDE-4BEE-9029-2293D66E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963" y="6844915"/>
            <a:ext cx="5876925" cy="19621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B90258-07BC-4C70-9B6A-4C68B2C34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234" y="2128209"/>
            <a:ext cx="5857875" cy="19621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2926864-1DD2-4FEB-B218-4AE7B9AAC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963" y="4465333"/>
            <a:ext cx="5895975" cy="19431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80233BB-7E88-4A13-BA54-790E468CAC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9989" y="943938"/>
            <a:ext cx="5990389" cy="334327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95F3AA0-A888-466A-B684-DAF8B89041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50074" y="4654760"/>
            <a:ext cx="5989749" cy="2043118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E648E18-E7E2-9E7A-1E5C-07A7633B2B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448" y="6995306"/>
            <a:ext cx="5871000" cy="218713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4406DDA-12FC-986A-3A35-B8A5224EF874}"/>
              </a:ext>
            </a:extLst>
          </p:cNvPr>
          <p:cNvSpPr/>
          <p:nvPr/>
        </p:nvSpPr>
        <p:spPr>
          <a:xfrm>
            <a:off x="4796485" y="7317210"/>
            <a:ext cx="6001880" cy="390525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CB25FFA-DD0E-9148-C967-D131F016B088}"/>
              </a:ext>
            </a:extLst>
          </p:cNvPr>
          <p:cNvSpPr/>
          <p:nvPr/>
        </p:nvSpPr>
        <p:spPr>
          <a:xfrm>
            <a:off x="4809946" y="5950399"/>
            <a:ext cx="6001880" cy="390525"/>
          </a:xfrm>
          <a:prstGeom prst="round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4591E61-5671-DFD9-5A7B-E2FF89198198}"/>
              </a:ext>
            </a:extLst>
          </p:cNvPr>
          <p:cNvSpPr/>
          <p:nvPr/>
        </p:nvSpPr>
        <p:spPr>
          <a:xfrm>
            <a:off x="11178568" y="3818178"/>
            <a:ext cx="6195032" cy="390525"/>
          </a:xfrm>
          <a:prstGeom prst="round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D5F46FE-A5DC-B4BD-913C-BAA9C665387A}"/>
              </a:ext>
            </a:extLst>
          </p:cNvPr>
          <p:cNvSpPr/>
          <p:nvPr/>
        </p:nvSpPr>
        <p:spPr>
          <a:xfrm>
            <a:off x="11190138" y="6213170"/>
            <a:ext cx="6001880" cy="390525"/>
          </a:xfrm>
          <a:prstGeom prst="round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80E1726-8F28-5CB7-E705-05A1B197E693}"/>
              </a:ext>
            </a:extLst>
          </p:cNvPr>
          <p:cNvSpPr/>
          <p:nvPr/>
        </p:nvSpPr>
        <p:spPr>
          <a:xfrm>
            <a:off x="11244008" y="8043861"/>
            <a:ext cx="6001880" cy="390525"/>
          </a:xfrm>
          <a:prstGeom prst="round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5D995C-B630-44A7-89AA-418FD637E63E}"/>
              </a:ext>
            </a:extLst>
          </p:cNvPr>
          <p:cNvGrpSpPr/>
          <p:nvPr/>
        </p:nvGrpSpPr>
        <p:grpSpPr>
          <a:xfrm>
            <a:off x="251714" y="4900698"/>
            <a:ext cx="4339108" cy="1049701"/>
            <a:chOff x="228600" y="5908396"/>
            <a:chExt cx="4518869" cy="1049701"/>
          </a:xfrm>
        </p:grpSpPr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5CF40BA8-E4BC-42FB-8100-9145822FBCCF}"/>
                </a:ext>
              </a:extLst>
            </p:cNvPr>
            <p:cNvSpPr/>
            <p:nvPr/>
          </p:nvSpPr>
          <p:spPr>
            <a:xfrm>
              <a:off x="228600" y="5908396"/>
              <a:ext cx="4518869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830" y="6074173"/>
              <a:ext cx="3652408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5"/>
                </a:lnSpc>
              </a:pPr>
              <a:r>
                <a:rPr lang="ko-KR" altLang="en-US" sz="2370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데이터를 저장할 </a:t>
              </a:r>
              <a:endParaRPr lang="en-US" altLang="ko-KR" sz="237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  <a:p>
              <a:pPr algn="ctr">
                <a:lnSpc>
                  <a:spcPts val="2845"/>
                </a:lnSpc>
              </a:pPr>
              <a:r>
                <a:rPr lang="ko-KR" altLang="en-US" sz="2370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데이터베이스 테이블 구성</a:t>
              </a:r>
              <a:endParaRPr lang="en-US" sz="237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819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20" grpId="0" animBg="1"/>
      <p:bldP spid="22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1" name="AutoShape 21"/>
          <p:cNvSpPr/>
          <p:nvPr/>
        </p:nvSpPr>
        <p:spPr>
          <a:xfrm>
            <a:off x="3102624" y="8343899"/>
            <a:ext cx="14655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utoShape 22"/>
          <p:cNvSpPr/>
          <p:nvPr/>
        </p:nvSpPr>
        <p:spPr>
          <a:xfrm>
            <a:off x="3048000" y="2571401"/>
            <a:ext cx="0" cy="10774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utoShape 23"/>
          <p:cNvSpPr/>
          <p:nvPr/>
        </p:nvSpPr>
        <p:spPr>
          <a:xfrm>
            <a:off x="3102624" y="5233883"/>
            <a:ext cx="0" cy="311001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92B11B2F-E8BF-4E28-BDF6-AC9AC019DCF3}"/>
              </a:ext>
            </a:extLst>
          </p:cNvPr>
          <p:cNvSpPr txBox="1"/>
          <p:nvPr/>
        </p:nvSpPr>
        <p:spPr>
          <a:xfrm>
            <a:off x="965684" y="1469829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공동수행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: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실시간 데이터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(CSV</a:t>
            </a:r>
            <a:r>
              <a:rPr lang="ko-KR" altLang="en-US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파일불러오기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A89696-461E-4A6D-8BA7-8F35306E82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364" y="5083323"/>
            <a:ext cx="11409848" cy="4691833"/>
          </a:xfrm>
          <a:prstGeom prst="rect">
            <a:avLst/>
          </a:prstGeom>
        </p:spPr>
      </p:pic>
      <p:sp>
        <p:nvSpPr>
          <p:cNvPr id="29" name="AutoShape 20">
            <a:extLst>
              <a:ext uri="{FF2B5EF4-FFF2-40B4-BE49-F238E27FC236}">
                <a16:creationId xmlns:a16="http://schemas.microsoft.com/office/drawing/2014/main" id="{963F67EC-5100-46AB-BC2D-31F86D0A715C}"/>
              </a:ext>
            </a:extLst>
          </p:cNvPr>
          <p:cNvSpPr/>
          <p:nvPr/>
        </p:nvSpPr>
        <p:spPr>
          <a:xfrm>
            <a:off x="3048000" y="2571401"/>
            <a:ext cx="3822164" cy="1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48FE1F5C-A35B-4669-869E-F939714FC2F8}"/>
              </a:ext>
            </a:extLst>
          </p:cNvPr>
          <p:cNvSpPr/>
          <p:nvPr/>
        </p:nvSpPr>
        <p:spPr>
          <a:xfrm>
            <a:off x="7072465" y="2072931"/>
            <a:ext cx="10716989" cy="1320683"/>
          </a:xfrm>
          <a:custGeom>
            <a:avLst/>
            <a:gdLst/>
            <a:ahLst/>
            <a:cxnLst/>
            <a:rect l="l" t="t" r="r" b="b"/>
            <a:pathLst>
              <a:path w="8624959" h="1320683">
                <a:moveTo>
                  <a:pt x="0" y="0"/>
                </a:moveTo>
                <a:lnTo>
                  <a:pt x="8624959" y="0"/>
                </a:lnTo>
                <a:lnTo>
                  <a:pt x="8624959" y="1320682"/>
                </a:lnTo>
                <a:lnTo>
                  <a:pt x="0" y="1320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46" t="-75463" r="-23881" b="-62894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4F6E6C9-D0D0-48E0-BD6E-B34C2956E05D}"/>
              </a:ext>
            </a:extLst>
          </p:cNvPr>
          <p:cNvGrpSpPr/>
          <p:nvPr/>
        </p:nvGrpSpPr>
        <p:grpSpPr>
          <a:xfrm>
            <a:off x="610285" y="3827864"/>
            <a:ext cx="5045260" cy="1207031"/>
            <a:chOff x="653899" y="3820666"/>
            <a:chExt cx="5045260" cy="1207031"/>
          </a:xfrm>
        </p:grpSpPr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95920AD-D0A6-40B8-9D89-F0EF56BD4E4E}"/>
                </a:ext>
              </a:extLst>
            </p:cNvPr>
            <p:cNvSpPr/>
            <p:nvPr/>
          </p:nvSpPr>
          <p:spPr>
            <a:xfrm>
              <a:off x="653899" y="3820666"/>
              <a:ext cx="5045260" cy="120703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9241" y="3963974"/>
              <a:ext cx="4476867" cy="8813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ctr">
                <a:lnSpc>
                  <a:spcPts val="3600"/>
                </a:lnSpc>
                <a:buAutoNum type="arabicPeriod"/>
              </a:pPr>
              <a:r>
                <a:rPr 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CSV </a:t>
              </a:r>
              <a:r>
                <a:rPr lang="en-US" sz="2500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파일</a:t>
              </a:r>
              <a:r>
                <a:rPr 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</a:t>
              </a:r>
              <a:r>
                <a:rPr lang="en-US" sz="2500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불러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온 후</a:t>
              </a:r>
              <a:r>
                <a:rPr 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</a:t>
              </a:r>
            </a:p>
            <a:p>
              <a:pPr algn="ctr">
                <a:lnSpc>
                  <a:spcPts val="3600"/>
                </a:lnSpc>
              </a:pPr>
              <a:r>
                <a:rPr lang="en-US" sz="2500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데이터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프레임 전환 후</a:t>
              </a:r>
              <a:r>
                <a:rPr 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</a:t>
              </a:r>
              <a:r>
                <a:rPr lang="en-US" sz="2500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출력</a:t>
              </a:r>
              <a:r>
                <a:rPr 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76B27BF8-CD1D-47B1-A1C7-62F609BFBE63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FBC8FAA8-A9AD-4DA9-B670-0A3CD09B4CEF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D227E-9B43-4D8C-8111-F758D420169A}"/>
              </a:ext>
            </a:extLst>
          </p:cNvPr>
          <p:cNvSpPr txBox="1"/>
          <p:nvPr/>
        </p:nvSpPr>
        <p:spPr>
          <a:xfrm>
            <a:off x="705153" y="1476199"/>
            <a:ext cx="500185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실시간 자료의 불필요한 데이터삭제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4D46ED-73EF-419B-80F6-703437276DED}"/>
              </a:ext>
            </a:extLst>
          </p:cNvPr>
          <p:cNvSpPr/>
          <p:nvPr/>
        </p:nvSpPr>
        <p:spPr>
          <a:xfrm>
            <a:off x="1524000" y="1969182"/>
            <a:ext cx="16383000" cy="76961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9E1C6FF-B70A-52A3-4B55-3FB7207B5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407279"/>
            <a:ext cx="10938102" cy="3047816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8B6C9A6-DDF1-449A-6FC7-E209E845D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5705792"/>
            <a:ext cx="10857671" cy="359201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431DAE-6CC4-4298-8FEF-CDBBBB6D293D}"/>
              </a:ext>
            </a:extLst>
          </p:cNvPr>
          <p:cNvSpPr/>
          <p:nvPr/>
        </p:nvSpPr>
        <p:spPr>
          <a:xfrm>
            <a:off x="705153" y="3619500"/>
            <a:ext cx="12782247" cy="5334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02C1F3-E6C0-F9B8-6381-EBEBDC93670B}"/>
              </a:ext>
            </a:extLst>
          </p:cNvPr>
          <p:cNvSpPr/>
          <p:nvPr/>
        </p:nvSpPr>
        <p:spPr>
          <a:xfrm>
            <a:off x="5374741" y="7356110"/>
            <a:ext cx="12782247" cy="5334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12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8" y="-2347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76B27BF8-CD1D-47B1-A1C7-62F609BFBE63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FBC8FAA8-A9AD-4DA9-B670-0A3CD09B4CEF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E33809-3567-43FA-BCE4-AD0C6A1E5423}"/>
              </a:ext>
            </a:extLst>
          </p:cNvPr>
          <p:cNvSpPr txBox="1"/>
          <p:nvPr/>
        </p:nvSpPr>
        <p:spPr>
          <a:xfrm>
            <a:off x="381000" y="1489493"/>
            <a:ext cx="500185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자료 불러와서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에 저장 전 가공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A550FDF-0409-4BE1-8686-3F4F94A8EFA0}"/>
              </a:ext>
            </a:extLst>
          </p:cNvPr>
          <p:cNvCxnSpPr>
            <a:cxnSpLocks/>
          </p:cNvCxnSpPr>
          <p:nvPr/>
        </p:nvCxnSpPr>
        <p:spPr>
          <a:xfrm>
            <a:off x="5626208" y="4000500"/>
            <a:ext cx="13623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0A44903-0D99-4EDA-A10E-B059AAE740A5}"/>
              </a:ext>
            </a:extLst>
          </p:cNvPr>
          <p:cNvCxnSpPr>
            <a:cxnSpLocks/>
          </p:cNvCxnSpPr>
          <p:nvPr/>
        </p:nvCxnSpPr>
        <p:spPr>
          <a:xfrm>
            <a:off x="5715000" y="8115300"/>
            <a:ext cx="12735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A769A0EE-FEE0-0C42-C096-1BE482948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916" y="1632760"/>
            <a:ext cx="9279411" cy="5246586"/>
          </a:xfrm>
          <a:prstGeom prst="rect">
            <a:avLst/>
          </a:prstGeom>
        </p:spPr>
      </p:pic>
      <p:pic>
        <p:nvPicPr>
          <p:cNvPr id="29" name="그림 28" descr="폰트, 스크린샷, 그래픽, 텍스트이(가) 표시된 사진&#10;&#10;자동 생성된 설명">
            <a:extLst>
              <a:ext uri="{FF2B5EF4-FFF2-40B4-BE49-F238E27FC236}">
                <a16:creationId xmlns:a16="http://schemas.microsoft.com/office/drawing/2014/main" id="{5F8E4982-698A-5138-3FAC-801A22103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916" y="7249922"/>
            <a:ext cx="6905972" cy="1874549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2E74534-8144-4CB5-A4C7-AEAA9BFBDFBA}"/>
              </a:ext>
            </a:extLst>
          </p:cNvPr>
          <p:cNvGrpSpPr/>
          <p:nvPr/>
        </p:nvGrpSpPr>
        <p:grpSpPr>
          <a:xfrm>
            <a:off x="350847" y="3567215"/>
            <a:ext cx="5045260" cy="1049701"/>
            <a:chOff x="350847" y="3567215"/>
            <a:chExt cx="5045260" cy="1049701"/>
          </a:xfrm>
        </p:grpSpPr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C95CC975-9270-49B3-989F-69F1100E3879}"/>
                </a:ext>
              </a:extLst>
            </p:cNvPr>
            <p:cNvSpPr/>
            <p:nvPr/>
          </p:nvSpPr>
          <p:spPr>
            <a:xfrm>
              <a:off x="350847" y="3567215"/>
              <a:ext cx="5045260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8CE33B5-E864-4B49-A6BA-4155F2248A1D}"/>
                </a:ext>
              </a:extLst>
            </p:cNvPr>
            <p:cNvSpPr txBox="1"/>
            <p:nvPr/>
          </p:nvSpPr>
          <p:spPr>
            <a:xfrm>
              <a:off x="394252" y="3702150"/>
              <a:ext cx="5001855" cy="7798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실시간 데이터에서 </a:t>
              </a:r>
              <a:endParaRPr lang="en-US" altLang="ko-KR" sz="2556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불필요한 데이터 제거</a:t>
              </a:r>
              <a:endParaRPr lang="en-US" sz="2556" dirty="0">
                <a:solidFill>
                  <a:srgbClr val="003EA8"/>
                </a:solidFill>
                <a:ea typeface="Arita Dotum Bold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20BCBB9-05BD-4449-A62D-11269536D35D}"/>
              </a:ext>
            </a:extLst>
          </p:cNvPr>
          <p:cNvGrpSpPr/>
          <p:nvPr/>
        </p:nvGrpSpPr>
        <p:grpSpPr>
          <a:xfrm>
            <a:off x="381000" y="7590449"/>
            <a:ext cx="5059670" cy="1049701"/>
            <a:chOff x="372549" y="4945562"/>
            <a:chExt cx="5059670" cy="1049701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D97EAED-DD7D-4F6B-824E-1F15F24D1AF3}"/>
                </a:ext>
              </a:extLst>
            </p:cNvPr>
            <p:cNvSpPr/>
            <p:nvPr/>
          </p:nvSpPr>
          <p:spPr>
            <a:xfrm>
              <a:off x="386959" y="4945562"/>
              <a:ext cx="5045260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AD1F6AFC-958E-2B4C-ACFB-780C7EAAA01C}"/>
                </a:ext>
              </a:extLst>
            </p:cNvPr>
            <p:cNvSpPr txBox="1"/>
            <p:nvPr/>
          </p:nvSpPr>
          <p:spPr>
            <a:xfrm>
              <a:off x="372549" y="5080499"/>
              <a:ext cx="5001855" cy="7822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데이터 프레임</a:t>
              </a:r>
              <a:endParaRPr lang="en-US" altLang="ko-KR" sz="2556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  <a:p>
              <a:pPr algn="ctr">
                <a:lnSpc>
                  <a:spcPts val="3068"/>
                </a:lnSpc>
              </a:pPr>
              <a:r>
                <a:rPr lang="en-US" sz="2556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INDEX</a:t>
              </a:r>
              <a:r>
                <a:rPr lang="ko-KR" altLang="en-US" sz="2556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를 순차적으로 변경</a:t>
              </a:r>
              <a:endParaRPr lang="en-US" sz="2556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731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CB5EFEFB-4842-415C-9554-DA4CDDF57AC6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09192808-3232-4D9F-9395-CE101220E789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8965C1D2-8CF6-4D6B-BF34-1481DF3D6740}"/>
              </a:ext>
            </a:extLst>
          </p:cNvPr>
          <p:cNvSpPr txBox="1"/>
          <p:nvPr/>
        </p:nvSpPr>
        <p:spPr>
          <a:xfrm>
            <a:off x="394855" y="1466396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데이터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에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insert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하기 위한 순서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: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공통작업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E11793-4BA1-4D5E-BF38-B79BD6D23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09" y="4638163"/>
            <a:ext cx="15206562" cy="21540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EB29E1C-F287-4EE5-99E2-F6E2FAD6C0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064" y="7694103"/>
            <a:ext cx="15180421" cy="22717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E49EB6-CFC7-4BD4-95B5-CA69A464D1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3089" y="2694976"/>
            <a:ext cx="15180421" cy="99696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0A773459-A2A7-44C7-8879-A232CE2E3E9B}"/>
              </a:ext>
            </a:extLst>
          </p:cNvPr>
          <p:cNvGrpSpPr/>
          <p:nvPr/>
        </p:nvGrpSpPr>
        <p:grpSpPr>
          <a:xfrm>
            <a:off x="1124025" y="2233002"/>
            <a:ext cx="3276600" cy="563170"/>
            <a:chOff x="976164" y="1877959"/>
            <a:chExt cx="3276600" cy="563170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B7C75FCB-1B08-436E-B079-93DA67B21B3C}"/>
                </a:ext>
              </a:extLst>
            </p:cNvPr>
            <p:cNvSpPr/>
            <p:nvPr/>
          </p:nvSpPr>
          <p:spPr>
            <a:xfrm>
              <a:off x="976164" y="1877959"/>
              <a:ext cx="3276600" cy="563170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362CF01D-253E-454E-9995-98557496874F}"/>
                </a:ext>
              </a:extLst>
            </p:cNvPr>
            <p:cNvSpPr txBox="1"/>
            <p:nvPr/>
          </p:nvSpPr>
          <p:spPr>
            <a:xfrm>
              <a:off x="1158178" y="1967372"/>
              <a:ext cx="2971800" cy="390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ko-KR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DB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에 연결하기</a:t>
              </a:r>
              <a:endPara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6E3174C-7DE6-4DFA-93F7-13DCC3FF6DB8}"/>
              </a:ext>
            </a:extLst>
          </p:cNvPr>
          <p:cNvGrpSpPr/>
          <p:nvPr/>
        </p:nvGrpSpPr>
        <p:grpSpPr>
          <a:xfrm>
            <a:off x="1124025" y="4183300"/>
            <a:ext cx="5429175" cy="593253"/>
            <a:chOff x="1141613" y="5302925"/>
            <a:chExt cx="5061825" cy="593253"/>
          </a:xfrm>
        </p:grpSpPr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A019D35-0912-419A-96DD-C35650FA2A5F}"/>
                </a:ext>
              </a:extLst>
            </p:cNvPr>
            <p:cNvSpPr/>
            <p:nvPr/>
          </p:nvSpPr>
          <p:spPr>
            <a:xfrm>
              <a:off x="1141613" y="5302925"/>
              <a:ext cx="5045260" cy="593253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10">
              <a:extLst>
                <a:ext uri="{FF2B5EF4-FFF2-40B4-BE49-F238E27FC236}">
                  <a16:creationId xmlns:a16="http://schemas.microsoft.com/office/drawing/2014/main" id="{A384D1E2-0F17-4D92-9740-5E78628ACC50}"/>
                </a:ext>
              </a:extLst>
            </p:cNvPr>
            <p:cNvSpPr txBox="1"/>
            <p:nvPr/>
          </p:nvSpPr>
          <p:spPr>
            <a:xfrm>
              <a:off x="1264293" y="5405638"/>
              <a:ext cx="4939145" cy="390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데이터 </a:t>
              </a:r>
              <a:r>
                <a:rPr lang="en-US" altLang="ko-KR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DB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에 </a:t>
              </a:r>
              <a:r>
                <a:rPr lang="en-US" altLang="ko-KR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TABLE 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만들기</a:t>
              </a:r>
              <a:r>
                <a:rPr lang="en-US" altLang="ko-KR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(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파이썬</a:t>
              </a:r>
              <a:r>
                <a:rPr lang="en-US" altLang="ko-KR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)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DF361C6-2D1E-4728-B996-5B7FE2176BE6}"/>
              </a:ext>
            </a:extLst>
          </p:cNvPr>
          <p:cNvGrpSpPr/>
          <p:nvPr/>
        </p:nvGrpSpPr>
        <p:grpSpPr>
          <a:xfrm>
            <a:off x="1124025" y="7194202"/>
            <a:ext cx="4031254" cy="593254"/>
            <a:chOff x="1100834" y="7351961"/>
            <a:chExt cx="4031254" cy="593254"/>
          </a:xfrm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B90325B2-1722-4F59-AE2F-00C706AB0EB8}"/>
                </a:ext>
              </a:extLst>
            </p:cNvPr>
            <p:cNvSpPr/>
            <p:nvPr/>
          </p:nvSpPr>
          <p:spPr>
            <a:xfrm>
              <a:off x="1100834" y="7351961"/>
              <a:ext cx="4031254" cy="593254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96C2DC93-7C57-4E4D-8A14-88AC5364B05F}"/>
                </a:ext>
              </a:extLst>
            </p:cNvPr>
            <p:cNvSpPr txBox="1"/>
            <p:nvPr/>
          </p:nvSpPr>
          <p:spPr>
            <a:xfrm>
              <a:off x="1478161" y="7453325"/>
              <a:ext cx="3276600" cy="390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ko-KR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DB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에서 </a:t>
              </a:r>
              <a:r>
                <a:rPr lang="en-US" altLang="ko-KR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TABLE </a:t>
              </a:r>
              <a:r>
                <a:rPr lang="ko-KR" altLang="en-US" sz="25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확인</a:t>
              </a:r>
              <a:endPara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9332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76B27BF8-CD1D-47B1-A1C7-62F609BFBE63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FBC8FAA8-A9AD-4DA9-B670-0A3CD09B4CEF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756F99-AD83-4E19-8496-3CE5D28A7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50" y="2082379"/>
            <a:ext cx="14097000" cy="17885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0C595E-B521-4C08-9CB9-3C0D36B3F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3901699"/>
            <a:ext cx="9402165" cy="59008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7C105C-5E6A-479D-9567-E2BB56DFFC02}"/>
              </a:ext>
            </a:extLst>
          </p:cNvPr>
          <p:cNvSpPr txBox="1"/>
          <p:nvPr/>
        </p:nvSpPr>
        <p:spPr>
          <a:xfrm>
            <a:off x="561242" y="1469468"/>
            <a:ext cx="500185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자료 불러와서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에 저장 전 가공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0197A8-8033-4A56-BA63-E061CC5D18D7}"/>
              </a:ext>
            </a:extLst>
          </p:cNvPr>
          <p:cNvGrpSpPr/>
          <p:nvPr/>
        </p:nvGrpSpPr>
        <p:grpSpPr>
          <a:xfrm>
            <a:off x="1736648" y="5927310"/>
            <a:ext cx="5054404" cy="1049701"/>
            <a:chOff x="477247" y="6936483"/>
            <a:chExt cx="5054404" cy="1049701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2E4DCE6-3875-46B5-B223-E05FBF5E3B45}"/>
                </a:ext>
              </a:extLst>
            </p:cNvPr>
            <p:cNvSpPr/>
            <p:nvPr/>
          </p:nvSpPr>
          <p:spPr>
            <a:xfrm>
              <a:off x="477247" y="6936483"/>
              <a:ext cx="5045260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8CE33B5-E864-4B49-A6BA-4155F2248A1D}"/>
                </a:ext>
              </a:extLst>
            </p:cNvPr>
            <p:cNvSpPr txBox="1"/>
            <p:nvPr/>
          </p:nvSpPr>
          <p:spPr>
            <a:xfrm>
              <a:off x="529796" y="7109403"/>
              <a:ext cx="5001855" cy="7822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en-US" altLang="ko-KR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Xlsx</a:t>
              </a: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파일 불러오기 및</a:t>
              </a:r>
              <a:endParaRPr lang="en-US" altLang="ko-KR" sz="2556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데이터 </a:t>
              </a:r>
              <a:r>
                <a:rPr lang="ko-KR" altLang="en-US" sz="2556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컬럼명</a:t>
              </a: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가공하기</a:t>
              </a:r>
              <a:endParaRPr lang="en-US" sz="2556" dirty="0">
                <a:solidFill>
                  <a:srgbClr val="003EA8"/>
                </a:solidFill>
                <a:ea typeface="Arita Dotum Bold"/>
              </a:endParaRPr>
            </a:p>
          </p:txBody>
        </p:sp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2541D06-FA46-4902-A30D-D65874317322}"/>
              </a:ext>
            </a:extLst>
          </p:cNvPr>
          <p:cNvCxnSpPr>
            <a:cxnSpLocks/>
          </p:cNvCxnSpPr>
          <p:nvPr/>
        </p:nvCxnSpPr>
        <p:spPr>
          <a:xfrm>
            <a:off x="7086600" y="6452160"/>
            <a:ext cx="12735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EB07464-7966-4D8B-AE53-878B70A16C8B}"/>
              </a:ext>
            </a:extLst>
          </p:cNvPr>
          <p:cNvCxnSpPr>
            <a:cxnSpLocks/>
          </p:cNvCxnSpPr>
          <p:nvPr/>
        </p:nvCxnSpPr>
        <p:spPr>
          <a:xfrm flipV="1">
            <a:off x="4114800" y="3901699"/>
            <a:ext cx="0" cy="18420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387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463B96F-54E1-4E60-8139-0AC44AF051AA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6A4ED9D4-293D-4649-95C2-E7402E02E99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7287A3C3-9C83-4C65-8218-751208C5EB17}"/>
              </a:ext>
            </a:extLst>
          </p:cNvPr>
          <p:cNvSpPr txBox="1"/>
          <p:nvPr/>
        </p:nvSpPr>
        <p:spPr>
          <a:xfrm>
            <a:off x="288099" y="1498735"/>
            <a:ext cx="389297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 Query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 결과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BF1555-5389-4184-A5E7-7308B419E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145" y="1917421"/>
            <a:ext cx="10045147" cy="20600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E9FC9E-549D-4491-A94E-1B897E5CA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347" y="4239533"/>
            <a:ext cx="10018643" cy="600365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71D18BE-63F3-4432-8626-815F7318B1E0}"/>
              </a:ext>
            </a:extLst>
          </p:cNvPr>
          <p:cNvGrpSpPr/>
          <p:nvPr/>
        </p:nvGrpSpPr>
        <p:grpSpPr>
          <a:xfrm>
            <a:off x="866044" y="4261879"/>
            <a:ext cx="5045260" cy="1049701"/>
            <a:chOff x="866044" y="4976350"/>
            <a:chExt cx="5045260" cy="1049701"/>
          </a:xfrm>
        </p:grpSpPr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4D9C7AC-9473-45C7-9327-0DF9131D3BDC}"/>
                </a:ext>
              </a:extLst>
            </p:cNvPr>
            <p:cNvSpPr/>
            <p:nvPr/>
          </p:nvSpPr>
          <p:spPr>
            <a:xfrm>
              <a:off x="866044" y="4976350"/>
              <a:ext cx="5045260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2010" y="5171661"/>
              <a:ext cx="3832406" cy="6924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</a:pPr>
              <a:r>
                <a:rPr lang="ko-KR" altLang="en-US" sz="228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가공한 위도</a:t>
              </a:r>
              <a:r>
                <a:rPr lang="en-US" altLang="ko-KR" sz="228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, </a:t>
              </a:r>
              <a:r>
                <a:rPr lang="ko-KR" altLang="en-US" sz="228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경도 데이터</a:t>
              </a:r>
              <a:endParaRPr lang="en-US" altLang="ko-KR" sz="228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2736"/>
                </a:lnSpc>
              </a:pPr>
              <a:r>
                <a:rPr lang="ko-KR" altLang="en-US" sz="228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데이터 베이스에 </a:t>
              </a:r>
              <a:r>
                <a:rPr lang="en-US" altLang="ko-KR" sz="228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insert</a:t>
              </a:r>
              <a:endParaRPr lang="en-US" sz="228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48EBACD-5EFC-403D-A670-B88F00084737}"/>
              </a:ext>
            </a:extLst>
          </p:cNvPr>
          <p:cNvCxnSpPr>
            <a:cxnSpLocks/>
            <a:stCxn id="21" idx="0"/>
          </p:cNvCxnSpPr>
          <p:nvPr/>
        </p:nvCxnSpPr>
        <p:spPr>
          <a:xfrm>
            <a:off x="3438605" y="2924457"/>
            <a:ext cx="2522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4E493D0-0633-4236-8B0C-BE1BA023184C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3429001" y="7429500"/>
            <a:ext cx="25321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AutoShape 23">
            <a:extLst>
              <a:ext uri="{FF2B5EF4-FFF2-40B4-BE49-F238E27FC236}">
                <a16:creationId xmlns:a16="http://schemas.microsoft.com/office/drawing/2014/main" id="{7FB524DC-8E2F-4284-A18A-05B6EB8AB378}"/>
              </a:ext>
            </a:extLst>
          </p:cNvPr>
          <p:cNvSpPr/>
          <p:nvPr/>
        </p:nvSpPr>
        <p:spPr>
          <a:xfrm>
            <a:off x="3429000" y="5753100"/>
            <a:ext cx="0" cy="16764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AutoShape 23">
            <a:extLst>
              <a:ext uri="{FF2B5EF4-FFF2-40B4-BE49-F238E27FC236}">
                <a16:creationId xmlns:a16="http://schemas.microsoft.com/office/drawing/2014/main" id="{29B3A0F7-6AC7-4C80-96FB-B20E2B14F4E1}"/>
              </a:ext>
            </a:extLst>
          </p:cNvPr>
          <p:cNvSpPr/>
          <p:nvPr/>
        </p:nvSpPr>
        <p:spPr>
          <a:xfrm>
            <a:off x="3438605" y="2924457"/>
            <a:ext cx="0" cy="11772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 flipV="1">
            <a:off x="3124200" y="3253810"/>
            <a:ext cx="289560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3140652" y="7975239"/>
            <a:ext cx="7058025" cy="353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 flipH="1">
            <a:off x="3133725" y="3281695"/>
            <a:ext cx="0" cy="23659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3124200" y="6928190"/>
            <a:ext cx="9525" cy="1064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C27FE5A9-9814-4ED1-8F8E-22FFBA69336C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56891F83-E964-4E5A-A083-53D3B13225BC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5598DD81-F80A-453A-96EC-B6305371385A}"/>
              </a:ext>
            </a:extLst>
          </p:cNvPr>
          <p:cNvSpPr txBox="1"/>
          <p:nvPr/>
        </p:nvSpPr>
        <p:spPr>
          <a:xfrm>
            <a:off x="288099" y="1498735"/>
            <a:ext cx="389297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 Query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문과 결과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CDEAAE-82BC-462E-BC1F-DE713E68AAB1}"/>
              </a:ext>
            </a:extLst>
          </p:cNvPr>
          <p:cNvSpPr/>
          <p:nvPr/>
        </p:nvSpPr>
        <p:spPr>
          <a:xfrm>
            <a:off x="6019801" y="1676401"/>
            <a:ext cx="11734797" cy="32105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119182D-48B1-4C7E-9162-7E4BE7F75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697" y="1839835"/>
            <a:ext cx="11409923" cy="288372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9D27194-470E-400A-A10B-8F3BD8280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524" y="5177529"/>
            <a:ext cx="7458073" cy="4305176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AE71BD63-A7CF-4CD8-9A67-BEF3A9131869}"/>
              </a:ext>
            </a:extLst>
          </p:cNvPr>
          <p:cNvGrpSpPr/>
          <p:nvPr/>
        </p:nvGrpSpPr>
        <p:grpSpPr>
          <a:xfrm>
            <a:off x="556594" y="5763042"/>
            <a:ext cx="5334000" cy="1049701"/>
            <a:chOff x="554739" y="6662365"/>
            <a:chExt cx="5334000" cy="1049701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47DE82D-313E-4DFF-A2D6-60103BFC2FF6}"/>
                </a:ext>
              </a:extLst>
            </p:cNvPr>
            <p:cNvSpPr/>
            <p:nvPr/>
          </p:nvSpPr>
          <p:spPr>
            <a:xfrm>
              <a:off x="699109" y="6662365"/>
              <a:ext cx="5045260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739" y="6828142"/>
              <a:ext cx="5334000" cy="718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2"/>
                </a:lnSpc>
              </a:pPr>
              <a:r>
                <a:rPr lang="ko-KR" altLang="en-US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데시벨 데이터 가공 후 </a:t>
              </a:r>
              <a:endParaRPr lang="en-US" altLang="ko-KR" sz="2335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  <a:p>
              <a:pPr algn="ctr">
                <a:lnSpc>
                  <a:spcPts val="2802"/>
                </a:lnSpc>
              </a:pPr>
              <a:r>
                <a:rPr lang="en-US" altLang="ko-KR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DB</a:t>
              </a:r>
              <a:r>
                <a:rPr lang="ko-KR" altLang="en-US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에 </a:t>
              </a:r>
              <a:r>
                <a:rPr lang="en-US" altLang="ko-KR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insert</a:t>
              </a:r>
              <a:r>
                <a:rPr lang="ko-KR" altLang="en-US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한 쿼리</a:t>
              </a:r>
              <a:endParaRPr lang="en-US" sz="2335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AutoShape 3">
            <a:extLst>
              <a:ext uri="{FF2B5EF4-FFF2-40B4-BE49-F238E27FC236}">
                <a16:creationId xmlns:a16="http://schemas.microsoft.com/office/drawing/2014/main" id="{F0D4B8D8-DF31-431B-9274-CD13A04A0DFE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34F3DB65-281B-497A-9F5F-173B693AE66E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A57ACF-5C2A-4689-BE59-7063C5F04680}"/>
              </a:ext>
            </a:extLst>
          </p:cNvPr>
          <p:cNvSpPr txBox="1"/>
          <p:nvPr/>
        </p:nvSpPr>
        <p:spPr>
          <a:xfrm>
            <a:off x="456696" y="1492734"/>
            <a:ext cx="5001855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자료 불러와서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에 저장 전 가공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(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전체 평균 구하기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A9979CE-8E2A-42AD-832F-6C98E093D9CA}"/>
              </a:ext>
            </a:extLst>
          </p:cNvPr>
          <p:cNvGrpSpPr/>
          <p:nvPr/>
        </p:nvGrpSpPr>
        <p:grpSpPr>
          <a:xfrm>
            <a:off x="131977" y="4585080"/>
            <a:ext cx="4634425" cy="1588287"/>
            <a:chOff x="596521" y="5913693"/>
            <a:chExt cx="5045260" cy="1605222"/>
          </a:xfrm>
        </p:grpSpPr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FCEDF62-8ADB-4E6F-BA90-DC485BDBDFE2}"/>
                </a:ext>
              </a:extLst>
            </p:cNvPr>
            <p:cNvSpPr/>
            <p:nvPr/>
          </p:nvSpPr>
          <p:spPr>
            <a:xfrm>
              <a:off x="596521" y="5913693"/>
              <a:ext cx="5045260" cy="1605222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211C4D16-8361-4064-BED1-5F34E07E087B}"/>
                </a:ext>
              </a:extLst>
            </p:cNvPr>
            <p:cNvSpPr txBox="1"/>
            <p:nvPr/>
          </p:nvSpPr>
          <p:spPr>
            <a:xfrm>
              <a:off x="829239" y="6123768"/>
              <a:ext cx="4623081" cy="11773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ko-KR" altLang="en-US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각 데이터 평균값 구하기</a:t>
              </a:r>
              <a:endParaRPr lang="en-US" altLang="ko-KR" sz="23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068"/>
                </a:lnSpc>
              </a:pPr>
              <a:r>
                <a:rPr lang="en-US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(</a:t>
              </a:r>
              <a:r>
                <a:rPr lang="ko-KR" altLang="en-US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미세먼지</a:t>
              </a:r>
              <a:r>
                <a:rPr lang="en-US" altLang="ko-KR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, </a:t>
              </a:r>
              <a:r>
                <a:rPr lang="ko-KR" altLang="en-US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초미세먼지</a:t>
              </a:r>
              <a:endParaRPr lang="en-US" altLang="ko-KR" sz="2300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068"/>
                </a:lnSpc>
              </a:pPr>
              <a:r>
                <a:rPr lang="ko-KR" altLang="en-US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이산화탄소 </a:t>
              </a:r>
              <a:r>
                <a:rPr lang="en-US" altLang="ko-KR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, </a:t>
              </a:r>
              <a:r>
                <a:rPr lang="ko-KR" altLang="en-US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휘발성유기 화합물</a:t>
              </a:r>
              <a:r>
                <a:rPr lang="en-US" altLang="ko-KR" sz="2300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)</a:t>
              </a:r>
              <a:endParaRPr lang="en-US" sz="2300" dirty="0">
                <a:solidFill>
                  <a:srgbClr val="003EA8"/>
                </a:solidFill>
                <a:ea typeface="Arita Dotum Bold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2355E73-4225-4860-B354-351C54982167}"/>
              </a:ext>
            </a:extLst>
          </p:cNvPr>
          <p:cNvGrpSpPr/>
          <p:nvPr/>
        </p:nvGrpSpPr>
        <p:grpSpPr>
          <a:xfrm>
            <a:off x="5701538" y="2508216"/>
            <a:ext cx="12572394" cy="7532741"/>
            <a:chOff x="5181989" y="3754909"/>
            <a:chExt cx="12572394" cy="753274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28D9FFC-7491-47D3-9060-DEC6268D0B1A}"/>
                </a:ext>
              </a:extLst>
            </p:cNvPr>
            <p:cNvGrpSpPr/>
            <p:nvPr/>
          </p:nvGrpSpPr>
          <p:grpSpPr>
            <a:xfrm>
              <a:off x="5181989" y="3754909"/>
              <a:ext cx="12572394" cy="7532741"/>
              <a:chOff x="5458551" y="2306584"/>
              <a:chExt cx="12572394" cy="7532741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23C13C12-384A-4A06-922E-DFB8C4C75BF6}"/>
                  </a:ext>
                </a:extLst>
              </p:cNvPr>
              <p:cNvSpPr/>
              <p:nvPr/>
            </p:nvSpPr>
            <p:spPr>
              <a:xfrm>
                <a:off x="5458551" y="2306584"/>
                <a:ext cx="12572394" cy="7532741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473BA8C1-B3A5-4374-8517-E7B816399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39187" y="4183909"/>
                <a:ext cx="12191611" cy="1512010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CD6DF547-A2FD-4F26-9395-DB11BA045E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9187" y="6020286"/>
                <a:ext cx="12191610" cy="1512010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AB0B0D0A-199F-4447-BD35-269BE9123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48943" y="7878191"/>
                <a:ext cx="12191610" cy="1684909"/>
              </a:xfrm>
              <a:prstGeom prst="rect">
                <a:avLst/>
              </a:prstGeom>
            </p:spPr>
          </p:pic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C43D73A-F52B-4C9F-9CFE-AB0CB58CF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62624" y="4004138"/>
              <a:ext cx="12191611" cy="1394135"/>
            </a:xfrm>
            <a:prstGeom prst="rect">
              <a:avLst/>
            </a:prstGeom>
          </p:spPr>
        </p:pic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0BEBEF1-74A8-4144-9DF6-84E514ADD1E3}"/>
              </a:ext>
            </a:extLst>
          </p:cNvPr>
          <p:cNvCxnSpPr>
            <a:cxnSpLocks/>
          </p:cNvCxnSpPr>
          <p:nvPr/>
        </p:nvCxnSpPr>
        <p:spPr>
          <a:xfrm>
            <a:off x="4876800" y="5448300"/>
            <a:ext cx="6857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56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 flipV="1">
            <a:off x="3124200" y="3253810"/>
            <a:ext cx="289560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3124199" y="7720087"/>
            <a:ext cx="7058707" cy="261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 flipH="1">
            <a:off x="3133725" y="3281695"/>
            <a:ext cx="0" cy="23659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3124200" y="6664631"/>
            <a:ext cx="9525" cy="1081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C27FE5A9-9814-4ED1-8F8E-22FFBA69336C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56891F83-E964-4E5A-A083-53D3B13225BC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5598DD81-F80A-453A-96EC-B6305371385A}"/>
              </a:ext>
            </a:extLst>
          </p:cNvPr>
          <p:cNvSpPr txBox="1"/>
          <p:nvPr/>
        </p:nvSpPr>
        <p:spPr>
          <a:xfrm>
            <a:off x="288099" y="1498735"/>
            <a:ext cx="389297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 Query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문과 결과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CDEAAE-82BC-462E-BC1F-DE713E68AAB1}"/>
              </a:ext>
            </a:extLst>
          </p:cNvPr>
          <p:cNvSpPr/>
          <p:nvPr/>
        </p:nvSpPr>
        <p:spPr>
          <a:xfrm>
            <a:off x="6019801" y="1676401"/>
            <a:ext cx="11734797" cy="32105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660088-453D-4F0D-AA8B-E60D4A5B0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80" y="1750309"/>
            <a:ext cx="11359519" cy="309155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61FD831-694A-48C5-98A8-70F6D2DC9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08" y="5115588"/>
            <a:ext cx="7473645" cy="4904709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893E820C-7D00-4CA0-A96B-3532E2E4DADA}"/>
              </a:ext>
            </a:extLst>
          </p:cNvPr>
          <p:cNvGrpSpPr/>
          <p:nvPr/>
        </p:nvGrpSpPr>
        <p:grpSpPr>
          <a:xfrm>
            <a:off x="611095" y="5653350"/>
            <a:ext cx="5045260" cy="1049701"/>
            <a:chOff x="866117" y="4442919"/>
            <a:chExt cx="5045260" cy="1049701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3484340-5889-4E59-9E94-4DC2A6046D35}"/>
                </a:ext>
              </a:extLst>
            </p:cNvPr>
            <p:cNvSpPr/>
            <p:nvPr/>
          </p:nvSpPr>
          <p:spPr>
            <a:xfrm>
              <a:off x="866117" y="4442919"/>
              <a:ext cx="5045260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5061" y="4608158"/>
              <a:ext cx="4666141" cy="718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2"/>
                </a:lnSpc>
              </a:pPr>
              <a:r>
                <a:rPr lang="ko-KR" altLang="en-US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가공한 데이터를 기반으로 </a:t>
              </a:r>
              <a:endParaRPr lang="en-US" altLang="ko-KR" sz="2335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  <a:p>
              <a:pPr algn="ctr">
                <a:lnSpc>
                  <a:spcPts val="2802"/>
                </a:lnSpc>
              </a:pPr>
              <a:r>
                <a:rPr lang="en-US" altLang="ko-KR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DB</a:t>
              </a:r>
              <a:r>
                <a:rPr lang="ko-KR" altLang="en-US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에 </a:t>
              </a:r>
              <a:r>
                <a:rPr lang="en-US" altLang="ko-KR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insert</a:t>
              </a:r>
              <a:r>
                <a:rPr lang="ko-KR" altLang="en-US" sz="2335" dirty="0">
                  <a:solidFill>
                    <a:srgbClr val="003EA8"/>
                  </a:solidFill>
                  <a:latin typeface="Arita Dotum Bold" panose="020B0600000101010101" charset="-127"/>
                  <a:ea typeface="Arita Dotum Bold" panose="020B0600000101010101" charset="-127"/>
                </a:rPr>
                <a:t>한 쿼리</a:t>
              </a:r>
              <a:endParaRPr lang="en-US" sz="2335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735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76B27BF8-CD1D-47B1-A1C7-62F609BFBE63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FBC8FAA8-A9AD-4DA9-B670-0A3CD09B4CEF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EC5B1E-F7EE-4A59-97BD-F4799B0E5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444" y="2065083"/>
            <a:ext cx="16585340" cy="1922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A60A9D-1200-40CF-A2FE-18D1351932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152900"/>
            <a:ext cx="10325984" cy="5934058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4CFA1BE6-BF4D-490E-89DD-6FBE926D6CD3}"/>
              </a:ext>
            </a:extLst>
          </p:cNvPr>
          <p:cNvSpPr txBox="1"/>
          <p:nvPr/>
        </p:nvSpPr>
        <p:spPr>
          <a:xfrm>
            <a:off x="288099" y="1498735"/>
            <a:ext cx="389297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 Query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문과 결과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E00871A-A689-4319-88EC-F468EEFEE97A}"/>
              </a:ext>
            </a:extLst>
          </p:cNvPr>
          <p:cNvGrpSpPr/>
          <p:nvPr/>
        </p:nvGrpSpPr>
        <p:grpSpPr>
          <a:xfrm>
            <a:off x="1066800" y="5676900"/>
            <a:ext cx="5045260" cy="1049701"/>
            <a:chOff x="647273" y="6690300"/>
            <a:chExt cx="5045260" cy="1049701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F06F60F-74F6-4DA3-80BE-F209A2C00B61}"/>
                </a:ext>
              </a:extLst>
            </p:cNvPr>
            <p:cNvSpPr/>
            <p:nvPr/>
          </p:nvSpPr>
          <p:spPr>
            <a:xfrm>
              <a:off x="647273" y="6690300"/>
              <a:ext cx="5045260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8CE33B5-E864-4B49-A6BA-4155F2248A1D}"/>
                </a:ext>
              </a:extLst>
            </p:cNvPr>
            <p:cNvSpPr txBox="1"/>
            <p:nvPr/>
          </p:nvSpPr>
          <p:spPr>
            <a:xfrm>
              <a:off x="1345324" y="6824017"/>
              <a:ext cx="3649157" cy="7822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온도</a:t>
              </a:r>
              <a:r>
                <a:rPr lang="en-US" altLang="ko-KR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, </a:t>
              </a: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습도 데이터 </a:t>
              </a:r>
              <a:endParaRPr lang="en-US" altLang="ko-KR" sz="2556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가공 및 </a:t>
              </a:r>
              <a:r>
                <a:rPr lang="en-US" altLang="ko-KR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DB </a:t>
              </a:r>
              <a:r>
                <a:rPr 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Insert</a:t>
              </a:r>
              <a:endParaRPr lang="en-US" sz="2556" dirty="0">
                <a:solidFill>
                  <a:srgbClr val="003EA8"/>
                </a:solidFill>
                <a:ea typeface="Arita Dotum Bold"/>
              </a:endParaRPr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D844F2A-55A2-452E-940D-70B7C48BB6AD}"/>
              </a:ext>
            </a:extLst>
          </p:cNvPr>
          <p:cNvCxnSpPr>
            <a:cxnSpLocks/>
          </p:cNvCxnSpPr>
          <p:nvPr/>
        </p:nvCxnSpPr>
        <p:spPr>
          <a:xfrm>
            <a:off x="6324600" y="6210300"/>
            <a:ext cx="10667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E246085-5BDD-47B9-A5BE-1B95F3E312C4}"/>
              </a:ext>
            </a:extLst>
          </p:cNvPr>
          <p:cNvCxnSpPr>
            <a:cxnSpLocks/>
          </p:cNvCxnSpPr>
          <p:nvPr/>
        </p:nvCxnSpPr>
        <p:spPr>
          <a:xfrm flipV="1">
            <a:off x="3657600" y="4381500"/>
            <a:ext cx="0" cy="990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015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A78B5E-E88E-4E2D-B5CA-3447891E910A}"/>
              </a:ext>
            </a:extLst>
          </p:cNvPr>
          <p:cNvSpPr/>
          <p:nvPr/>
        </p:nvSpPr>
        <p:spPr>
          <a:xfrm>
            <a:off x="1219200" y="2022841"/>
            <a:ext cx="16383000" cy="79890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463B96F-54E1-4E60-8139-0AC44AF051AA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6A4ED9D4-293D-4649-95C2-E7402E02E99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B1C63658-FA3D-42E0-AD69-86B206A81EAF}"/>
              </a:ext>
            </a:extLst>
          </p:cNvPr>
          <p:cNvSpPr txBox="1"/>
          <p:nvPr/>
        </p:nvSpPr>
        <p:spPr>
          <a:xfrm>
            <a:off x="838200" y="1435590"/>
            <a:ext cx="580790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실내통합지수 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insert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과정에서 </a:t>
            </a:r>
            <a:r>
              <a:rPr lang="ko-KR" altLang="en-US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결측값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 확인  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pic>
        <p:nvPicPr>
          <p:cNvPr id="7" name="그림 6" descr="텍스트, 시계, 폰트, 스크린샷이(가) 표시된 사진&#10;&#10;자동 생성된 설명">
            <a:extLst>
              <a:ext uri="{FF2B5EF4-FFF2-40B4-BE49-F238E27FC236}">
                <a16:creationId xmlns:a16="http://schemas.microsoft.com/office/drawing/2014/main" id="{CFE3BBA1-B45D-B70D-2C0E-B548BED60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218" y="2422638"/>
            <a:ext cx="7759848" cy="21407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042526-710C-4DED-94CC-4AD13EBF8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435" y="5683217"/>
            <a:ext cx="6827129" cy="333881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A404098-21D3-45C5-95BB-6109A1B78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50241"/>
            <a:ext cx="6373633" cy="58431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1448C94-D25F-42F7-AAEE-CF86A7018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993357"/>
            <a:ext cx="6373632" cy="410900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0024313D-4FE7-2041-0653-48559AC24024}"/>
              </a:ext>
            </a:extLst>
          </p:cNvPr>
          <p:cNvSpPr/>
          <p:nvPr/>
        </p:nvSpPr>
        <p:spPr>
          <a:xfrm>
            <a:off x="4038600" y="4520937"/>
            <a:ext cx="3935232" cy="5843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C58A4E-05E6-4E00-B317-BD7FAD28ECE9}"/>
              </a:ext>
            </a:extLst>
          </p:cNvPr>
          <p:cNvSpPr/>
          <p:nvPr/>
        </p:nvSpPr>
        <p:spPr>
          <a:xfrm>
            <a:off x="8346553" y="6768308"/>
            <a:ext cx="4462989" cy="5843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EEB179A-CF98-4776-8B76-E4CA91B3AD53}"/>
              </a:ext>
            </a:extLst>
          </p:cNvPr>
          <p:cNvGrpSpPr/>
          <p:nvPr/>
        </p:nvGrpSpPr>
        <p:grpSpPr>
          <a:xfrm>
            <a:off x="12140835" y="579486"/>
            <a:ext cx="5308965" cy="1049701"/>
            <a:chOff x="12140835" y="735298"/>
            <a:chExt cx="5308965" cy="1049701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B6983116-2ED8-4929-B548-2C2BD3946E3C}"/>
                </a:ext>
              </a:extLst>
            </p:cNvPr>
            <p:cNvSpPr/>
            <p:nvPr/>
          </p:nvSpPr>
          <p:spPr>
            <a:xfrm>
              <a:off x="12140835" y="735298"/>
              <a:ext cx="5308965" cy="1049701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10538F96-1E50-9F3F-156C-054D11518B65}"/>
                </a:ext>
              </a:extLst>
            </p:cNvPr>
            <p:cNvSpPr txBox="1"/>
            <p:nvPr/>
          </p:nvSpPr>
          <p:spPr>
            <a:xfrm>
              <a:off x="12692940" y="883431"/>
              <a:ext cx="4204753" cy="7822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ko-KR" altLang="en-US" sz="2556" dirty="0" err="1">
                  <a:solidFill>
                    <a:srgbClr val="003EA8"/>
                  </a:solidFill>
                  <a:ea typeface="Arita Dotum Bold"/>
                </a:rPr>
                <a:t>결측치</a:t>
              </a:r>
              <a:r>
                <a:rPr lang="ko-KR" altLang="en-US" sz="2556" dirty="0">
                  <a:solidFill>
                    <a:srgbClr val="003EA8"/>
                  </a:solidFill>
                  <a:ea typeface="Arita Dotum Bold"/>
                </a:rPr>
                <a:t> 확인 및 </a:t>
              </a:r>
              <a:endParaRPr lang="en-US" altLang="ko-KR" sz="2556" dirty="0">
                <a:solidFill>
                  <a:srgbClr val="003EA8"/>
                </a:solidFill>
                <a:ea typeface="Arita Dotum Bold"/>
              </a:endParaRPr>
            </a:p>
            <a:p>
              <a:pPr algn="ctr">
                <a:lnSpc>
                  <a:spcPts val="3068"/>
                </a:lnSpc>
              </a:pPr>
              <a:r>
                <a:rPr lang="ko-KR" altLang="en-US" sz="2556" dirty="0" err="1">
                  <a:solidFill>
                    <a:srgbClr val="003EA8"/>
                  </a:solidFill>
                  <a:ea typeface="Arita Dotum Bold"/>
                </a:rPr>
                <a:t>결측치의</a:t>
              </a:r>
              <a:r>
                <a:rPr lang="ko-KR" altLang="en-US" sz="2556" dirty="0">
                  <a:solidFill>
                    <a:srgbClr val="003EA8"/>
                  </a:solidFill>
                  <a:ea typeface="Arita Dotum Bold"/>
                </a:rPr>
                <a:t> 총 개수 확인 </a:t>
              </a:r>
              <a:endParaRPr lang="en-US" sz="2556" dirty="0">
                <a:solidFill>
                  <a:srgbClr val="003EA8"/>
                </a:solidFill>
                <a:ea typeface="Arita Dotum Bold"/>
              </a:endParaRPr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91BD3B9B-3E59-49BB-8C01-2641306922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681" y="2391832"/>
            <a:ext cx="6686073" cy="7251093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3669BFA-DD94-4771-961E-D079134620EB}"/>
                  </a:ext>
                </a:extLst>
              </p14:cNvPr>
              <p14:cNvContentPartPr/>
              <p14:nvPr/>
            </p14:nvContentPartPr>
            <p14:xfrm>
              <a:off x="1846334" y="4878162"/>
              <a:ext cx="4939560" cy="36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3669BFA-DD94-4771-961E-D079134620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8694" y="4860162"/>
                <a:ext cx="4975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D201CD37-6F2B-4700-9119-2FC48E48C3A8}"/>
                  </a:ext>
                </a:extLst>
              </p14:cNvPr>
              <p14:cNvContentPartPr/>
              <p14:nvPr/>
            </p14:nvContentPartPr>
            <p14:xfrm>
              <a:off x="1720334" y="5362002"/>
              <a:ext cx="5320800" cy="360"/>
            </p14:xfrm>
          </p:contentPart>
        </mc:Choice>
        <mc:Fallback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D201CD37-6F2B-4700-9119-2FC48E48C3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02694" y="5344362"/>
                <a:ext cx="535644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D9C365E-97DE-4202-A94B-EC6117C2B24E}"/>
              </a:ext>
            </a:extLst>
          </p:cNvPr>
          <p:cNvCxnSpPr>
            <a:cxnSpLocks/>
          </p:cNvCxnSpPr>
          <p:nvPr/>
        </p:nvCxnSpPr>
        <p:spPr>
          <a:xfrm>
            <a:off x="10896600" y="1320278"/>
            <a:ext cx="0" cy="500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AutoShape 16">
            <a:extLst>
              <a:ext uri="{FF2B5EF4-FFF2-40B4-BE49-F238E27FC236}">
                <a16:creationId xmlns:a16="http://schemas.microsoft.com/office/drawing/2014/main" id="{A4108168-170D-4DD6-B8A1-E51991A490B4}"/>
              </a:ext>
            </a:extLst>
          </p:cNvPr>
          <p:cNvSpPr/>
          <p:nvPr/>
        </p:nvSpPr>
        <p:spPr>
          <a:xfrm flipV="1">
            <a:off x="10896600" y="1206542"/>
            <a:ext cx="1219196" cy="928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06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463B96F-54E1-4E60-8139-0AC44AF051AA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6A4ED9D4-293D-4649-95C2-E7402E02E99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B1C63658-FA3D-42E0-AD69-86B206A81EAF}"/>
              </a:ext>
            </a:extLst>
          </p:cNvPr>
          <p:cNvSpPr txBox="1"/>
          <p:nvPr/>
        </p:nvSpPr>
        <p:spPr>
          <a:xfrm>
            <a:off x="288099" y="1498735"/>
            <a:ext cx="389297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 Query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문과 결과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11" name="Group 14">
            <a:extLst>
              <a:ext uri="{FF2B5EF4-FFF2-40B4-BE49-F238E27FC236}">
                <a16:creationId xmlns:a16="http://schemas.microsoft.com/office/drawing/2014/main" id="{E08A1A40-4B5E-F5CF-6254-EDE0BA51D33C}"/>
              </a:ext>
            </a:extLst>
          </p:cNvPr>
          <p:cNvGrpSpPr/>
          <p:nvPr/>
        </p:nvGrpSpPr>
        <p:grpSpPr>
          <a:xfrm>
            <a:off x="-762000" y="4685162"/>
            <a:ext cx="5658931" cy="2181721"/>
            <a:chOff x="0" y="-53974"/>
            <a:chExt cx="1426908" cy="550124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9AF7B58-B0A2-F395-06B2-42FEE170239B}"/>
                </a:ext>
              </a:extLst>
            </p:cNvPr>
            <p:cNvSpPr/>
            <p:nvPr/>
          </p:nvSpPr>
          <p:spPr>
            <a:xfrm>
              <a:off x="348039" y="-53974"/>
              <a:ext cx="1078869" cy="496150"/>
            </a:xfrm>
            <a:custGeom>
              <a:avLst/>
              <a:gdLst/>
              <a:ahLst/>
              <a:cxnLst/>
              <a:rect l="l" t="t" r="r" b="b"/>
              <a:pathLst>
                <a:path w="1078869" h="496150">
                  <a:moveTo>
                    <a:pt x="180943" y="0"/>
                  </a:moveTo>
                  <a:lnTo>
                    <a:pt x="897926" y="0"/>
                  </a:lnTo>
                  <a:cubicBezTo>
                    <a:pt x="997858" y="0"/>
                    <a:pt x="1078869" y="81011"/>
                    <a:pt x="1078869" y="180943"/>
                  </a:cubicBezTo>
                  <a:lnTo>
                    <a:pt x="1078869" y="315208"/>
                  </a:lnTo>
                  <a:cubicBezTo>
                    <a:pt x="1078869" y="363197"/>
                    <a:pt x="1059806" y="409220"/>
                    <a:pt x="1025872" y="443154"/>
                  </a:cubicBezTo>
                  <a:cubicBezTo>
                    <a:pt x="991939" y="477087"/>
                    <a:pt x="945915" y="496150"/>
                    <a:pt x="897926" y="496150"/>
                  </a:cubicBezTo>
                  <a:lnTo>
                    <a:pt x="180943" y="496150"/>
                  </a:lnTo>
                  <a:cubicBezTo>
                    <a:pt x="132954" y="496150"/>
                    <a:pt x="86930" y="477087"/>
                    <a:pt x="52997" y="443154"/>
                  </a:cubicBezTo>
                  <a:cubicBezTo>
                    <a:pt x="19064" y="409220"/>
                    <a:pt x="0" y="363197"/>
                    <a:pt x="0" y="315208"/>
                  </a:cubicBezTo>
                  <a:lnTo>
                    <a:pt x="0" y="180943"/>
                  </a:lnTo>
                  <a:cubicBezTo>
                    <a:pt x="0" y="132954"/>
                    <a:pt x="19064" y="86930"/>
                    <a:pt x="52997" y="52997"/>
                  </a:cubicBezTo>
                  <a:cubicBezTo>
                    <a:pt x="86930" y="19064"/>
                    <a:pt x="132954" y="0"/>
                    <a:pt x="18094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27EE19F-5E9A-DEB0-AED1-E88D079659CC}"/>
                </a:ext>
              </a:extLst>
            </p:cNvPr>
            <p:cNvSpPr txBox="1"/>
            <p:nvPr/>
          </p:nvSpPr>
          <p:spPr>
            <a:xfrm>
              <a:off x="0" y="-28575"/>
              <a:ext cx="1078869" cy="52472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2" name="TextBox 17">
            <a:extLst>
              <a:ext uri="{FF2B5EF4-FFF2-40B4-BE49-F238E27FC236}">
                <a16:creationId xmlns:a16="http://schemas.microsoft.com/office/drawing/2014/main" id="{10538F96-1E50-9F3F-156C-054D11518B65}"/>
              </a:ext>
            </a:extLst>
          </p:cNvPr>
          <p:cNvSpPr txBox="1"/>
          <p:nvPr/>
        </p:nvSpPr>
        <p:spPr>
          <a:xfrm>
            <a:off x="239695" y="5245216"/>
            <a:ext cx="5001855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r>
              <a:rPr lang="ko-KR" altLang="en-US" sz="2556" dirty="0" err="1">
                <a:solidFill>
                  <a:srgbClr val="003EA8"/>
                </a:solidFill>
                <a:ea typeface="Arita Dotum Bold"/>
              </a:rPr>
              <a:t>결측치를</a:t>
            </a:r>
            <a:endParaRPr lang="en-US" altLang="ko-KR" sz="2556" dirty="0">
              <a:solidFill>
                <a:srgbClr val="003EA8"/>
              </a:solidFill>
              <a:ea typeface="Arita Dotum Bold"/>
            </a:endParaRPr>
          </a:p>
          <a:p>
            <a:pPr algn="ctr">
              <a:lnSpc>
                <a:spcPts val="3068"/>
              </a:lnSpc>
            </a:pPr>
            <a:r>
              <a:rPr lang="ko-KR" altLang="en-US" sz="2556" dirty="0">
                <a:solidFill>
                  <a:srgbClr val="003EA8"/>
                </a:solidFill>
                <a:ea typeface="Arita Dotum Bold"/>
              </a:rPr>
              <a:t>평균 값으로 대체하기 </a:t>
            </a:r>
            <a:endParaRPr lang="en-US" sz="2556" dirty="0">
              <a:solidFill>
                <a:srgbClr val="003EA8"/>
              </a:solidFill>
              <a:ea typeface="Arita Dotum Bold"/>
            </a:endParaRPr>
          </a:p>
        </p:txBody>
      </p:sp>
      <p:pic>
        <p:nvPicPr>
          <p:cNvPr id="4" name="그림 3" descr="스크린샷, 텍스트, 폰트이(가) 표시된 사진&#10;&#10;자동 생성된 설명">
            <a:extLst>
              <a:ext uri="{FF2B5EF4-FFF2-40B4-BE49-F238E27FC236}">
                <a16:creationId xmlns:a16="http://schemas.microsoft.com/office/drawing/2014/main" id="{5D16BDBA-7618-E537-DB44-6658301EA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168" y="6648457"/>
            <a:ext cx="12376183" cy="2980931"/>
          </a:xfrm>
          <a:prstGeom prst="rect">
            <a:avLst/>
          </a:prstGeom>
        </p:spPr>
      </p:pic>
      <p:pic>
        <p:nvPicPr>
          <p:cNvPr id="6" name="그림 5" descr="스크린샷, 텍스트, 폰트, 라인이(가) 표시된 사진&#10;&#10;자동 생성된 설명">
            <a:extLst>
              <a:ext uri="{FF2B5EF4-FFF2-40B4-BE49-F238E27FC236}">
                <a16:creationId xmlns:a16="http://schemas.microsoft.com/office/drawing/2014/main" id="{B61987A7-2CFD-986A-BF38-37FE47326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169" y="2063849"/>
            <a:ext cx="12376183" cy="3181367"/>
          </a:xfrm>
          <a:prstGeom prst="rect">
            <a:avLst/>
          </a:prstGeom>
        </p:spPr>
      </p:pic>
      <p:sp>
        <p:nvSpPr>
          <p:cNvPr id="16" name="AutoShape 16">
            <a:extLst>
              <a:ext uri="{FF2B5EF4-FFF2-40B4-BE49-F238E27FC236}">
                <a16:creationId xmlns:a16="http://schemas.microsoft.com/office/drawing/2014/main" id="{2711DEC6-F584-47DE-8465-B75F6175F402}"/>
              </a:ext>
            </a:extLst>
          </p:cNvPr>
          <p:cNvSpPr/>
          <p:nvPr/>
        </p:nvSpPr>
        <p:spPr>
          <a:xfrm flipH="1">
            <a:off x="2819400" y="3192280"/>
            <a:ext cx="0" cy="9894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8C91AF8-94CE-479D-96AD-71BE954A81E3}"/>
              </a:ext>
            </a:extLst>
          </p:cNvPr>
          <p:cNvCxnSpPr>
            <a:cxnSpLocks/>
          </p:cNvCxnSpPr>
          <p:nvPr/>
        </p:nvCxnSpPr>
        <p:spPr>
          <a:xfrm>
            <a:off x="2819400" y="3192280"/>
            <a:ext cx="19285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4063433-8446-4711-9294-6CAE4A1B5AA3}"/>
              </a:ext>
            </a:extLst>
          </p:cNvPr>
          <p:cNvCxnSpPr>
            <a:cxnSpLocks/>
          </p:cNvCxnSpPr>
          <p:nvPr/>
        </p:nvCxnSpPr>
        <p:spPr>
          <a:xfrm>
            <a:off x="2791918" y="7991631"/>
            <a:ext cx="19285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AutoShape 16">
            <a:extLst>
              <a:ext uri="{FF2B5EF4-FFF2-40B4-BE49-F238E27FC236}">
                <a16:creationId xmlns:a16="http://schemas.microsoft.com/office/drawing/2014/main" id="{CA0943C8-DEB1-46F6-8684-C2EB6711CE00}"/>
              </a:ext>
            </a:extLst>
          </p:cNvPr>
          <p:cNvSpPr/>
          <p:nvPr/>
        </p:nvSpPr>
        <p:spPr>
          <a:xfrm flipH="1">
            <a:off x="2791918" y="7002169"/>
            <a:ext cx="0" cy="9894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041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463B96F-54E1-4E60-8139-0AC44AF051AA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6A4ED9D4-293D-4649-95C2-E7402E02E99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B1C63658-FA3D-42E0-AD69-86B206A81EAF}"/>
              </a:ext>
            </a:extLst>
          </p:cNvPr>
          <p:cNvSpPr txBox="1"/>
          <p:nvPr/>
        </p:nvSpPr>
        <p:spPr>
          <a:xfrm>
            <a:off x="288099" y="1498735"/>
            <a:ext cx="389297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 Query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문과 결과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BF26100-AE67-4B8D-99B9-BAB385017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592034"/>
            <a:ext cx="7237609" cy="61376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14C911F-86B8-4632-B6A4-067CB497C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3034758"/>
            <a:ext cx="7086292" cy="6851885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64CE88C-C8D3-6726-D9F4-5326AD49A62B}"/>
              </a:ext>
            </a:extLst>
          </p:cNvPr>
          <p:cNvGrpSpPr/>
          <p:nvPr/>
        </p:nvGrpSpPr>
        <p:grpSpPr>
          <a:xfrm>
            <a:off x="6248400" y="2333052"/>
            <a:ext cx="5001855" cy="1511165"/>
            <a:chOff x="3118240" y="8356474"/>
            <a:chExt cx="5001855" cy="1511165"/>
          </a:xfrm>
        </p:grpSpPr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40748064-455B-EA99-5166-6CF038811479}"/>
                </a:ext>
              </a:extLst>
            </p:cNvPr>
            <p:cNvSpPr/>
            <p:nvPr/>
          </p:nvSpPr>
          <p:spPr>
            <a:xfrm>
              <a:off x="3479840" y="8356474"/>
              <a:ext cx="4278654" cy="1511165"/>
            </a:xfrm>
            <a:custGeom>
              <a:avLst/>
              <a:gdLst/>
              <a:ahLst/>
              <a:cxnLst/>
              <a:rect l="l" t="t" r="r" b="b"/>
              <a:pathLst>
                <a:path w="1078869" h="496150">
                  <a:moveTo>
                    <a:pt x="180943" y="0"/>
                  </a:moveTo>
                  <a:lnTo>
                    <a:pt x="897926" y="0"/>
                  </a:lnTo>
                  <a:cubicBezTo>
                    <a:pt x="997858" y="0"/>
                    <a:pt x="1078869" y="81011"/>
                    <a:pt x="1078869" y="180943"/>
                  </a:cubicBezTo>
                  <a:lnTo>
                    <a:pt x="1078869" y="315208"/>
                  </a:lnTo>
                  <a:cubicBezTo>
                    <a:pt x="1078869" y="363197"/>
                    <a:pt x="1059806" y="409220"/>
                    <a:pt x="1025872" y="443154"/>
                  </a:cubicBezTo>
                  <a:cubicBezTo>
                    <a:pt x="991939" y="477087"/>
                    <a:pt x="945915" y="496150"/>
                    <a:pt x="897926" y="496150"/>
                  </a:cubicBezTo>
                  <a:lnTo>
                    <a:pt x="180943" y="496150"/>
                  </a:lnTo>
                  <a:cubicBezTo>
                    <a:pt x="132954" y="496150"/>
                    <a:pt x="86930" y="477087"/>
                    <a:pt x="52997" y="443154"/>
                  </a:cubicBezTo>
                  <a:cubicBezTo>
                    <a:pt x="19064" y="409220"/>
                    <a:pt x="0" y="363197"/>
                    <a:pt x="0" y="315208"/>
                  </a:cubicBezTo>
                  <a:lnTo>
                    <a:pt x="0" y="180943"/>
                  </a:lnTo>
                  <a:cubicBezTo>
                    <a:pt x="0" y="132954"/>
                    <a:pt x="19064" y="86930"/>
                    <a:pt x="52997" y="52997"/>
                  </a:cubicBezTo>
                  <a:cubicBezTo>
                    <a:pt x="86930" y="19064"/>
                    <a:pt x="132954" y="0"/>
                    <a:pt x="18094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B1331C56-AA5F-0B6A-1675-F43AC8865140}"/>
                </a:ext>
              </a:extLst>
            </p:cNvPr>
            <p:cNvSpPr txBox="1"/>
            <p:nvPr/>
          </p:nvSpPr>
          <p:spPr>
            <a:xfrm>
              <a:off x="3118240" y="8722143"/>
              <a:ext cx="5001855" cy="7798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실내 </a:t>
              </a:r>
              <a:r>
                <a:rPr lang="ko-KR" altLang="en-US" sz="2556" dirty="0" err="1">
                  <a:solidFill>
                    <a:srgbClr val="003EA8"/>
                  </a:solidFill>
                  <a:latin typeface="Arita Dotum Bold"/>
                  <a:ea typeface="Arita Dotum Bold"/>
                </a:rPr>
                <a:t>공기질</a:t>
              </a: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 데이터 </a:t>
              </a:r>
              <a:endParaRPr lang="en-US" altLang="ko-KR" sz="2556" dirty="0">
                <a:solidFill>
                  <a:srgbClr val="003EA8"/>
                </a:solidFill>
                <a:latin typeface="Arita Dotum Bold"/>
                <a:ea typeface="Arita Dotum Bold"/>
              </a:endParaRPr>
            </a:p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데이터 베이스에 저장</a:t>
              </a:r>
              <a:endParaRPr lang="en-US" sz="2556" dirty="0">
                <a:solidFill>
                  <a:srgbClr val="003EA8"/>
                </a:solidFill>
                <a:ea typeface="Arita Dotum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3481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AC0BD9D3-AE26-49EE-8B37-7913FC7BB0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4F8DD1FC-6B39-45D6-9641-CD4A66BFFC70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E44363E-0A2F-4652-A774-3E7809213BA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dirty="0" err="1">
                <a:solidFill>
                  <a:srgbClr val="003EA8"/>
                </a:solidFill>
                <a:ea typeface="Arita Dotum Bold"/>
              </a:rPr>
              <a:t>프로젝트</a:t>
            </a:r>
            <a:r>
              <a:rPr lang="en-US" sz="6999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6999" dirty="0" err="1">
                <a:solidFill>
                  <a:srgbClr val="003EA8"/>
                </a:solidFill>
                <a:ea typeface="Arita Dotum Bold"/>
              </a:rPr>
              <a:t>수행</a:t>
            </a:r>
            <a:r>
              <a:rPr lang="en-US" sz="6999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6999" dirty="0" err="1">
                <a:solidFill>
                  <a:srgbClr val="003EA8"/>
                </a:solidFill>
                <a:ea typeface="Arita Dotum Bold"/>
              </a:rPr>
              <a:t>결과</a:t>
            </a:r>
            <a:endParaRPr lang="en-US" sz="6999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1C86B1-5407-4213-8227-5640029DAF3E}"/>
              </a:ext>
            </a:extLst>
          </p:cNvPr>
          <p:cNvSpPr txBox="1"/>
          <p:nvPr/>
        </p:nvSpPr>
        <p:spPr>
          <a:xfrm>
            <a:off x="288099" y="1498735"/>
            <a:ext cx="389297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DB Query 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문과 결과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64DB97-2B73-47D5-ABAE-258D21F51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772408"/>
            <a:ext cx="11654795" cy="41246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10159C-725F-4FE4-855F-C972B2F5E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393" y="2772408"/>
            <a:ext cx="4866067" cy="714548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A397709-D9AB-DE29-11CB-9C01226FB7C3}"/>
              </a:ext>
            </a:extLst>
          </p:cNvPr>
          <p:cNvGrpSpPr/>
          <p:nvPr/>
        </p:nvGrpSpPr>
        <p:grpSpPr>
          <a:xfrm>
            <a:off x="4150173" y="7836452"/>
            <a:ext cx="5001855" cy="1511165"/>
            <a:chOff x="3522395" y="7528034"/>
            <a:chExt cx="5001855" cy="1511165"/>
          </a:xfrm>
        </p:grpSpPr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CEF465D4-7216-4610-91F0-8FE53EF3204B}"/>
                </a:ext>
              </a:extLst>
            </p:cNvPr>
            <p:cNvSpPr/>
            <p:nvPr/>
          </p:nvSpPr>
          <p:spPr>
            <a:xfrm>
              <a:off x="3883996" y="7528034"/>
              <a:ext cx="4278654" cy="1511165"/>
            </a:xfrm>
            <a:custGeom>
              <a:avLst/>
              <a:gdLst/>
              <a:ahLst/>
              <a:cxnLst/>
              <a:rect l="l" t="t" r="r" b="b"/>
              <a:pathLst>
                <a:path w="1078869" h="496150">
                  <a:moveTo>
                    <a:pt x="180943" y="0"/>
                  </a:moveTo>
                  <a:lnTo>
                    <a:pt x="897926" y="0"/>
                  </a:lnTo>
                  <a:cubicBezTo>
                    <a:pt x="997858" y="0"/>
                    <a:pt x="1078869" y="81011"/>
                    <a:pt x="1078869" y="180943"/>
                  </a:cubicBezTo>
                  <a:lnTo>
                    <a:pt x="1078869" y="315208"/>
                  </a:lnTo>
                  <a:cubicBezTo>
                    <a:pt x="1078869" y="363197"/>
                    <a:pt x="1059806" y="409220"/>
                    <a:pt x="1025872" y="443154"/>
                  </a:cubicBezTo>
                  <a:cubicBezTo>
                    <a:pt x="991939" y="477087"/>
                    <a:pt x="945915" y="496150"/>
                    <a:pt x="897926" y="496150"/>
                  </a:cubicBezTo>
                  <a:lnTo>
                    <a:pt x="180943" y="496150"/>
                  </a:lnTo>
                  <a:cubicBezTo>
                    <a:pt x="132954" y="496150"/>
                    <a:pt x="86930" y="477087"/>
                    <a:pt x="52997" y="443154"/>
                  </a:cubicBezTo>
                  <a:cubicBezTo>
                    <a:pt x="19064" y="409220"/>
                    <a:pt x="0" y="363197"/>
                    <a:pt x="0" y="315208"/>
                  </a:cubicBezTo>
                  <a:lnTo>
                    <a:pt x="0" y="180943"/>
                  </a:lnTo>
                  <a:cubicBezTo>
                    <a:pt x="0" y="132954"/>
                    <a:pt x="19064" y="86930"/>
                    <a:pt x="52997" y="52997"/>
                  </a:cubicBezTo>
                  <a:cubicBezTo>
                    <a:pt x="86930" y="19064"/>
                    <a:pt x="132954" y="0"/>
                    <a:pt x="18094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8ED1ADF3-6235-46B1-8F0A-B6778605671A}"/>
                </a:ext>
              </a:extLst>
            </p:cNvPr>
            <p:cNvSpPr txBox="1"/>
            <p:nvPr/>
          </p:nvSpPr>
          <p:spPr>
            <a:xfrm>
              <a:off x="3522395" y="8092474"/>
              <a:ext cx="5001855" cy="3822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68"/>
                </a:lnSpc>
              </a:pP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통합실내지수 </a:t>
              </a:r>
              <a:r>
                <a:rPr lang="en-US" altLang="ko-KR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insert </a:t>
              </a:r>
              <a:r>
                <a:rPr lang="ko-KR" altLang="en-US" sz="2556" dirty="0">
                  <a:solidFill>
                    <a:srgbClr val="003EA8"/>
                  </a:solidFill>
                  <a:latin typeface="Arita Dotum Bold"/>
                  <a:ea typeface="Arita Dotum Bold"/>
                </a:rPr>
                <a:t>결과</a:t>
              </a:r>
              <a:endParaRPr lang="en-US" sz="2556" dirty="0">
                <a:solidFill>
                  <a:srgbClr val="003EA8"/>
                </a:solidFill>
                <a:ea typeface="Arita Dotum Bold"/>
              </a:endParaRPr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BC9AB43-4DB5-4866-8B58-668625AC9E9D}"/>
              </a:ext>
            </a:extLst>
          </p:cNvPr>
          <p:cNvCxnSpPr>
            <a:cxnSpLocks/>
          </p:cNvCxnSpPr>
          <p:nvPr/>
        </p:nvCxnSpPr>
        <p:spPr>
          <a:xfrm>
            <a:off x="9296400" y="8440238"/>
            <a:ext cx="19285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949FB33-DD63-4B31-8847-3AF11F67EA22}"/>
              </a:ext>
            </a:extLst>
          </p:cNvPr>
          <p:cNvCxnSpPr>
            <a:cxnSpLocks/>
          </p:cNvCxnSpPr>
          <p:nvPr/>
        </p:nvCxnSpPr>
        <p:spPr>
          <a:xfrm flipV="1">
            <a:off x="6553200" y="7124700"/>
            <a:ext cx="0" cy="562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563" y="103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F51F8BB-3F6E-4C35-97D3-8E1632CAC81F}"/>
              </a:ext>
            </a:extLst>
          </p:cNvPr>
          <p:cNvSpPr/>
          <p:nvPr/>
        </p:nvSpPr>
        <p:spPr>
          <a:xfrm flipV="1">
            <a:off x="673777" y="1347758"/>
            <a:ext cx="12356423" cy="381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0516ACC-FFF2-4A85-BAE4-1399418A276F}"/>
              </a:ext>
            </a:extLst>
          </p:cNvPr>
          <p:cNvSpPr txBox="1"/>
          <p:nvPr/>
        </p:nvSpPr>
        <p:spPr>
          <a:xfrm>
            <a:off x="673777" y="309590"/>
            <a:ext cx="8622623" cy="103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ko-KR" altLang="en-US" sz="6999" dirty="0">
                <a:solidFill>
                  <a:srgbClr val="003EA8"/>
                </a:solidFill>
                <a:ea typeface="Arita Dotum Bold"/>
              </a:rPr>
              <a:t> </a:t>
            </a:r>
            <a:endParaRPr lang="en-US" sz="6999" dirty="0">
              <a:solidFill>
                <a:srgbClr val="003EA8"/>
              </a:solidFill>
              <a:ea typeface="Arita Dotum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93C219-A769-4DFA-831F-45B1AF296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12" y="1856711"/>
            <a:ext cx="16786917" cy="7763949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2859BB1F-74B4-40D5-807A-240DCBDBCF85}"/>
              </a:ext>
            </a:extLst>
          </p:cNvPr>
          <p:cNvSpPr txBox="1"/>
          <p:nvPr/>
        </p:nvSpPr>
        <p:spPr>
          <a:xfrm>
            <a:off x="838200" y="666340"/>
            <a:ext cx="12954000" cy="639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altLang="ko-KR" sz="6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3</a:t>
            </a:r>
            <a:r>
              <a:rPr lang="ko-KR" altLang="en-US" sz="6000" dirty="0">
                <a:solidFill>
                  <a:srgbClr val="003EA8"/>
                </a:solidFill>
                <a:ea typeface="Arita Dotum Bold"/>
              </a:rPr>
              <a:t>차 프로젝트 예상 결과물</a:t>
            </a:r>
            <a:r>
              <a:rPr lang="en-US" altLang="ko-KR" sz="6000" dirty="0">
                <a:solidFill>
                  <a:srgbClr val="003EA8"/>
                </a:solidFill>
                <a:ea typeface="Arita Dotum Bold"/>
              </a:rPr>
              <a:t>(</a:t>
            </a:r>
            <a:r>
              <a:rPr lang="ko-KR" altLang="en-US" sz="6000" dirty="0">
                <a:solidFill>
                  <a:srgbClr val="003EA8"/>
                </a:solidFill>
                <a:ea typeface="Arita Dotum Bold"/>
              </a:rPr>
              <a:t>메인 페이지</a:t>
            </a:r>
            <a:r>
              <a:rPr lang="en-US" altLang="ko-KR" sz="6000" dirty="0">
                <a:solidFill>
                  <a:srgbClr val="003EA8"/>
                </a:solidFill>
                <a:ea typeface="Arita Dotum Bold"/>
              </a:rPr>
              <a:t>)</a:t>
            </a:r>
            <a:r>
              <a:rPr lang="ko-KR" altLang="en-US" sz="6000" dirty="0">
                <a:solidFill>
                  <a:srgbClr val="003EA8"/>
                </a:solidFill>
                <a:ea typeface="Arita Dotum Bold"/>
              </a:rPr>
              <a:t> </a:t>
            </a:r>
            <a:endParaRPr lang="en-US" altLang="ko-KR" sz="6000" dirty="0">
              <a:solidFill>
                <a:srgbClr val="003EA8"/>
              </a:solidFill>
              <a:ea typeface="Arita Dotum 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05495" y="385153"/>
            <a:ext cx="10211132" cy="1160706"/>
            <a:chOff x="0" y="0"/>
            <a:chExt cx="612025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20250" cy="695693"/>
            </a:xfrm>
            <a:custGeom>
              <a:avLst/>
              <a:gdLst/>
              <a:ahLst/>
              <a:cxnLst/>
              <a:rect l="l" t="t" r="r" b="b"/>
              <a:pathLst>
                <a:path w="6120250" h="695693">
                  <a:moveTo>
                    <a:pt x="0" y="0"/>
                  </a:moveTo>
                  <a:lnTo>
                    <a:pt x="6120250" y="0"/>
                  </a:lnTo>
                  <a:lnTo>
                    <a:pt x="612025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3392468" y="1815377"/>
            <a:ext cx="13977311" cy="1514457"/>
            <a:chOff x="0" y="0"/>
            <a:chExt cx="9416297" cy="10202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06323" y="3868956"/>
            <a:ext cx="13977311" cy="1514457"/>
            <a:chOff x="0" y="0"/>
            <a:chExt cx="9416297" cy="10202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406323" y="5927336"/>
            <a:ext cx="13977311" cy="1514457"/>
            <a:chOff x="0" y="0"/>
            <a:chExt cx="9416297" cy="10202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92468" y="7908554"/>
            <a:ext cx="13977311" cy="1514457"/>
            <a:chOff x="0" y="0"/>
            <a:chExt cx="9416297" cy="10202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87066" y="9267409"/>
            <a:ext cx="1020967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장무옥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4685" y="3103302"/>
            <a:ext cx="1002092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지선영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2" y="7239899"/>
            <a:ext cx="1071058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윤상혁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4685" y="5151637"/>
            <a:ext cx="1002092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김주희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01213" y="7864552"/>
            <a:ext cx="1392674" cy="1392674"/>
            <a:chOff x="0" y="0"/>
            <a:chExt cx="1856899" cy="185689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856899" cy="1856899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20044" tIns="20044" rIns="20044" bIns="20044" rtlCol="0" anchor="ctr"/>
              <a:lstStyle/>
              <a:p>
                <a:pPr algn="ctr">
                  <a:lnSpc>
                    <a:spcPts val="2860"/>
                  </a:lnSpc>
                </a:pPr>
                <a:r>
                  <a:rPr lang="en-US" sz="2200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40367" y="593050"/>
              <a:ext cx="420010" cy="412420"/>
              <a:chOff x="0" y="0"/>
              <a:chExt cx="210820" cy="20701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98215" y="598110"/>
              <a:ext cx="422540" cy="397239"/>
              <a:chOff x="0" y="0"/>
              <a:chExt cx="212090" cy="19939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09890" y="896672"/>
              <a:ext cx="726162" cy="450373"/>
              <a:chOff x="0" y="0"/>
              <a:chExt cx="364490" cy="2260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765102"/>
              <a:ext cx="483265" cy="414950"/>
              <a:chOff x="0" y="0"/>
              <a:chExt cx="242570" cy="2082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03160" y="747391"/>
              <a:ext cx="506037" cy="445312"/>
              <a:chOff x="0" y="0"/>
              <a:chExt cx="254000" cy="22352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45462" y="751744"/>
              <a:ext cx="574041" cy="390348"/>
              <a:chOff x="0" y="0"/>
              <a:chExt cx="730250" cy="49657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720" y="48260"/>
                <a:ext cx="636270" cy="401320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401320">
                    <a:moveTo>
                      <a:pt x="64770" y="26670"/>
                    </a:moveTo>
                    <a:cubicBezTo>
                      <a:pt x="76200" y="233680"/>
                      <a:pt x="85090" y="251460"/>
                      <a:pt x="95250" y="271780"/>
                    </a:cubicBezTo>
                    <a:cubicBezTo>
                      <a:pt x="105410" y="290830"/>
                      <a:pt x="116840" y="312420"/>
                      <a:pt x="133350" y="323850"/>
                    </a:cubicBezTo>
                    <a:cubicBezTo>
                      <a:pt x="147320" y="334010"/>
                      <a:pt x="165100" y="335280"/>
                      <a:pt x="187960" y="339090"/>
                    </a:cubicBezTo>
                    <a:cubicBezTo>
                      <a:pt x="219710" y="342900"/>
                      <a:pt x="262890" y="345440"/>
                      <a:pt x="308610" y="339090"/>
                    </a:cubicBezTo>
                    <a:cubicBezTo>
                      <a:pt x="372110" y="330200"/>
                      <a:pt x="474980" y="283210"/>
                      <a:pt x="528320" y="271780"/>
                    </a:cubicBezTo>
                    <a:cubicBezTo>
                      <a:pt x="558800" y="265430"/>
                      <a:pt x="581660" y="257810"/>
                      <a:pt x="599440" y="264160"/>
                    </a:cubicBezTo>
                    <a:cubicBezTo>
                      <a:pt x="614680" y="267970"/>
                      <a:pt x="631190" y="279400"/>
                      <a:pt x="633730" y="289560"/>
                    </a:cubicBezTo>
                    <a:cubicBezTo>
                      <a:pt x="636270" y="297180"/>
                      <a:pt x="629920" y="311150"/>
                      <a:pt x="623570" y="314960"/>
                    </a:cubicBezTo>
                    <a:cubicBezTo>
                      <a:pt x="615950" y="321310"/>
                      <a:pt x="595630" y="322580"/>
                      <a:pt x="588010" y="317500"/>
                    </a:cubicBezTo>
                    <a:cubicBezTo>
                      <a:pt x="580390" y="311150"/>
                      <a:pt x="574040" y="292100"/>
                      <a:pt x="576580" y="283210"/>
                    </a:cubicBezTo>
                    <a:cubicBezTo>
                      <a:pt x="579120" y="275590"/>
                      <a:pt x="589280" y="265430"/>
                      <a:pt x="596900" y="264160"/>
                    </a:cubicBezTo>
                    <a:cubicBezTo>
                      <a:pt x="607060" y="262890"/>
                      <a:pt x="629920" y="276860"/>
                      <a:pt x="633730" y="287020"/>
                    </a:cubicBezTo>
                    <a:cubicBezTo>
                      <a:pt x="636270" y="295910"/>
                      <a:pt x="628650" y="311150"/>
                      <a:pt x="618490" y="318770"/>
                    </a:cubicBezTo>
                    <a:cubicBezTo>
                      <a:pt x="603250" y="330200"/>
                      <a:pt x="567690" y="321310"/>
                      <a:pt x="541020" y="327660"/>
                    </a:cubicBezTo>
                    <a:cubicBezTo>
                      <a:pt x="505460" y="336550"/>
                      <a:pt x="464820" y="361950"/>
                      <a:pt x="426720" y="373380"/>
                    </a:cubicBezTo>
                    <a:cubicBezTo>
                      <a:pt x="388620" y="384810"/>
                      <a:pt x="350520" y="392430"/>
                      <a:pt x="308610" y="396240"/>
                    </a:cubicBezTo>
                    <a:cubicBezTo>
                      <a:pt x="262890" y="400050"/>
                      <a:pt x="195580" y="401320"/>
                      <a:pt x="160020" y="394970"/>
                    </a:cubicBezTo>
                    <a:cubicBezTo>
                      <a:pt x="137160" y="389890"/>
                      <a:pt x="123190" y="386080"/>
                      <a:pt x="106680" y="374650"/>
                    </a:cubicBezTo>
                    <a:cubicBezTo>
                      <a:pt x="85090" y="358140"/>
                      <a:pt x="60960" y="330200"/>
                      <a:pt x="44450" y="299720"/>
                    </a:cubicBezTo>
                    <a:cubicBezTo>
                      <a:pt x="24130" y="260350"/>
                      <a:pt x="10160" y="201930"/>
                      <a:pt x="5080" y="153670"/>
                    </a:cubicBezTo>
                    <a:cubicBezTo>
                      <a:pt x="1270" y="106680"/>
                      <a:pt x="0" y="35560"/>
                      <a:pt x="15240" y="15240"/>
                    </a:cubicBezTo>
                    <a:cubicBezTo>
                      <a:pt x="22860" y="5080"/>
                      <a:pt x="39370" y="0"/>
                      <a:pt x="48260" y="2540"/>
                    </a:cubicBezTo>
                    <a:cubicBezTo>
                      <a:pt x="55880" y="5080"/>
                      <a:pt x="64770" y="26670"/>
                      <a:pt x="64770" y="2667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14678" y="818633"/>
              <a:ext cx="312478" cy="125790"/>
              <a:chOff x="0" y="0"/>
              <a:chExt cx="397510" cy="16002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9530" y="50800"/>
                <a:ext cx="29845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298450" h="80010">
                    <a:moveTo>
                      <a:pt x="30480" y="0"/>
                    </a:moveTo>
                    <a:cubicBezTo>
                      <a:pt x="285750" y="11430"/>
                      <a:pt x="295910" y="24130"/>
                      <a:pt x="297180" y="33020"/>
                    </a:cubicBezTo>
                    <a:cubicBezTo>
                      <a:pt x="298450" y="40640"/>
                      <a:pt x="290830" y="52070"/>
                      <a:pt x="283210" y="55880"/>
                    </a:cubicBezTo>
                    <a:cubicBezTo>
                      <a:pt x="275590" y="59690"/>
                      <a:pt x="256540" y="58420"/>
                      <a:pt x="250190" y="52070"/>
                    </a:cubicBezTo>
                    <a:cubicBezTo>
                      <a:pt x="243840" y="46990"/>
                      <a:pt x="240030" y="35560"/>
                      <a:pt x="241300" y="27940"/>
                    </a:cubicBezTo>
                    <a:cubicBezTo>
                      <a:pt x="243840" y="19050"/>
                      <a:pt x="257810" y="5080"/>
                      <a:pt x="266700" y="3810"/>
                    </a:cubicBezTo>
                    <a:cubicBezTo>
                      <a:pt x="275590" y="2540"/>
                      <a:pt x="293370" y="12700"/>
                      <a:pt x="295910" y="21590"/>
                    </a:cubicBezTo>
                    <a:cubicBezTo>
                      <a:pt x="298450" y="30480"/>
                      <a:pt x="292100" y="49530"/>
                      <a:pt x="278130" y="58420"/>
                    </a:cubicBezTo>
                    <a:cubicBezTo>
                      <a:pt x="243840" y="80010"/>
                      <a:pt x="60960" y="72390"/>
                      <a:pt x="24130" y="52070"/>
                    </a:cubicBezTo>
                    <a:cubicBezTo>
                      <a:pt x="8890" y="44450"/>
                      <a:pt x="0" y="27940"/>
                      <a:pt x="1270" y="20320"/>
                    </a:cubicBezTo>
                    <a:cubicBezTo>
                      <a:pt x="2540" y="11430"/>
                      <a:pt x="30480" y="0"/>
                      <a:pt x="30480" y="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4345" y="698833"/>
              <a:ext cx="568051" cy="375373"/>
              <a:chOff x="0" y="0"/>
              <a:chExt cx="722630" cy="47752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9530" y="35560"/>
                <a:ext cx="637540" cy="392430"/>
              </a:xfrm>
              <a:custGeom>
                <a:avLst/>
                <a:gdLst/>
                <a:ahLst/>
                <a:cxnLst/>
                <a:rect l="l" t="t" r="r" b="b"/>
                <a:pathLst>
                  <a:path w="637540" h="392430">
                    <a:moveTo>
                      <a:pt x="26670" y="46990"/>
                    </a:moveTo>
                    <a:cubicBezTo>
                      <a:pt x="350520" y="11430"/>
                      <a:pt x="483870" y="0"/>
                      <a:pt x="538480" y="21590"/>
                    </a:cubicBezTo>
                    <a:cubicBezTo>
                      <a:pt x="565150" y="31750"/>
                      <a:pt x="577850" y="49530"/>
                      <a:pt x="589280" y="68580"/>
                    </a:cubicBezTo>
                    <a:cubicBezTo>
                      <a:pt x="600710" y="86360"/>
                      <a:pt x="604520" y="100330"/>
                      <a:pt x="609600" y="127000"/>
                    </a:cubicBezTo>
                    <a:cubicBezTo>
                      <a:pt x="619760" y="180340"/>
                      <a:pt x="637540" y="331470"/>
                      <a:pt x="621030" y="368300"/>
                    </a:cubicBezTo>
                    <a:cubicBezTo>
                      <a:pt x="614680" y="382270"/>
                      <a:pt x="603250" y="389890"/>
                      <a:pt x="594360" y="391160"/>
                    </a:cubicBezTo>
                    <a:cubicBezTo>
                      <a:pt x="584200" y="391160"/>
                      <a:pt x="567690" y="379730"/>
                      <a:pt x="563880" y="370840"/>
                    </a:cubicBezTo>
                    <a:cubicBezTo>
                      <a:pt x="561340" y="363220"/>
                      <a:pt x="563880" y="349250"/>
                      <a:pt x="568960" y="342900"/>
                    </a:cubicBezTo>
                    <a:cubicBezTo>
                      <a:pt x="575310" y="336550"/>
                      <a:pt x="594360" y="331470"/>
                      <a:pt x="603250" y="334010"/>
                    </a:cubicBezTo>
                    <a:cubicBezTo>
                      <a:pt x="612140" y="336550"/>
                      <a:pt x="621030" y="346710"/>
                      <a:pt x="621030" y="354330"/>
                    </a:cubicBezTo>
                    <a:cubicBezTo>
                      <a:pt x="622300" y="364490"/>
                      <a:pt x="607060" y="388620"/>
                      <a:pt x="596900" y="389890"/>
                    </a:cubicBezTo>
                    <a:cubicBezTo>
                      <a:pt x="588010" y="392430"/>
                      <a:pt x="574040" y="386080"/>
                      <a:pt x="565150" y="373380"/>
                    </a:cubicBezTo>
                    <a:cubicBezTo>
                      <a:pt x="543560" y="339090"/>
                      <a:pt x="566420" y="166370"/>
                      <a:pt x="547370" y="118110"/>
                    </a:cubicBezTo>
                    <a:cubicBezTo>
                      <a:pt x="538480" y="93980"/>
                      <a:pt x="532130" y="82550"/>
                      <a:pt x="510540" y="72390"/>
                    </a:cubicBezTo>
                    <a:cubicBezTo>
                      <a:pt x="464820" y="50800"/>
                      <a:pt x="327660" y="67310"/>
                      <a:pt x="242570" y="72390"/>
                    </a:cubicBezTo>
                    <a:cubicBezTo>
                      <a:pt x="166370" y="77470"/>
                      <a:pt x="62230" y="111760"/>
                      <a:pt x="26670" y="99060"/>
                    </a:cubicBezTo>
                    <a:cubicBezTo>
                      <a:pt x="11430" y="92710"/>
                      <a:pt x="0" y="78740"/>
                      <a:pt x="1270" y="69850"/>
                    </a:cubicBezTo>
                    <a:cubicBezTo>
                      <a:pt x="1270" y="60960"/>
                      <a:pt x="26670" y="46990"/>
                      <a:pt x="26670" y="4699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285558" y="735771"/>
              <a:ext cx="321463" cy="193677"/>
              <a:chOff x="0" y="0"/>
              <a:chExt cx="408940" cy="2463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9530" y="49530"/>
                <a:ext cx="311150" cy="15494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154940">
                    <a:moveTo>
                      <a:pt x="27940" y="95250"/>
                    </a:moveTo>
                    <a:cubicBezTo>
                      <a:pt x="137160" y="77470"/>
                      <a:pt x="248920" y="0"/>
                      <a:pt x="281940" y="1270"/>
                    </a:cubicBezTo>
                    <a:cubicBezTo>
                      <a:pt x="293370" y="1270"/>
                      <a:pt x="300990" y="7620"/>
                      <a:pt x="304800" y="13970"/>
                    </a:cubicBezTo>
                    <a:cubicBezTo>
                      <a:pt x="309880" y="20320"/>
                      <a:pt x="311150" y="33020"/>
                      <a:pt x="307340" y="39370"/>
                    </a:cubicBezTo>
                    <a:cubicBezTo>
                      <a:pt x="304800" y="46990"/>
                      <a:pt x="294640" y="55880"/>
                      <a:pt x="287020" y="57150"/>
                    </a:cubicBezTo>
                    <a:cubicBezTo>
                      <a:pt x="278130" y="57150"/>
                      <a:pt x="260350" y="49530"/>
                      <a:pt x="256540" y="41910"/>
                    </a:cubicBezTo>
                    <a:cubicBezTo>
                      <a:pt x="252730" y="33020"/>
                      <a:pt x="256540" y="13970"/>
                      <a:pt x="262890" y="7620"/>
                    </a:cubicBezTo>
                    <a:cubicBezTo>
                      <a:pt x="267970" y="2540"/>
                      <a:pt x="280670" y="0"/>
                      <a:pt x="288290" y="1270"/>
                    </a:cubicBezTo>
                    <a:cubicBezTo>
                      <a:pt x="295910" y="3810"/>
                      <a:pt x="306070" y="11430"/>
                      <a:pt x="308610" y="19050"/>
                    </a:cubicBezTo>
                    <a:cubicBezTo>
                      <a:pt x="311150" y="27940"/>
                      <a:pt x="307340" y="40640"/>
                      <a:pt x="298450" y="52070"/>
                    </a:cubicBezTo>
                    <a:cubicBezTo>
                      <a:pt x="275590" y="78740"/>
                      <a:pt x="176530" y="123190"/>
                      <a:pt x="124460" y="137160"/>
                    </a:cubicBezTo>
                    <a:cubicBezTo>
                      <a:pt x="85090" y="147320"/>
                      <a:pt x="34290" y="154940"/>
                      <a:pt x="15240" y="144780"/>
                    </a:cubicBezTo>
                    <a:cubicBezTo>
                      <a:pt x="6350" y="139700"/>
                      <a:pt x="0" y="125730"/>
                      <a:pt x="1270" y="118110"/>
                    </a:cubicBezTo>
                    <a:cubicBezTo>
                      <a:pt x="3810" y="109220"/>
                      <a:pt x="27940" y="95250"/>
                      <a:pt x="27940" y="9525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698" y="754739"/>
              <a:ext cx="230615" cy="197670"/>
              <a:chOff x="0" y="0"/>
              <a:chExt cx="293370" cy="2514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5720" y="49530"/>
                <a:ext cx="200660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200660" h="151130">
                    <a:moveTo>
                      <a:pt x="165100" y="151130"/>
                    </a:moveTo>
                    <a:cubicBezTo>
                      <a:pt x="68580" y="105410"/>
                      <a:pt x="19050" y="68580"/>
                      <a:pt x="7620" y="45720"/>
                    </a:cubicBezTo>
                    <a:cubicBezTo>
                      <a:pt x="1270" y="34290"/>
                      <a:pt x="0" y="19050"/>
                      <a:pt x="5080" y="12700"/>
                    </a:cubicBezTo>
                    <a:cubicBezTo>
                      <a:pt x="10160" y="5080"/>
                      <a:pt x="29210" y="0"/>
                      <a:pt x="36830" y="1270"/>
                    </a:cubicBezTo>
                    <a:cubicBezTo>
                      <a:pt x="44450" y="3810"/>
                      <a:pt x="53340" y="12700"/>
                      <a:pt x="55880" y="20320"/>
                    </a:cubicBezTo>
                    <a:cubicBezTo>
                      <a:pt x="57150" y="27940"/>
                      <a:pt x="55880" y="40640"/>
                      <a:pt x="49530" y="45720"/>
                    </a:cubicBezTo>
                    <a:cubicBezTo>
                      <a:pt x="41910" y="52070"/>
                      <a:pt x="16510" y="54610"/>
                      <a:pt x="8890" y="48260"/>
                    </a:cubicBezTo>
                    <a:cubicBezTo>
                      <a:pt x="2540" y="41910"/>
                      <a:pt x="2540" y="15240"/>
                      <a:pt x="8890" y="7620"/>
                    </a:cubicBezTo>
                    <a:cubicBezTo>
                      <a:pt x="15240" y="1270"/>
                      <a:pt x="30480" y="0"/>
                      <a:pt x="43180" y="3810"/>
                    </a:cubicBezTo>
                    <a:cubicBezTo>
                      <a:pt x="67310" y="11430"/>
                      <a:pt x="105410" y="64770"/>
                      <a:pt x="133350" y="82550"/>
                    </a:cubicBezTo>
                    <a:cubicBezTo>
                      <a:pt x="153670" y="95250"/>
                      <a:pt x="182880" y="95250"/>
                      <a:pt x="191770" y="107950"/>
                    </a:cubicBezTo>
                    <a:cubicBezTo>
                      <a:pt x="198120" y="115570"/>
                      <a:pt x="200660" y="129540"/>
                      <a:pt x="196850" y="137160"/>
                    </a:cubicBezTo>
                    <a:cubicBezTo>
                      <a:pt x="191770" y="144780"/>
                      <a:pt x="165100" y="151130"/>
                      <a:pt x="165100" y="15113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69422" y="718800"/>
              <a:ext cx="541096" cy="359400"/>
              <a:chOff x="0" y="0"/>
              <a:chExt cx="688340" cy="457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0800" y="38100"/>
                <a:ext cx="598170" cy="370840"/>
              </a:xfrm>
              <a:custGeom>
                <a:avLst/>
                <a:gdLst/>
                <a:ahLst/>
                <a:cxnLst/>
                <a:rect l="l" t="t" r="r" b="b"/>
                <a:pathLst>
                  <a:path w="598170" h="370840">
                    <a:moveTo>
                      <a:pt x="21590" y="30480"/>
                    </a:moveTo>
                    <a:cubicBezTo>
                      <a:pt x="334010" y="10160"/>
                      <a:pt x="474980" y="0"/>
                      <a:pt x="515620" y="16510"/>
                    </a:cubicBezTo>
                    <a:cubicBezTo>
                      <a:pt x="530860" y="22860"/>
                      <a:pt x="533400" y="29210"/>
                      <a:pt x="541020" y="40640"/>
                    </a:cubicBezTo>
                    <a:cubicBezTo>
                      <a:pt x="553720" y="59690"/>
                      <a:pt x="568960" y="90170"/>
                      <a:pt x="576580" y="125730"/>
                    </a:cubicBezTo>
                    <a:cubicBezTo>
                      <a:pt x="588010" y="180340"/>
                      <a:pt x="598170" y="302260"/>
                      <a:pt x="586740" y="339090"/>
                    </a:cubicBezTo>
                    <a:cubicBezTo>
                      <a:pt x="581660" y="354330"/>
                      <a:pt x="574040" y="364490"/>
                      <a:pt x="565150" y="367030"/>
                    </a:cubicBezTo>
                    <a:cubicBezTo>
                      <a:pt x="557530" y="370840"/>
                      <a:pt x="544830" y="367030"/>
                      <a:pt x="538480" y="361950"/>
                    </a:cubicBezTo>
                    <a:cubicBezTo>
                      <a:pt x="532130" y="355600"/>
                      <a:pt x="527050" y="344170"/>
                      <a:pt x="528320" y="335280"/>
                    </a:cubicBezTo>
                    <a:cubicBezTo>
                      <a:pt x="528320" y="327660"/>
                      <a:pt x="535940" y="316230"/>
                      <a:pt x="543560" y="312420"/>
                    </a:cubicBezTo>
                    <a:cubicBezTo>
                      <a:pt x="551180" y="308610"/>
                      <a:pt x="563880" y="308610"/>
                      <a:pt x="571500" y="312420"/>
                    </a:cubicBezTo>
                    <a:cubicBezTo>
                      <a:pt x="577850" y="316230"/>
                      <a:pt x="585470" y="327660"/>
                      <a:pt x="586740" y="335280"/>
                    </a:cubicBezTo>
                    <a:cubicBezTo>
                      <a:pt x="588010" y="344170"/>
                      <a:pt x="582930" y="355600"/>
                      <a:pt x="576580" y="361950"/>
                    </a:cubicBezTo>
                    <a:cubicBezTo>
                      <a:pt x="570230" y="367030"/>
                      <a:pt x="557530" y="369570"/>
                      <a:pt x="549910" y="367030"/>
                    </a:cubicBezTo>
                    <a:cubicBezTo>
                      <a:pt x="541020" y="365760"/>
                      <a:pt x="534670" y="359410"/>
                      <a:pt x="529590" y="347980"/>
                    </a:cubicBezTo>
                    <a:cubicBezTo>
                      <a:pt x="514350" y="314960"/>
                      <a:pt x="538480" y="166370"/>
                      <a:pt x="520700" y="118110"/>
                    </a:cubicBezTo>
                    <a:cubicBezTo>
                      <a:pt x="511810" y="92710"/>
                      <a:pt x="505460" y="78740"/>
                      <a:pt x="480060" y="67310"/>
                    </a:cubicBezTo>
                    <a:cubicBezTo>
                      <a:pt x="412750" y="35560"/>
                      <a:pt x="80010" y="104140"/>
                      <a:pt x="24130" y="82550"/>
                    </a:cubicBezTo>
                    <a:cubicBezTo>
                      <a:pt x="8890" y="76200"/>
                      <a:pt x="0" y="66040"/>
                      <a:pt x="0" y="57150"/>
                    </a:cubicBezTo>
                    <a:cubicBezTo>
                      <a:pt x="0" y="48260"/>
                      <a:pt x="21590" y="30480"/>
                      <a:pt x="21590" y="3048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09353" y="723791"/>
              <a:ext cx="550081" cy="392345"/>
              <a:chOff x="0" y="0"/>
              <a:chExt cx="699770" cy="49911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33020" y="49530"/>
                <a:ext cx="615950" cy="425450"/>
              </a:xfrm>
              <a:custGeom>
                <a:avLst/>
                <a:gdLst/>
                <a:ahLst/>
                <a:cxnLst/>
                <a:rect l="l" t="t" r="r" b="b"/>
                <a:pathLst>
                  <a:path w="615950" h="425450">
                    <a:moveTo>
                      <a:pt x="69850" y="22860"/>
                    </a:moveTo>
                    <a:cubicBezTo>
                      <a:pt x="82550" y="323850"/>
                      <a:pt x="82550" y="331470"/>
                      <a:pt x="96520" y="339090"/>
                    </a:cubicBezTo>
                    <a:cubicBezTo>
                      <a:pt x="148590" y="368300"/>
                      <a:pt x="523240" y="294640"/>
                      <a:pt x="586740" y="321310"/>
                    </a:cubicBezTo>
                    <a:cubicBezTo>
                      <a:pt x="604520" y="327660"/>
                      <a:pt x="615950" y="341630"/>
                      <a:pt x="615950" y="351790"/>
                    </a:cubicBezTo>
                    <a:cubicBezTo>
                      <a:pt x="614680" y="361950"/>
                      <a:pt x="593090" y="378460"/>
                      <a:pt x="582930" y="379730"/>
                    </a:cubicBezTo>
                    <a:cubicBezTo>
                      <a:pt x="575310" y="379730"/>
                      <a:pt x="563880" y="370840"/>
                      <a:pt x="560070" y="363220"/>
                    </a:cubicBezTo>
                    <a:cubicBezTo>
                      <a:pt x="556260" y="355600"/>
                      <a:pt x="560070" y="335280"/>
                      <a:pt x="566420" y="328930"/>
                    </a:cubicBezTo>
                    <a:cubicBezTo>
                      <a:pt x="571500" y="322580"/>
                      <a:pt x="585470" y="318770"/>
                      <a:pt x="593090" y="321310"/>
                    </a:cubicBezTo>
                    <a:cubicBezTo>
                      <a:pt x="601980" y="323850"/>
                      <a:pt x="615950" y="339090"/>
                      <a:pt x="615950" y="347980"/>
                    </a:cubicBezTo>
                    <a:cubicBezTo>
                      <a:pt x="615950" y="358140"/>
                      <a:pt x="604520" y="370840"/>
                      <a:pt x="586740" y="379730"/>
                    </a:cubicBezTo>
                    <a:cubicBezTo>
                      <a:pt x="521970" y="408940"/>
                      <a:pt x="151130" y="425450"/>
                      <a:pt x="80010" y="397510"/>
                    </a:cubicBezTo>
                    <a:cubicBezTo>
                      <a:pt x="57150" y="388620"/>
                      <a:pt x="52070" y="374650"/>
                      <a:pt x="41910" y="360680"/>
                    </a:cubicBezTo>
                    <a:cubicBezTo>
                      <a:pt x="31750" y="345440"/>
                      <a:pt x="25400" y="332740"/>
                      <a:pt x="21590" y="307340"/>
                    </a:cubicBezTo>
                    <a:cubicBezTo>
                      <a:pt x="10160" y="251460"/>
                      <a:pt x="0" y="64770"/>
                      <a:pt x="17780" y="24130"/>
                    </a:cubicBezTo>
                    <a:cubicBezTo>
                      <a:pt x="24130" y="10160"/>
                      <a:pt x="34290" y="1270"/>
                      <a:pt x="43180" y="1270"/>
                    </a:cubicBezTo>
                    <a:cubicBezTo>
                      <a:pt x="52070" y="0"/>
                      <a:pt x="69850" y="22860"/>
                      <a:pt x="69850" y="2286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1439394" y="3765696"/>
            <a:ext cx="1329511" cy="1329511"/>
            <a:chOff x="0" y="0"/>
            <a:chExt cx="1772682" cy="1772682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1772682" cy="1772682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60"/>
                  </a:lnSpc>
                </a:pPr>
                <a:r>
                  <a:rPr lang="en-US" sz="2200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347700" y="566153"/>
              <a:ext cx="400961" cy="393715"/>
              <a:chOff x="0" y="0"/>
              <a:chExt cx="210820" cy="20701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75712" y="570984"/>
              <a:ext cx="403377" cy="379222"/>
              <a:chOff x="0" y="0"/>
              <a:chExt cx="212090" cy="19939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09534" y="856004"/>
              <a:ext cx="693228" cy="429947"/>
              <a:chOff x="0" y="0"/>
              <a:chExt cx="364490" cy="2260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18234" y="730402"/>
              <a:ext cx="461347" cy="396131"/>
              <a:chOff x="0" y="0"/>
              <a:chExt cx="242570" cy="20828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171362" y="713494"/>
              <a:ext cx="483086" cy="425116"/>
              <a:chOff x="0" y="0"/>
              <a:chExt cx="254000" cy="22352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2344683" y="538824"/>
            <a:ext cx="7332757" cy="84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569"/>
              </a:lnSpc>
              <a:spcBef>
                <a:spcPct val="0"/>
              </a:spcBef>
            </a:pPr>
            <a:r>
              <a:rPr lang="en-US" sz="5474">
                <a:solidFill>
                  <a:srgbClr val="003EA8"/>
                </a:solidFill>
                <a:ea typeface="Arita Dotum Bold"/>
              </a:rPr>
              <a:t>자체 평가 의견 및 느낀점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873982" y="8489489"/>
            <a:ext cx="13014283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파이썬을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 사용하다 보니 같은 프로그램도 한번 씩 안되는 경우가 있어 힘들었음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많은 자료를 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DB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에 바로 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insert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할 수 있어서 재미있었음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  <a:p>
            <a:pPr>
              <a:lnSpc>
                <a:spcPts val="2640"/>
              </a:lnSpc>
              <a:spcBef>
                <a:spcPct val="0"/>
              </a:spcBef>
            </a:pP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64" name="Group 64"/>
          <p:cNvGrpSpPr/>
          <p:nvPr/>
        </p:nvGrpSpPr>
        <p:grpSpPr>
          <a:xfrm>
            <a:off x="7319010" y="3890010"/>
            <a:ext cx="85725" cy="82868"/>
            <a:chOff x="0" y="0"/>
            <a:chExt cx="114300" cy="110490"/>
          </a:xfrm>
        </p:grpSpPr>
        <p:sp>
          <p:nvSpPr>
            <p:cNvPr id="65" name="Freeform 65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6E5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39394" y="1354468"/>
            <a:ext cx="1571574" cy="1739309"/>
            <a:chOff x="0" y="0"/>
            <a:chExt cx="2095432" cy="2319079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585314"/>
              <a:ext cx="1793550" cy="1733765"/>
              <a:chOff x="0" y="0"/>
              <a:chExt cx="812800" cy="785707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7857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85707">
                    <a:moveTo>
                      <a:pt x="406400" y="0"/>
                    </a:moveTo>
                    <a:cubicBezTo>
                      <a:pt x="181951" y="0"/>
                      <a:pt x="0" y="175886"/>
                      <a:pt x="0" y="392853"/>
                    </a:cubicBezTo>
                    <a:cubicBezTo>
                      <a:pt x="0" y="609820"/>
                      <a:pt x="181951" y="785707"/>
                      <a:pt x="406400" y="785707"/>
                    </a:cubicBezTo>
                    <a:cubicBezTo>
                      <a:pt x="630849" y="785707"/>
                      <a:pt x="812800" y="609820"/>
                      <a:pt x="812800" y="392853"/>
                    </a:cubicBezTo>
                    <a:cubicBezTo>
                      <a:pt x="812800" y="17588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6200" y="45085"/>
                <a:ext cx="660400" cy="6669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351793" y="1158132"/>
              <a:ext cx="405681" cy="398350"/>
              <a:chOff x="0" y="0"/>
              <a:chExt cx="210820" cy="20701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87198" y="1163019"/>
              <a:ext cx="408125" cy="383687"/>
              <a:chOff x="0" y="0"/>
              <a:chExt cx="212090" cy="19939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515532" y="1451395"/>
              <a:ext cx="701389" cy="435008"/>
              <a:chOff x="0" y="0"/>
              <a:chExt cx="364490" cy="2260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19626" y="1324314"/>
              <a:ext cx="466778" cy="400794"/>
              <a:chOff x="0" y="0"/>
              <a:chExt cx="242570" cy="20828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1185151" y="1307207"/>
              <a:ext cx="488773" cy="430120"/>
              <a:chOff x="0" y="0"/>
              <a:chExt cx="254000" cy="22352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055945" y="167784"/>
              <a:ext cx="668242" cy="498530"/>
              <a:chOff x="0" y="0"/>
              <a:chExt cx="880110" cy="65659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49530" y="48260"/>
                <a:ext cx="784860" cy="557530"/>
              </a:xfrm>
              <a:custGeom>
                <a:avLst/>
                <a:gdLst/>
                <a:ahLst/>
                <a:cxnLst/>
                <a:rect l="l" t="t" r="r" b="b"/>
                <a:pathLst>
                  <a:path w="784860" h="557530">
                    <a:moveTo>
                      <a:pt x="10160" y="467360"/>
                    </a:moveTo>
                    <a:cubicBezTo>
                      <a:pt x="302260" y="35560"/>
                      <a:pt x="307340" y="29210"/>
                      <a:pt x="318770" y="20320"/>
                    </a:cubicBezTo>
                    <a:cubicBezTo>
                      <a:pt x="331470" y="11430"/>
                      <a:pt x="346710" y="0"/>
                      <a:pt x="361950" y="2540"/>
                    </a:cubicBezTo>
                    <a:cubicBezTo>
                      <a:pt x="381000" y="5080"/>
                      <a:pt x="411480" y="33020"/>
                      <a:pt x="420370" y="50800"/>
                    </a:cubicBezTo>
                    <a:cubicBezTo>
                      <a:pt x="426720" y="66040"/>
                      <a:pt x="421640" y="77470"/>
                      <a:pt x="421640" y="97790"/>
                    </a:cubicBezTo>
                    <a:cubicBezTo>
                      <a:pt x="422910" y="140970"/>
                      <a:pt x="444500" y="276860"/>
                      <a:pt x="422910" y="299720"/>
                    </a:cubicBezTo>
                    <a:cubicBezTo>
                      <a:pt x="411480" y="309880"/>
                      <a:pt x="374650" y="303530"/>
                      <a:pt x="373380" y="299720"/>
                    </a:cubicBezTo>
                    <a:cubicBezTo>
                      <a:pt x="370840" y="289560"/>
                      <a:pt x="532130" y="222250"/>
                      <a:pt x="590550" y="204470"/>
                    </a:cubicBezTo>
                    <a:cubicBezTo>
                      <a:pt x="627380" y="194310"/>
                      <a:pt x="656590" y="185420"/>
                      <a:pt x="684530" y="189230"/>
                    </a:cubicBezTo>
                    <a:cubicBezTo>
                      <a:pt x="708660" y="191770"/>
                      <a:pt x="731520" y="199390"/>
                      <a:pt x="746760" y="217170"/>
                    </a:cubicBezTo>
                    <a:cubicBezTo>
                      <a:pt x="767080" y="240030"/>
                      <a:pt x="775970" y="287020"/>
                      <a:pt x="779780" y="331470"/>
                    </a:cubicBezTo>
                    <a:cubicBezTo>
                      <a:pt x="784860" y="389890"/>
                      <a:pt x="777240" y="505460"/>
                      <a:pt x="759460" y="535940"/>
                    </a:cubicBezTo>
                    <a:cubicBezTo>
                      <a:pt x="751840" y="548640"/>
                      <a:pt x="741680" y="552450"/>
                      <a:pt x="731520" y="554990"/>
                    </a:cubicBezTo>
                    <a:cubicBezTo>
                      <a:pt x="721360" y="557530"/>
                      <a:pt x="708660" y="557530"/>
                      <a:pt x="698500" y="552450"/>
                    </a:cubicBezTo>
                    <a:cubicBezTo>
                      <a:pt x="685800" y="547370"/>
                      <a:pt x="670560" y="528320"/>
                      <a:pt x="666750" y="515620"/>
                    </a:cubicBezTo>
                    <a:cubicBezTo>
                      <a:pt x="662940" y="504190"/>
                      <a:pt x="664210" y="491490"/>
                      <a:pt x="670560" y="482600"/>
                    </a:cubicBezTo>
                    <a:cubicBezTo>
                      <a:pt x="676910" y="469900"/>
                      <a:pt x="694690" y="454660"/>
                      <a:pt x="708660" y="452120"/>
                    </a:cubicBezTo>
                    <a:cubicBezTo>
                      <a:pt x="723900" y="449580"/>
                      <a:pt x="745490" y="457200"/>
                      <a:pt x="755650" y="468630"/>
                    </a:cubicBezTo>
                    <a:cubicBezTo>
                      <a:pt x="765810" y="478790"/>
                      <a:pt x="770890" y="501650"/>
                      <a:pt x="768350" y="515620"/>
                    </a:cubicBezTo>
                    <a:cubicBezTo>
                      <a:pt x="767080" y="527050"/>
                      <a:pt x="759460" y="537210"/>
                      <a:pt x="751840" y="543560"/>
                    </a:cubicBezTo>
                    <a:cubicBezTo>
                      <a:pt x="742950" y="551180"/>
                      <a:pt x="730250" y="556260"/>
                      <a:pt x="720090" y="556260"/>
                    </a:cubicBezTo>
                    <a:cubicBezTo>
                      <a:pt x="709930" y="557530"/>
                      <a:pt x="697230" y="553720"/>
                      <a:pt x="688340" y="547370"/>
                    </a:cubicBezTo>
                    <a:cubicBezTo>
                      <a:pt x="679450" y="541020"/>
                      <a:pt x="671830" y="534670"/>
                      <a:pt x="668020" y="520700"/>
                    </a:cubicBezTo>
                    <a:cubicBezTo>
                      <a:pt x="656590" y="486410"/>
                      <a:pt x="680720" y="361950"/>
                      <a:pt x="674370" y="318770"/>
                    </a:cubicBezTo>
                    <a:cubicBezTo>
                      <a:pt x="671830" y="298450"/>
                      <a:pt x="656590" y="281940"/>
                      <a:pt x="661670" y="275590"/>
                    </a:cubicBezTo>
                    <a:cubicBezTo>
                      <a:pt x="666750" y="267970"/>
                      <a:pt x="709930" y="273050"/>
                      <a:pt x="711200" y="278130"/>
                    </a:cubicBezTo>
                    <a:cubicBezTo>
                      <a:pt x="712470" y="290830"/>
                      <a:pt x="483870" y="381000"/>
                      <a:pt x="417830" y="391160"/>
                    </a:cubicBezTo>
                    <a:cubicBezTo>
                      <a:pt x="386080" y="396240"/>
                      <a:pt x="361950" y="397510"/>
                      <a:pt x="345440" y="386080"/>
                    </a:cubicBezTo>
                    <a:cubicBezTo>
                      <a:pt x="330200" y="375920"/>
                      <a:pt x="326390" y="354330"/>
                      <a:pt x="321310" y="328930"/>
                    </a:cubicBezTo>
                    <a:cubicBezTo>
                      <a:pt x="312420" y="281940"/>
                      <a:pt x="316230" y="166370"/>
                      <a:pt x="322580" y="121920"/>
                    </a:cubicBezTo>
                    <a:cubicBezTo>
                      <a:pt x="325120" y="99060"/>
                      <a:pt x="325120" y="77470"/>
                      <a:pt x="335280" y="72390"/>
                    </a:cubicBezTo>
                    <a:cubicBezTo>
                      <a:pt x="346710" y="64770"/>
                      <a:pt x="387350" y="76200"/>
                      <a:pt x="391160" y="87630"/>
                    </a:cubicBezTo>
                    <a:cubicBezTo>
                      <a:pt x="396240" y="104140"/>
                      <a:pt x="347980" y="133350"/>
                      <a:pt x="317500" y="172720"/>
                    </a:cubicBezTo>
                    <a:cubicBezTo>
                      <a:pt x="260350" y="248920"/>
                      <a:pt x="125730" y="478790"/>
                      <a:pt x="83820" y="520700"/>
                    </a:cubicBezTo>
                    <a:cubicBezTo>
                      <a:pt x="72390" y="532130"/>
                      <a:pt x="67310" y="537210"/>
                      <a:pt x="57150" y="538480"/>
                    </a:cubicBezTo>
                    <a:cubicBezTo>
                      <a:pt x="45720" y="541020"/>
                      <a:pt x="25400" y="534670"/>
                      <a:pt x="16510" y="527050"/>
                    </a:cubicBezTo>
                    <a:cubicBezTo>
                      <a:pt x="7620" y="520700"/>
                      <a:pt x="2540" y="509270"/>
                      <a:pt x="1270" y="499110"/>
                    </a:cubicBezTo>
                    <a:cubicBezTo>
                      <a:pt x="0" y="488950"/>
                      <a:pt x="10160" y="467360"/>
                      <a:pt x="10160" y="46736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538082" y="474423"/>
              <a:ext cx="452244" cy="567957"/>
              <a:chOff x="0" y="0"/>
              <a:chExt cx="595630" cy="74803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49530" y="45720"/>
                <a:ext cx="497840" cy="654050"/>
              </a:xfrm>
              <a:custGeom>
                <a:avLst/>
                <a:gdLst/>
                <a:ahLst/>
                <a:cxnLst/>
                <a:rect l="l" t="t" r="r" b="b"/>
                <a:pathLst>
                  <a:path w="497840" h="654050">
                    <a:moveTo>
                      <a:pt x="99060" y="80010"/>
                    </a:moveTo>
                    <a:cubicBezTo>
                      <a:pt x="419100" y="2540"/>
                      <a:pt x="439420" y="0"/>
                      <a:pt x="455930" y="10160"/>
                    </a:cubicBezTo>
                    <a:cubicBezTo>
                      <a:pt x="473710" y="20320"/>
                      <a:pt x="492760" y="41910"/>
                      <a:pt x="494030" y="63500"/>
                    </a:cubicBezTo>
                    <a:cubicBezTo>
                      <a:pt x="497840" y="97790"/>
                      <a:pt x="459740" y="152400"/>
                      <a:pt x="433070" y="195580"/>
                    </a:cubicBezTo>
                    <a:cubicBezTo>
                      <a:pt x="406400" y="241300"/>
                      <a:pt x="369570" y="287020"/>
                      <a:pt x="331470" y="330200"/>
                    </a:cubicBezTo>
                    <a:cubicBezTo>
                      <a:pt x="290830" y="377190"/>
                      <a:pt x="237490" y="415290"/>
                      <a:pt x="198120" y="464820"/>
                    </a:cubicBezTo>
                    <a:cubicBezTo>
                      <a:pt x="157480" y="515620"/>
                      <a:pt x="124460" y="605790"/>
                      <a:pt x="92710" y="632460"/>
                    </a:cubicBezTo>
                    <a:cubicBezTo>
                      <a:pt x="77470" y="646430"/>
                      <a:pt x="62230" y="651510"/>
                      <a:pt x="48260" y="651510"/>
                    </a:cubicBezTo>
                    <a:cubicBezTo>
                      <a:pt x="36830" y="652780"/>
                      <a:pt x="25400" y="646430"/>
                      <a:pt x="17780" y="638810"/>
                    </a:cubicBezTo>
                    <a:cubicBezTo>
                      <a:pt x="10160" y="632460"/>
                      <a:pt x="2540" y="622300"/>
                      <a:pt x="1270" y="610870"/>
                    </a:cubicBezTo>
                    <a:cubicBezTo>
                      <a:pt x="0" y="596900"/>
                      <a:pt x="5080" y="575310"/>
                      <a:pt x="15240" y="565150"/>
                    </a:cubicBezTo>
                    <a:cubicBezTo>
                      <a:pt x="25400" y="554990"/>
                      <a:pt x="46990" y="547370"/>
                      <a:pt x="60960" y="549910"/>
                    </a:cubicBezTo>
                    <a:cubicBezTo>
                      <a:pt x="74930" y="552450"/>
                      <a:pt x="92710" y="567690"/>
                      <a:pt x="99060" y="580390"/>
                    </a:cubicBezTo>
                    <a:cubicBezTo>
                      <a:pt x="104140" y="589280"/>
                      <a:pt x="105410" y="601980"/>
                      <a:pt x="101600" y="612140"/>
                    </a:cubicBezTo>
                    <a:cubicBezTo>
                      <a:pt x="97790" y="624840"/>
                      <a:pt x="83820" y="643890"/>
                      <a:pt x="69850" y="648970"/>
                    </a:cubicBezTo>
                    <a:cubicBezTo>
                      <a:pt x="57150" y="654050"/>
                      <a:pt x="34290" y="648970"/>
                      <a:pt x="22860" y="642620"/>
                    </a:cubicBezTo>
                    <a:cubicBezTo>
                      <a:pt x="12700" y="637540"/>
                      <a:pt x="6350" y="626110"/>
                      <a:pt x="2540" y="615950"/>
                    </a:cubicBezTo>
                    <a:cubicBezTo>
                      <a:pt x="0" y="605790"/>
                      <a:pt x="0" y="595630"/>
                      <a:pt x="3810" y="582930"/>
                    </a:cubicBezTo>
                    <a:cubicBezTo>
                      <a:pt x="7620" y="566420"/>
                      <a:pt x="19050" y="548640"/>
                      <a:pt x="31750" y="527050"/>
                    </a:cubicBezTo>
                    <a:cubicBezTo>
                      <a:pt x="49530" y="497840"/>
                      <a:pt x="74930" y="461010"/>
                      <a:pt x="104140" y="424180"/>
                    </a:cubicBezTo>
                    <a:cubicBezTo>
                      <a:pt x="142240" y="378460"/>
                      <a:pt x="199390" y="331470"/>
                      <a:pt x="245110" y="274320"/>
                    </a:cubicBezTo>
                    <a:cubicBezTo>
                      <a:pt x="297180" y="209550"/>
                      <a:pt x="382270" y="48260"/>
                      <a:pt x="397510" y="52070"/>
                    </a:cubicBezTo>
                    <a:cubicBezTo>
                      <a:pt x="405130" y="54610"/>
                      <a:pt x="410210" y="88900"/>
                      <a:pt x="398780" y="102870"/>
                    </a:cubicBezTo>
                    <a:cubicBezTo>
                      <a:pt x="369570" y="138430"/>
                      <a:pt x="154940" y="182880"/>
                      <a:pt x="105410" y="168910"/>
                    </a:cubicBezTo>
                    <a:cubicBezTo>
                      <a:pt x="85090" y="162560"/>
                      <a:pt x="72390" y="144780"/>
                      <a:pt x="68580" y="132080"/>
                    </a:cubicBezTo>
                    <a:cubicBezTo>
                      <a:pt x="64770" y="121920"/>
                      <a:pt x="68580" y="109220"/>
                      <a:pt x="73660" y="100330"/>
                    </a:cubicBezTo>
                    <a:cubicBezTo>
                      <a:pt x="78740" y="91440"/>
                      <a:pt x="99060" y="80010"/>
                      <a:pt x="99060" y="8001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033766" y="529386"/>
              <a:ext cx="634492" cy="505280"/>
              <a:chOff x="0" y="0"/>
              <a:chExt cx="835660" cy="66548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49530" y="50800"/>
                <a:ext cx="739140" cy="565150"/>
              </a:xfrm>
              <a:custGeom>
                <a:avLst/>
                <a:gdLst/>
                <a:ahLst/>
                <a:cxnLst/>
                <a:rect l="l" t="t" r="r" b="b"/>
                <a:pathLst>
                  <a:path w="739140" h="565150">
                    <a:moveTo>
                      <a:pt x="53340" y="0"/>
                    </a:moveTo>
                    <a:cubicBezTo>
                      <a:pt x="317500" y="123190"/>
                      <a:pt x="381000" y="168910"/>
                      <a:pt x="439420" y="210820"/>
                    </a:cubicBezTo>
                    <a:cubicBezTo>
                      <a:pt x="492760" y="251460"/>
                      <a:pt x="539750" y="289560"/>
                      <a:pt x="586740" y="335280"/>
                    </a:cubicBezTo>
                    <a:cubicBezTo>
                      <a:pt x="637540" y="382270"/>
                      <a:pt x="717550" y="450850"/>
                      <a:pt x="731520" y="490220"/>
                    </a:cubicBezTo>
                    <a:cubicBezTo>
                      <a:pt x="739140" y="509270"/>
                      <a:pt x="737870" y="525780"/>
                      <a:pt x="730250" y="538480"/>
                    </a:cubicBezTo>
                    <a:cubicBezTo>
                      <a:pt x="723900" y="551180"/>
                      <a:pt x="703580" y="562610"/>
                      <a:pt x="689610" y="563880"/>
                    </a:cubicBezTo>
                    <a:cubicBezTo>
                      <a:pt x="675640" y="565150"/>
                      <a:pt x="655320" y="554990"/>
                      <a:pt x="645160" y="544830"/>
                    </a:cubicBezTo>
                    <a:cubicBezTo>
                      <a:pt x="637540" y="537210"/>
                      <a:pt x="635000" y="524510"/>
                      <a:pt x="635000" y="514350"/>
                    </a:cubicBezTo>
                    <a:cubicBezTo>
                      <a:pt x="633730" y="504190"/>
                      <a:pt x="636270" y="491490"/>
                      <a:pt x="643890" y="482600"/>
                    </a:cubicBezTo>
                    <a:cubicBezTo>
                      <a:pt x="652780" y="472440"/>
                      <a:pt x="674370" y="462280"/>
                      <a:pt x="687070" y="462280"/>
                    </a:cubicBezTo>
                    <a:cubicBezTo>
                      <a:pt x="698500" y="461010"/>
                      <a:pt x="709930" y="466090"/>
                      <a:pt x="717550" y="472440"/>
                    </a:cubicBezTo>
                    <a:cubicBezTo>
                      <a:pt x="726440" y="480060"/>
                      <a:pt x="734060" y="490220"/>
                      <a:pt x="735330" y="500380"/>
                    </a:cubicBezTo>
                    <a:cubicBezTo>
                      <a:pt x="737870" y="514350"/>
                      <a:pt x="734060" y="537210"/>
                      <a:pt x="723900" y="547370"/>
                    </a:cubicBezTo>
                    <a:cubicBezTo>
                      <a:pt x="715010" y="557530"/>
                      <a:pt x="692150" y="565150"/>
                      <a:pt x="679450" y="563880"/>
                    </a:cubicBezTo>
                    <a:cubicBezTo>
                      <a:pt x="668020" y="563880"/>
                      <a:pt x="662940" y="558800"/>
                      <a:pt x="648970" y="549910"/>
                    </a:cubicBezTo>
                    <a:cubicBezTo>
                      <a:pt x="609600" y="520700"/>
                      <a:pt x="508000" y="397510"/>
                      <a:pt x="439420" y="336550"/>
                    </a:cubicBezTo>
                    <a:cubicBezTo>
                      <a:pt x="381000" y="285750"/>
                      <a:pt x="328930" y="247650"/>
                      <a:pt x="269240" y="207010"/>
                    </a:cubicBezTo>
                    <a:cubicBezTo>
                      <a:pt x="207010" y="166370"/>
                      <a:pt x="116840" y="114300"/>
                      <a:pt x="71120" y="96520"/>
                    </a:cubicBezTo>
                    <a:cubicBezTo>
                      <a:pt x="48260" y="87630"/>
                      <a:pt x="29210" y="92710"/>
                      <a:pt x="17780" y="82550"/>
                    </a:cubicBezTo>
                    <a:cubicBezTo>
                      <a:pt x="6350" y="71120"/>
                      <a:pt x="0" y="45720"/>
                      <a:pt x="1270" y="33020"/>
                    </a:cubicBezTo>
                    <a:cubicBezTo>
                      <a:pt x="3810" y="21590"/>
                      <a:pt x="12700" y="12700"/>
                      <a:pt x="21590" y="6350"/>
                    </a:cubicBezTo>
                    <a:cubicBezTo>
                      <a:pt x="30480" y="1270"/>
                      <a:pt x="53340" y="0"/>
                      <a:pt x="53340" y="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1322084" y="0"/>
              <a:ext cx="140784" cy="143677"/>
              <a:chOff x="0" y="0"/>
              <a:chExt cx="185420" cy="18923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1684651" y="131141"/>
              <a:ext cx="140784" cy="143677"/>
              <a:chOff x="0" y="0"/>
              <a:chExt cx="185420" cy="18923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1954648" y="370281"/>
              <a:ext cx="140784" cy="143677"/>
              <a:chOff x="0" y="0"/>
              <a:chExt cx="185420" cy="18923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1112837" y="313389"/>
              <a:ext cx="786848" cy="658599"/>
              <a:chOff x="0" y="0"/>
              <a:chExt cx="1036320" cy="86741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50800" y="50800"/>
                <a:ext cx="943610" cy="765810"/>
              </a:xfrm>
              <a:custGeom>
                <a:avLst/>
                <a:gdLst/>
                <a:ahLst/>
                <a:cxnLst/>
                <a:rect l="l" t="t" r="r" b="b"/>
                <a:pathLst>
                  <a:path w="943610" h="765810">
                    <a:moveTo>
                      <a:pt x="0" y="311150"/>
                    </a:moveTo>
                    <a:cubicBezTo>
                      <a:pt x="1270" y="303530"/>
                      <a:pt x="1270" y="299720"/>
                      <a:pt x="1270" y="299720"/>
                    </a:cubicBezTo>
                    <a:cubicBezTo>
                      <a:pt x="1270" y="299720"/>
                      <a:pt x="2540" y="295910"/>
                      <a:pt x="3810" y="293370"/>
                    </a:cubicBezTo>
                    <a:cubicBezTo>
                      <a:pt x="3810" y="292100"/>
                      <a:pt x="5080" y="288290"/>
                      <a:pt x="5080" y="288290"/>
                    </a:cubicBezTo>
                    <a:cubicBezTo>
                      <a:pt x="5080" y="288290"/>
                      <a:pt x="6350" y="256540"/>
                      <a:pt x="10160" y="241300"/>
                    </a:cubicBezTo>
                    <a:cubicBezTo>
                      <a:pt x="15240" y="223520"/>
                      <a:pt x="26670" y="207010"/>
                      <a:pt x="35560" y="190500"/>
                    </a:cubicBezTo>
                    <a:cubicBezTo>
                      <a:pt x="44450" y="176530"/>
                      <a:pt x="54610" y="163830"/>
                      <a:pt x="63500" y="151130"/>
                    </a:cubicBezTo>
                    <a:cubicBezTo>
                      <a:pt x="73660" y="137160"/>
                      <a:pt x="82550" y="123190"/>
                      <a:pt x="92710" y="110490"/>
                    </a:cubicBezTo>
                    <a:cubicBezTo>
                      <a:pt x="105410" y="95250"/>
                      <a:pt x="118110" y="77470"/>
                      <a:pt x="133350" y="64770"/>
                    </a:cubicBezTo>
                    <a:cubicBezTo>
                      <a:pt x="147320" y="54610"/>
                      <a:pt x="175260" y="41910"/>
                      <a:pt x="179070" y="41910"/>
                    </a:cubicBezTo>
                    <a:cubicBezTo>
                      <a:pt x="180340" y="41910"/>
                      <a:pt x="179070" y="40640"/>
                      <a:pt x="179070" y="39370"/>
                    </a:cubicBezTo>
                    <a:cubicBezTo>
                      <a:pt x="180340" y="38100"/>
                      <a:pt x="181610" y="33020"/>
                      <a:pt x="182880" y="29210"/>
                    </a:cubicBezTo>
                    <a:cubicBezTo>
                      <a:pt x="184150" y="25400"/>
                      <a:pt x="185420" y="22860"/>
                      <a:pt x="187960" y="19050"/>
                    </a:cubicBezTo>
                    <a:cubicBezTo>
                      <a:pt x="189230" y="16510"/>
                      <a:pt x="191770" y="13970"/>
                      <a:pt x="194310" y="11430"/>
                    </a:cubicBezTo>
                    <a:cubicBezTo>
                      <a:pt x="198120" y="8890"/>
                      <a:pt x="200660" y="6350"/>
                      <a:pt x="204470" y="5080"/>
                    </a:cubicBezTo>
                    <a:cubicBezTo>
                      <a:pt x="207010" y="3810"/>
                      <a:pt x="210820" y="2540"/>
                      <a:pt x="214630" y="1270"/>
                    </a:cubicBezTo>
                    <a:cubicBezTo>
                      <a:pt x="218440" y="0"/>
                      <a:pt x="222250" y="0"/>
                      <a:pt x="224790" y="0"/>
                    </a:cubicBezTo>
                    <a:cubicBezTo>
                      <a:pt x="228600" y="0"/>
                      <a:pt x="232410" y="1270"/>
                      <a:pt x="236220" y="1270"/>
                    </a:cubicBezTo>
                    <a:cubicBezTo>
                      <a:pt x="240030" y="2540"/>
                      <a:pt x="242570" y="3810"/>
                      <a:pt x="246380" y="5080"/>
                    </a:cubicBezTo>
                    <a:cubicBezTo>
                      <a:pt x="250190" y="7620"/>
                      <a:pt x="252730" y="8890"/>
                      <a:pt x="255270" y="11430"/>
                    </a:cubicBezTo>
                    <a:cubicBezTo>
                      <a:pt x="257810" y="13970"/>
                      <a:pt x="260350" y="17780"/>
                      <a:pt x="262890" y="20320"/>
                    </a:cubicBezTo>
                    <a:cubicBezTo>
                      <a:pt x="264160" y="22860"/>
                      <a:pt x="266700" y="26670"/>
                      <a:pt x="267970" y="30480"/>
                    </a:cubicBezTo>
                    <a:cubicBezTo>
                      <a:pt x="269240" y="33020"/>
                      <a:pt x="269240" y="36830"/>
                      <a:pt x="270510" y="40640"/>
                    </a:cubicBezTo>
                    <a:cubicBezTo>
                      <a:pt x="271780" y="46990"/>
                      <a:pt x="270510" y="57150"/>
                      <a:pt x="273050" y="67310"/>
                    </a:cubicBezTo>
                    <a:cubicBezTo>
                      <a:pt x="276860" y="81280"/>
                      <a:pt x="290830" y="100330"/>
                      <a:pt x="293370" y="111760"/>
                    </a:cubicBezTo>
                    <a:cubicBezTo>
                      <a:pt x="294640" y="119380"/>
                      <a:pt x="290830" y="127000"/>
                      <a:pt x="293370" y="129540"/>
                    </a:cubicBezTo>
                    <a:cubicBezTo>
                      <a:pt x="297180" y="132080"/>
                      <a:pt x="307340" y="124460"/>
                      <a:pt x="317500" y="121920"/>
                    </a:cubicBezTo>
                    <a:cubicBezTo>
                      <a:pt x="331470" y="119380"/>
                      <a:pt x="354330" y="114300"/>
                      <a:pt x="373380" y="118110"/>
                    </a:cubicBezTo>
                    <a:cubicBezTo>
                      <a:pt x="396240" y="123190"/>
                      <a:pt x="426720" y="153670"/>
                      <a:pt x="445770" y="154940"/>
                    </a:cubicBezTo>
                    <a:cubicBezTo>
                      <a:pt x="457200" y="154940"/>
                      <a:pt x="467360" y="144780"/>
                      <a:pt x="476250" y="142240"/>
                    </a:cubicBezTo>
                    <a:cubicBezTo>
                      <a:pt x="482600" y="140970"/>
                      <a:pt x="490220" y="142240"/>
                      <a:pt x="492760" y="139700"/>
                    </a:cubicBezTo>
                    <a:cubicBezTo>
                      <a:pt x="494030" y="138430"/>
                      <a:pt x="491490" y="135890"/>
                      <a:pt x="492760" y="132080"/>
                    </a:cubicBezTo>
                    <a:cubicBezTo>
                      <a:pt x="494030" y="124460"/>
                      <a:pt x="506730" y="101600"/>
                      <a:pt x="509270" y="95250"/>
                    </a:cubicBezTo>
                    <a:cubicBezTo>
                      <a:pt x="510540" y="92710"/>
                      <a:pt x="510540" y="91440"/>
                      <a:pt x="511810" y="90170"/>
                    </a:cubicBezTo>
                    <a:cubicBezTo>
                      <a:pt x="513080" y="87630"/>
                      <a:pt x="514350" y="85090"/>
                      <a:pt x="514350" y="85090"/>
                    </a:cubicBezTo>
                    <a:cubicBezTo>
                      <a:pt x="514350" y="83820"/>
                      <a:pt x="516890" y="81280"/>
                      <a:pt x="518160" y="80010"/>
                    </a:cubicBezTo>
                    <a:cubicBezTo>
                      <a:pt x="519430" y="78740"/>
                      <a:pt x="521970" y="76200"/>
                      <a:pt x="521970" y="76200"/>
                    </a:cubicBezTo>
                    <a:cubicBezTo>
                      <a:pt x="521970" y="76200"/>
                      <a:pt x="525780" y="73660"/>
                      <a:pt x="527050" y="72390"/>
                    </a:cubicBezTo>
                    <a:cubicBezTo>
                      <a:pt x="528320" y="71120"/>
                      <a:pt x="532130" y="69850"/>
                      <a:pt x="532130" y="69850"/>
                    </a:cubicBezTo>
                    <a:cubicBezTo>
                      <a:pt x="532130" y="69850"/>
                      <a:pt x="535940" y="68580"/>
                      <a:pt x="537210" y="67310"/>
                    </a:cubicBezTo>
                    <a:cubicBezTo>
                      <a:pt x="538480" y="66040"/>
                      <a:pt x="542290" y="64770"/>
                      <a:pt x="542290" y="64770"/>
                    </a:cubicBezTo>
                    <a:cubicBezTo>
                      <a:pt x="542290" y="64770"/>
                      <a:pt x="546100" y="64770"/>
                      <a:pt x="548640" y="64770"/>
                    </a:cubicBezTo>
                    <a:cubicBezTo>
                      <a:pt x="549910" y="64770"/>
                      <a:pt x="553720" y="63500"/>
                      <a:pt x="553720" y="63500"/>
                    </a:cubicBezTo>
                    <a:cubicBezTo>
                      <a:pt x="553720" y="63500"/>
                      <a:pt x="557530" y="64770"/>
                      <a:pt x="560070" y="64770"/>
                    </a:cubicBezTo>
                    <a:cubicBezTo>
                      <a:pt x="561340" y="64770"/>
                      <a:pt x="565150" y="64770"/>
                      <a:pt x="565150" y="64770"/>
                    </a:cubicBezTo>
                    <a:cubicBezTo>
                      <a:pt x="565150" y="64770"/>
                      <a:pt x="568960" y="66040"/>
                      <a:pt x="570230" y="67310"/>
                    </a:cubicBezTo>
                    <a:cubicBezTo>
                      <a:pt x="572770" y="68580"/>
                      <a:pt x="575310" y="69850"/>
                      <a:pt x="576580" y="69850"/>
                    </a:cubicBezTo>
                    <a:cubicBezTo>
                      <a:pt x="576580" y="69850"/>
                      <a:pt x="579120" y="71120"/>
                      <a:pt x="580390" y="72390"/>
                    </a:cubicBezTo>
                    <a:cubicBezTo>
                      <a:pt x="582930" y="73660"/>
                      <a:pt x="585470" y="76200"/>
                      <a:pt x="585470" y="76200"/>
                    </a:cubicBezTo>
                    <a:cubicBezTo>
                      <a:pt x="585470" y="76200"/>
                      <a:pt x="588010" y="78740"/>
                      <a:pt x="589280" y="80010"/>
                    </a:cubicBezTo>
                    <a:cubicBezTo>
                      <a:pt x="590550" y="81280"/>
                      <a:pt x="593090" y="83820"/>
                      <a:pt x="593090" y="83820"/>
                    </a:cubicBezTo>
                    <a:cubicBezTo>
                      <a:pt x="593090" y="85090"/>
                      <a:pt x="594360" y="87630"/>
                      <a:pt x="595630" y="88900"/>
                    </a:cubicBezTo>
                    <a:cubicBezTo>
                      <a:pt x="596900" y="91440"/>
                      <a:pt x="598170" y="93980"/>
                      <a:pt x="598170" y="93980"/>
                    </a:cubicBezTo>
                    <a:cubicBezTo>
                      <a:pt x="598170" y="95250"/>
                      <a:pt x="599440" y="97790"/>
                      <a:pt x="599440" y="100330"/>
                    </a:cubicBezTo>
                    <a:cubicBezTo>
                      <a:pt x="600710" y="101600"/>
                      <a:pt x="600710" y="105410"/>
                      <a:pt x="600710" y="105410"/>
                    </a:cubicBezTo>
                    <a:cubicBezTo>
                      <a:pt x="600710" y="105410"/>
                      <a:pt x="600710" y="109220"/>
                      <a:pt x="600710" y="111760"/>
                    </a:cubicBezTo>
                    <a:cubicBezTo>
                      <a:pt x="600710" y="113030"/>
                      <a:pt x="600710" y="116840"/>
                      <a:pt x="600710" y="116840"/>
                    </a:cubicBezTo>
                    <a:cubicBezTo>
                      <a:pt x="600710" y="116840"/>
                      <a:pt x="600710" y="121920"/>
                      <a:pt x="599440" y="123190"/>
                    </a:cubicBezTo>
                    <a:cubicBezTo>
                      <a:pt x="599440" y="123190"/>
                      <a:pt x="599440" y="124460"/>
                      <a:pt x="599440" y="124460"/>
                    </a:cubicBezTo>
                    <a:cubicBezTo>
                      <a:pt x="600710" y="125730"/>
                      <a:pt x="605790" y="123190"/>
                      <a:pt x="610870" y="123190"/>
                    </a:cubicBezTo>
                    <a:cubicBezTo>
                      <a:pt x="623570" y="124460"/>
                      <a:pt x="661670" y="129540"/>
                      <a:pt x="678180" y="142240"/>
                    </a:cubicBezTo>
                    <a:cubicBezTo>
                      <a:pt x="689610" y="151130"/>
                      <a:pt x="697230" y="166370"/>
                      <a:pt x="701040" y="181610"/>
                    </a:cubicBezTo>
                    <a:cubicBezTo>
                      <a:pt x="706120" y="196850"/>
                      <a:pt x="703580" y="215900"/>
                      <a:pt x="699770" y="231140"/>
                    </a:cubicBezTo>
                    <a:cubicBezTo>
                      <a:pt x="695960" y="246380"/>
                      <a:pt x="692150" y="260350"/>
                      <a:pt x="681990" y="273050"/>
                    </a:cubicBezTo>
                    <a:cubicBezTo>
                      <a:pt x="669290" y="288290"/>
                      <a:pt x="626110" y="311150"/>
                      <a:pt x="624840" y="311150"/>
                    </a:cubicBezTo>
                    <a:cubicBezTo>
                      <a:pt x="624840" y="311150"/>
                      <a:pt x="624840" y="341630"/>
                      <a:pt x="624840" y="350520"/>
                    </a:cubicBezTo>
                    <a:cubicBezTo>
                      <a:pt x="624840" y="354330"/>
                      <a:pt x="624840" y="356870"/>
                      <a:pt x="624840" y="359410"/>
                    </a:cubicBezTo>
                    <a:cubicBezTo>
                      <a:pt x="626110" y="364490"/>
                      <a:pt x="631190" y="373380"/>
                      <a:pt x="633730" y="374650"/>
                    </a:cubicBezTo>
                    <a:cubicBezTo>
                      <a:pt x="635000" y="374650"/>
                      <a:pt x="636270" y="370840"/>
                      <a:pt x="637540" y="369570"/>
                    </a:cubicBezTo>
                    <a:cubicBezTo>
                      <a:pt x="638810" y="368300"/>
                      <a:pt x="640080" y="369570"/>
                      <a:pt x="641350" y="368300"/>
                    </a:cubicBezTo>
                    <a:cubicBezTo>
                      <a:pt x="642620" y="367030"/>
                      <a:pt x="641350" y="364490"/>
                      <a:pt x="642620" y="361950"/>
                    </a:cubicBezTo>
                    <a:cubicBezTo>
                      <a:pt x="648970" y="354330"/>
                      <a:pt x="681990" y="332740"/>
                      <a:pt x="699770" y="326390"/>
                    </a:cubicBezTo>
                    <a:cubicBezTo>
                      <a:pt x="715010" y="322580"/>
                      <a:pt x="731520" y="327660"/>
                      <a:pt x="744220" y="323850"/>
                    </a:cubicBezTo>
                    <a:cubicBezTo>
                      <a:pt x="753110" y="321310"/>
                      <a:pt x="762000" y="313690"/>
                      <a:pt x="767080" y="311150"/>
                    </a:cubicBezTo>
                    <a:cubicBezTo>
                      <a:pt x="769620" y="309880"/>
                      <a:pt x="770890" y="309880"/>
                      <a:pt x="772160" y="308610"/>
                    </a:cubicBezTo>
                    <a:cubicBezTo>
                      <a:pt x="774700" y="308610"/>
                      <a:pt x="778510" y="306070"/>
                      <a:pt x="778510" y="306070"/>
                    </a:cubicBezTo>
                    <a:cubicBezTo>
                      <a:pt x="778510" y="306070"/>
                      <a:pt x="782320" y="306070"/>
                      <a:pt x="783590" y="304800"/>
                    </a:cubicBezTo>
                    <a:cubicBezTo>
                      <a:pt x="786130" y="304800"/>
                      <a:pt x="789940" y="303530"/>
                      <a:pt x="789940" y="303530"/>
                    </a:cubicBezTo>
                    <a:cubicBezTo>
                      <a:pt x="789940" y="303530"/>
                      <a:pt x="793750" y="304800"/>
                      <a:pt x="796290" y="304800"/>
                    </a:cubicBezTo>
                    <a:cubicBezTo>
                      <a:pt x="797560" y="304800"/>
                      <a:pt x="802640" y="304800"/>
                      <a:pt x="802640" y="304800"/>
                    </a:cubicBezTo>
                    <a:cubicBezTo>
                      <a:pt x="802640" y="304800"/>
                      <a:pt x="806450" y="306070"/>
                      <a:pt x="807720" y="306070"/>
                    </a:cubicBezTo>
                    <a:cubicBezTo>
                      <a:pt x="810260" y="307340"/>
                      <a:pt x="814070" y="307340"/>
                      <a:pt x="814070" y="307340"/>
                    </a:cubicBezTo>
                    <a:cubicBezTo>
                      <a:pt x="814070" y="308610"/>
                      <a:pt x="817880" y="309880"/>
                      <a:pt x="819150" y="311150"/>
                    </a:cubicBezTo>
                    <a:cubicBezTo>
                      <a:pt x="820420" y="312420"/>
                      <a:pt x="821690" y="313690"/>
                      <a:pt x="824230" y="313690"/>
                    </a:cubicBezTo>
                    <a:cubicBezTo>
                      <a:pt x="828040" y="313690"/>
                      <a:pt x="835660" y="304800"/>
                      <a:pt x="844550" y="304800"/>
                    </a:cubicBezTo>
                    <a:cubicBezTo>
                      <a:pt x="863600" y="303530"/>
                      <a:pt x="922020" y="316230"/>
                      <a:pt x="933450" y="335280"/>
                    </a:cubicBezTo>
                    <a:cubicBezTo>
                      <a:pt x="943610" y="350520"/>
                      <a:pt x="937260" y="381000"/>
                      <a:pt x="928370" y="396240"/>
                    </a:cubicBezTo>
                    <a:cubicBezTo>
                      <a:pt x="919480" y="410210"/>
                      <a:pt x="900430" y="417830"/>
                      <a:pt x="883920" y="427990"/>
                    </a:cubicBezTo>
                    <a:cubicBezTo>
                      <a:pt x="864870" y="438150"/>
                      <a:pt x="821690" y="450850"/>
                      <a:pt x="820420" y="455930"/>
                    </a:cubicBezTo>
                    <a:cubicBezTo>
                      <a:pt x="819150" y="457200"/>
                      <a:pt x="820420" y="458470"/>
                      <a:pt x="821690" y="458470"/>
                    </a:cubicBezTo>
                    <a:cubicBezTo>
                      <a:pt x="821690" y="461010"/>
                      <a:pt x="824230" y="464820"/>
                      <a:pt x="824230" y="464820"/>
                    </a:cubicBezTo>
                    <a:cubicBezTo>
                      <a:pt x="824230" y="464820"/>
                      <a:pt x="825500" y="468630"/>
                      <a:pt x="825500" y="471170"/>
                    </a:cubicBezTo>
                    <a:cubicBezTo>
                      <a:pt x="826770" y="472440"/>
                      <a:pt x="826770" y="476250"/>
                      <a:pt x="826770" y="476250"/>
                    </a:cubicBezTo>
                    <a:cubicBezTo>
                      <a:pt x="826770" y="476250"/>
                      <a:pt x="826770" y="481330"/>
                      <a:pt x="826770" y="482600"/>
                    </a:cubicBezTo>
                    <a:cubicBezTo>
                      <a:pt x="826770" y="485140"/>
                      <a:pt x="826770" y="488950"/>
                      <a:pt x="826770" y="488950"/>
                    </a:cubicBezTo>
                    <a:cubicBezTo>
                      <a:pt x="826770" y="488950"/>
                      <a:pt x="825500" y="492760"/>
                      <a:pt x="825500" y="495300"/>
                    </a:cubicBezTo>
                    <a:cubicBezTo>
                      <a:pt x="825500" y="496570"/>
                      <a:pt x="824230" y="501650"/>
                      <a:pt x="824230" y="501650"/>
                    </a:cubicBezTo>
                    <a:cubicBezTo>
                      <a:pt x="824230" y="501650"/>
                      <a:pt x="821690" y="504190"/>
                      <a:pt x="821690" y="506730"/>
                    </a:cubicBezTo>
                    <a:cubicBezTo>
                      <a:pt x="820420" y="508000"/>
                      <a:pt x="817880" y="511810"/>
                      <a:pt x="817880" y="511810"/>
                    </a:cubicBezTo>
                    <a:cubicBezTo>
                      <a:pt x="817880" y="511810"/>
                      <a:pt x="815340" y="515620"/>
                      <a:pt x="814070" y="516890"/>
                    </a:cubicBezTo>
                    <a:cubicBezTo>
                      <a:pt x="812800" y="518160"/>
                      <a:pt x="810260" y="520700"/>
                      <a:pt x="810260" y="520700"/>
                    </a:cubicBezTo>
                    <a:cubicBezTo>
                      <a:pt x="810260" y="521970"/>
                      <a:pt x="810260" y="521970"/>
                      <a:pt x="810260" y="521970"/>
                    </a:cubicBezTo>
                    <a:cubicBezTo>
                      <a:pt x="810260" y="521970"/>
                      <a:pt x="806450" y="523240"/>
                      <a:pt x="805180" y="524510"/>
                    </a:cubicBezTo>
                    <a:cubicBezTo>
                      <a:pt x="802640" y="525780"/>
                      <a:pt x="800100" y="528320"/>
                      <a:pt x="800100" y="528320"/>
                    </a:cubicBezTo>
                    <a:cubicBezTo>
                      <a:pt x="800100" y="528320"/>
                      <a:pt x="796290" y="529590"/>
                      <a:pt x="793750" y="530860"/>
                    </a:cubicBezTo>
                    <a:cubicBezTo>
                      <a:pt x="792480" y="530860"/>
                      <a:pt x="788670" y="532130"/>
                      <a:pt x="787400" y="532130"/>
                    </a:cubicBezTo>
                    <a:cubicBezTo>
                      <a:pt x="787400" y="532130"/>
                      <a:pt x="783590" y="533400"/>
                      <a:pt x="782320" y="533400"/>
                    </a:cubicBezTo>
                    <a:cubicBezTo>
                      <a:pt x="779780" y="533400"/>
                      <a:pt x="775970" y="534670"/>
                      <a:pt x="775970" y="534670"/>
                    </a:cubicBezTo>
                    <a:cubicBezTo>
                      <a:pt x="775970" y="534670"/>
                      <a:pt x="754380" y="553720"/>
                      <a:pt x="749300" y="561340"/>
                    </a:cubicBezTo>
                    <a:cubicBezTo>
                      <a:pt x="746760" y="566420"/>
                      <a:pt x="749300" y="574040"/>
                      <a:pt x="746760" y="576580"/>
                    </a:cubicBezTo>
                    <a:cubicBezTo>
                      <a:pt x="744220" y="579120"/>
                      <a:pt x="737870" y="576580"/>
                      <a:pt x="732790" y="579120"/>
                    </a:cubicBezTo>
                    <a:cubicBezTo>
                      <a:pt x="722630" y="585470"/>
                      <a:pt x="702310" y="614680"/>
                      <a:pt x="697230" y="619760"/>
                    </a:cubicBezTo>
                    <a:cubicBezTo>
                      <a:pt x="695960" y="622300"/>
                      <a:pt x="694690" y="622300"/>
                      <a:pt x="693420" y="623570"/>
                    </a:cubicBezTo>
                    <a:cubicBezTo>
                      <a:pt x="692150" y="626110"/>
                      <a:pt x="690880" y="633730"/>
                      <a:pt x="688340" y="635000"/>
                    </a:cubicBezTo>
                    <a:cubicBezTo>
                      <a:pt x="685800" y="636270"/>
                      <a:pt x="684530" y="635000"/>
                      <a:pt x="681990" y="636270"/>
                    </a:cubicBezTo>
                    <a:cubicBezTo>
                      <a:pt x="674370" y="638810"/>
                      <a:pt x="654050" y="666750"/>
                      <a:pt x="647700" y="669290"/>
                    </a:cubicBezTo>
                    <a:cubicBezTo>
                      <a:pt x="646430" y="670560"/>
                      <a:pt x="645160" y="669290"/>
                      <a:pt x="645160" y="669290"/>
                    </a:cubicBezTo>
                    <a:cubicBezTo>
                      <a:pt x="645160" y="669290"/>
                      <a:pt x="645160" y="669290"/>
                      <a:pt x="645160" y="670560"/>
                    </a:cubicBezTo>
                    <a:cubicBezTo>
                      <a:pt x="645160" y="670560"/>
                      <a:pt x="645160" y="671830"/>
                      <a:pt x="646430" y="673100"/>
                    </a:cubicBezTo>
                    <a:cubicBezTo>
                      <a:pt x="646430" y="673100"/>
                      <a:pt x="646430" y="674370"/>
                      <a:pt x="647700" y="674370"/>
                    </a:cubicBezTo>
                    <a:cubicBezTo>
                      <a:pt x="647700" y="676910"/>
                      <a:pt x="647700" y="678180"/>
                      <a:pt x="648970" y="680720"/>
                    </a:cubicBezTo>
                    <a:cubicBezTo>
                      <a:pt x="648970" y="681990"/>
                      <a:pt x="650240" y="684530"/>
                      <a:pt x="650240" y="685800"/>
                    </a:cubicBezTo>
                    <a:cubicBezTo>
                      <a:pt x="651510" y="687070"/>
                      <a:pt x="650240" y="687070"/>
                      <a:pt x="651510" y="688340"/>
                    </a:cubicBezTo>
                    <a:cubicBezTo>
                      <a:pt x="651510" y="689610"/>
                      <a:pt x="651510" y="689610"/>
                      <a:pt x="651510" y="690880"/>
                    </a:cubicBezTo>
                    <a:cubicBezTo>
                      <a:pt x="651510" y="692150"/>
                      <a:pt x="651510" y="694690"/>
                      <a:pt x="651510" y="695960"/>
                    </a:cubicBezTo>
                    <a:cubicBezTo>
                      <a:pt x="651510" y="698500"/>
                      <a:pt x="651510" y="701040"/>
                      <a:pt x="651510" y="702310"/>
                    </a:cubicBezTo>
                    <a:cubicBezTo>
                      <a:pt x="651510" y="703580"/>
                      <a:pt x="651510" y="703580"/>
                      <a:pt x="650240" y="704850"/>
                    </a:cubicBezTo>
                    <a:cubicBezTo>
                      <a:pt x="650240" y="706120"/>
                      <a:pt x="650240" y="706120"/>
                      <a:pt x="650240" y="707390"/>
                    </a:cubicBezTo>
                    <a:cubicBezTo>
                      <a:pt x="650240" y="708660"/>
                      <a:pt x="648970" y="711200"/>
                      <a:pt x="648970" y="712470"/>
                    </a:cubicBezTo>
                    <a:cubicBezTo>
                      <a:pt x="647700" y="715010"/>
                      <a:pt x="647700" y="716280"/>
                      <a:pt x="646430" y="717550"/>
                    </a:cubicBezTo>
                    <a:cubicBezTo>
                      <a:pt x="646430" y="718820"/>
                      <a:pt x="645160" y="718820"/>
                      <a:pt x="645160" y="720090"/>
                    </a:cubicBezTo>
                    <a:cubicBezTo>
                      <a:pt x="645160" y="721360"/>
                      <a:pt x="645160" y="721360"/>
                      <a:pt x="643890" y="722630"/>
                    </a:cubicBezTo>
                    <a:cubicBezTo>
                      <a:pt x="643890" y="723900"/>
                      <a:pt x="641350" y="725170"/>
                      <a:pt x="640080" y="726440"/>
                    </a:cubicBezTo>
                    <a:cubicBezTo>
                      <a:pt x="640080" y="728980"/>
                      <a:pt x="638810" y="730250"/>
                      <a:pt x="637540" y="731520"/>
                    </a:cubicBezTo>
                    <a:cubicBezTo>
                      <a:pt x="636270" y="732790"/>
                      <a:pt x="636270" y="732790"/>
                      <a:pt x="635000" y="732790"/>
                    </a:cubicBezTo>
                    <a:cubicBezTo>
                      <a:pt x="635000" y="734060"/>
                      <a:pt x="635000" y="734060"/>
                      <a:pt x="633730" y="734060"/>
                    </a:cubicBezTo>
                    <a:cubicBezTo>
                      <a:pt x="633730" y="735330"/>
                      <a:pt x="633730" y="737870"/>
                      <a:pt x="633730" y="737870"/>
                    </a:cubicBezTo>
                    <a:cubicBezTo>
                      <a:pt x="633730" y="737870"/>
                      <a:pt x="631190" y="740410"/>
                      <a:pt x="631190" y="741680"/>
                    </a:cubicBezTo>
                    <a:cubicBezTo>
                      <a:pt x="629920" y="744220"/>
                      <a:pt x="628650" y="746760"/>
                      <a:pt x="628650" y="746760"/>
                    </a:cubicBezTo>
                    <a:cubicBezTo>
                      <a:pt x="628650" y="746760"/>
                      <a:pt x="626110" y="749300"/>
                      <a:pt x="624840" y="750570"/>
                    </a:cubicBezTo>
                    <a:cubicBezTo>
                      <a:pt x="623570" y="751840"/>
                      <a:pt x="621030" y="754380"/>
                      <a:pt x="621030" y="754380"/>
                    </a:cubicBezTo>
                    <a:cubicBezTo>
                      <a:pt x="621030" y="754380"/>
                      <a:pt x="618490" y="756920"/>
                      <a:pt x="615950" y="758190"/>
                    </a:cubicBezTo>
                    <a:cubicBezTo>
                      <a:pt x="614680" y="758190"/>
                      <a:pt x="612140" y="760730"/>
                      <a:pt x="612140" y="760730"/>
                    </a:cubicBezTo>
                    <a:cubicBezTo>
                      <a:pt x="612140" y="760730"/>
                      <a:pt x="608330" y="762000"/>
                      <a:pt x="607060" y="762000"/>
                    </a:cubicBezTo>
                    <a:cubicBezTo>
                      <a:pt x="605790" y="763270"/>
                      <a:pt x="601980" y="764540"/>
                      <a:pt x="601980" y="764540"/>
                    </a:cubicBezTo>
                    <a:cubicBezTo>
                      <a:pt x="601980" y="764540"/>
                      <a:pt x="598170" y="764540"/>
                      <a:pt x="596900" y="764540"/>
                    </a:cubicBezTo>
                    <a:cubicBezTo>
                      <a:pt x="594360" y="764540"/>
                      <a:pt x="591820" y="765810"/>
                      <a:pt x="591820" y="765810"/>
                    </a:cubicBezTo>
                    <a:cubicBezTo>
                      <a:pt x="590550" y="765810"/>
                      <a:pt x="588010" y="764540"/>
                      <a:pt x="585470" y="764540"/>
                    </a:cubicBezTo>
                    <a:cubicBezTo>
                      <a:pt x="584200" y="764540"/>
                      <a:pt x="580390" y="763270"/>
                      <a:pt x="580390" y="763270"/>
                    </a:cubicBezTo>
                    <a:cubicBezTo>
                      <a:pt x="580390" y="763270"/>
                      <a:pt x="577850" y="762000"/>
                      <a:pt x="575310" y="762000"/>
                    </a:cubicBezTo>
                    <a:cubicBezTo>
                      <a:pt x="574040" y="760730"/>
                      <a:pt x="570230" y="759460"/>
                      <a:pt x="570230" y="759460"/>
                    </a:cubicBezTo>
                    <a:cubicBezTo>
                      <a:pt x="570230" y="759460"/>
                      <a:pt x="567690" y="758190"/>
                      <a:pt x="566420" y="756920"/>
                    </a:cubicBezTo>
                    <a:cubicBezTo>
                      <a:pt x="565150" y="755650"/>
                      <a:pt x="562610" y="753110"/>
                      <a:pt x="562610" y="753110"/>
                    </a:cubicBezTo>
                    <a:cubicBezTo>
                      <a:pt x="562610" y="753110"/>
                      <a:pt x="560070" y="750570"/>
                      <a:pt x="558800" y="749300"/>
                    </a:cubicBezTo>
                    <a:cubicBezTo>
                      <a:pt x="557530" y="748030"/>
                      <a:pt x="554990" y="745490"/>
                      <a:pt x="554990" y="745490"/>
                    </a:cubicBezTo>
                    <a:cubicBezTo>
                      <a:pt x="554990" y="745490"/>
                      <a:pt x="553720" y="741680"/>
                      <a:pt x="552450" y="740410"/>
                    </a:cubicBezTo>
                    <a:cubicBezTo>
                      <a:pt x="552450" y="739140"/>
                      <a:pt x="549910" y="735330"/>
                      <a:pt x="549910" y="735330"/>
                    </a:cubicBezTo>
                    <a:cubicBezTo>
                      <a:pt x="549910" y="735330"/>
                      <a:pt x="549910" y="732790"/>
                      <a:pt x="548640" y="730250"/>
                    </a:cubicBezTo>
                    <a:cubicBezTo>
                      <a:pt x="548640" y="728980"/>
                      <a:pt x="548640" y="725170"/>
                      <a:pt x="548640" y="725170"/>
                    </a:cubicBezTo>
                    <a:cubicBezTo>
                      <a:pt x="548640" y="725170"/>
                      <a:pt x="548640" y="721360"/>
                      <a:pt x="548640" y="720090"/>
                    </a:cubicBezTo>
                    <a:cubicBezTo>
                      <a:pt x="548640" y="718820"/>
                      <a:pt x="548640" y="715010"/>
                      <a:pt x="548640" y="715010"/>
                    </a:cubicBezTo>
                    <a:cubicBezTo>
                      <a:pt x="548640" y="715010"/>
                      <a:pt x="547370" y="703580"/>
                      <a:pt x="544830" y="698500"/>
                    </a:cubicBezTo>
                    <a:cubicBezTo>
                      <a:pt x="542290" y="690880"/>
                      <a:pt x="538480" y="683260"/>
                      <a:pt x="532130" y="675640"/>
                    </a:cubicBezTo>
                    <a:cubicBezTo>
                      <a:pt x="525780" y="668020"/>
                      <a:pt x="509270" y="655320"/>
                      <a:pt x="506730" y="654050"/>
                    </a:cubicBezTo>
                    <a:cubicBezTo>
                      <a:pt x="506730" y="654050"/>
                      <a:pt x="502920" y="651510"/>
                      <a:pt x="501650" y="650240"/>
                    </a:cubicBezTo>
                    <a:cubicBezTo>
                      <a:pt x="499110" y="650240"/>
                      <a:pt x="496570" y="647700"/>
                      <a:pt x="496570" y="647700"/>
                    </a:cubicBezTo>
                    <a:cubicBezTo>
                      <a:pt x="496570" y="647700"/>
                      <a:pt x="492760" y="645160"/>
                      <a:pt x="491490" y="643890"/>
                    </a:cubicBezTo>
                    <a:cubicBezTo>
                      <a:pt x="490220" y="641350"/>
                      <a:pt x="487680" y="638810"/>
                      <a:pt x="487680" y="638810"/>
                    </a:cubicBezTo>
                    <a:cubicBezTo>
                      <a:pt x="486410" y="638810"/>
                      <a:pt x="453390" y="633730"/>
                      <a:pt x="436880" y="626110"/>
                    </a:cubicBezTo>
                    <a:cubicBezTo>
                      <a:pt x="420370" y="615950"/>
                      <a:pt x="405130" y="595630"/>
                      <a:pt x="388620" y="584200"/>
                    </a:cubicBezTo>
                    <a:cubicBezTo>
                      <a:pt x="374650" y="574040"/>
                      <a:pt x="359410" y="568960"/>
                      <a:pt x="344170" y="560070"/>
                    </a:cubicBezTo>
                    <a:cubicBezTo>
                      <a:pt x="330200" y="549910"/>
                      <a:pt x="316230" y="539750"/>
                      <a:pt x="302260" y="528320"/>
                    </a:cubicBezTo>
                    <a:cubicBezTo>
                      <a:pt x="288290" y="518160"/>
                      <a:pt x="266700" y="499110"/>
                      <a:pt x="260350" y="497840"/>
                    </a:cubicBezTo>
                    <a:cubicBezTo>
                      <a:pt x="259080" y="496570"/>
                      <a:pt x="257810" y="499110"/>
                      <a:pt x="256540" y="497840"/>
                    </a:cubicBezTo>
                    <a:cubicBezTo>
                      <a:pt x="252730" y="496570"/>
                      <a:pt x="250190" y="488950"/>
                      <a:pt x="245110" y="483870"/>
                    </a:cubicBezTo>
                    <a:cubicBezTo>
                      <a:pt x="238760" y="476250"/>
                      <a:pt x="229870" y="467360"/>
                      <a:pt x="220980" y="458470"/>
                    </a:cubicBezTo>
                    <a:cubicBezTo>
                      <a:pt x="210820" y="449580"/>
                      <a:pt x="203200" y="436880"/>
                      <a:pt x="191770" y="429260"/>
                    </a:cubicBezTo>
                    <a:cubicBezTo>
                      <a:pt x="180340" y="421640"/>
                      <a:pt x="162560" y="420370"/>
                      <a:pt x="153670" y="414020"/>
                    </a:cubicBezTo>
                    <a:cubicBezTo>
                      <a:pt x="146050" y="408940"/>
                      <a:pt x="140970" y="396240"/>
                      <a:pt x="138430" y="396240"/>
                    </a:cubicBezTo>
                    <a:cubicBezTo>
                      <a:pt x="137160" y="396240"/>
                      <a:pt x="135890" y="398780"/>
                      <a:pt x="135890" y="398780"/>
                    </a:cubicBezTo>
                    <a:cubicBezTo>
                      <a:pt x="135890" y="398780"/>
                      <a:pt x="132080" y="401320"/>
                      <a:pt x="130810" y="402590"/>
                    </a:cubicBezTo>
                    <a:cubicBezTo>
                      <a:pt x="129540" y="403860"/>
                      <a:pt x="125730" y="405130"/>
                      <a:pt x="125730" y="405130"/>
                    </a:cubicBezTo>
                    <a:cubicBezTo>
                      <a:pt x="125730" y="405130"/>
                      <a:pt x="121920" y="406400"/>
                      <a:pt x="120650" y="407670"/>
                    </a:cubicBezTo>
                    <a:cubicBezTo>
                      <a:pt x="118110" y="407670"/>
                      <a:pt x="114300" y="408940"/>
                      <a:pt x="114300" y="408940"/>
                    </a:cubicBezTo>
                    <a:cubicBezTo>
                      <a:pt x="114300" y="408940"/>
                      <a:pt x="110490" y="410210"/>
                      <a:pt x="109220" y="410210"/>
                    </a:cubicBezTo>
                    <a:cubicBezTo>
                      <a:pt x="106680" y="410210"/>
                      <a:pt x="102870" y="410210"/>
                      <a:pt x="102870" y="410210"/>
                    </a:cubicBezTo>
                    <a:cubicBezTo>
                      <a:pt x="102870" y="410210"/>
                      <a:pt x="99060" y="410210"/>
                      <a:pt x="97790" y="408940"/>
                    </a:cubicBezTo>
                    <a:cubicBezTo>
                      <a:pt x="95250" y="408940"/>
                      <a:pt x="91440" y="408940"/>
                      <a:pt x="91440" y="408940"/>
                    </a:cubicBezTo>
                    <a:cubicBezTo>
                      <a:pt x="91440" y="408940"/>
                      <a:pt x="87630" y="407670"/>
                      <a:pt x="86360" y="406400"/>
                    </a:cubicBezTo>
                    <a:cubicBezTo>
                      <a:pt x="85090" y="405130"/>
                      <a:pt x="81280" y="403860"/>
                      <a:pt x="81280" y="403860"/>
                    </a:cubicBezTo>
                    <a:cubicBezTo>
                      <a:pt x="81280" y="403860"/>
                      <a:pt x="77470" y="401320"/>
                      <a:pt x="76200" y="400050"/>
                    </a:cubicBezTo>
                    <a:cubicBezTo>
                      <a:pt x="74930" y="400050"/>
                      <a:pt x="71120" y="397510"/>
                      <a:pt x="71120" y="397510"/>
                    </a:cubicBezTo>
                    <a:cubicBezTo>
                      <a:pt x="71120" y="397510"/>
                      <a:pt x="68580" y="393700"/>
                      <a:pt x="68580" y="392430"/>
                    </a:cubicBezTo>
                    <a:cubicBezTo>
                      <a:pt x="67310" y="391160"/>
                      <a:pt x="64770" y="388620"/>
                      <a:pt x="64770" y="388620"/>
                    </a:cubicBezTo>
                    <a:cubicBezTo>
                      <a:pt x="64770" y="388620"/>
                      <a:pt x="62230" y="384810"/>
                      <a:pt x="62230" y="383540"/>
                    </a:cubicBezTo>
                    <a:cubicBezTo>
                      <a:pt x="60960" y="381000"/>
                      <a:pt x="59690" y="378460"/>
                      <a:pt x="59690" y="378460"/>
                    </a:cubicBezTo>
                    <a:cubicBezTo>
                      <a:pt x="59690" y="377190"/>
                      <a:pt x="58420" y="374650"/>
                      <a:pt x="58420" y="372110"/>
                    </a:cubicBezTo>
                    <a:cubicBezTo>
                      <a:pt x="57150" y="370840"/>
                      <a:pt x="57150" y="367030"/>
                      <a:pt x="57150" y="367030"/>
                    </a:cubicBezTo>
                    <a:cubicBezTo>
                      <a:pt x="57150" y="367030"/>
                      <a:pt x="57150" y="361950"/>
                      <a:pt x="57150" y="360680"/>
                    </a:cubicBezTo>
                    <a:cubicBezTo>
                      <a:pt x="57150" y="359410"/>
                      <a:pt x="57150" y="359410"/>
                      <a:pt x="57150" y="358140"/>
                    </a:cubicBezTo>
                    <a:cubicBezTo>
                      <a:pt x="57150" y="358140"/>
                      <a:pt x="54610" y="359410"/>
                      <a:pt x="54610" y="359410"/>
                    </a:cubicBezTo>
                    <a:cubicBezTo>
                      <a:pt x="54610" y="359410"/>
                      <a:pt x="50800" y="359410"/>
                      <a:pt x="49530" y="359410"/>
                    </a:cubicBezTo>
                    <a:cubicBezTo>
                      <a:pt x="46990" y="359410"/>
                      <a:pt x="43180" y="359410"/>
                      <a:pt x="43180" y="359410"/>
                    </a:cubicBezTo>
                    <a:cubicBezTo>
                      <a:pt x="43180" y="359410"/>
                      <a:pt x="39370" y="358140"/>
                      <a:pt x="38100" y="358140"/>
                    </a:cubicBezTo>
                    <a:cubicBezTo>
                      <a:pt x="35560" y="356870"/>
                      <a:pt x="31750" y="356870"/>
                      <a:pt x="31750" y="356870"/>
                    </a:cubicBezTo>
                    <a:cubicBezTo>
                      <a:pt x="31750" y="356870"/>
                      <a:pt x="27940" y="354330"/>
                      <a:pt x="26670" y="354330"/>
                    </a:cubicBezTo>
                    <a:cubicBezTo>
                      <a:pt x="25400" y="353060"/>
                      <a:pt x="21590" y="350520"/>
                      <a:pt x="21590" y="350520"/>
                    </a:cubicBezTo>
                    <a:cubicBezTo>
                      <a:pt x="21590" y="350520"/>
                      <a:pt x="17780" y="347980"/>
                      <a:pt x="16510" y="346710"/>
                    </a:cubicBezTo>
                    <a:cubicBezTo>
                      <a:pt x="15240" y="345440"/>
                      <a:pt x="12700" y="342900"/>
                      <a:pt x="12700" y="342900"/>
                    </a:cubicBezTo>
                    <a:cubicBezTo>
                      <a:pt x="12700" y="342900"/>
                      <a:pt x="10160" y="340360"/>
                      <a:pt x="8890" y="339090"/>
                    </a:cubicBezTo>
                    <a:cubicBezTo>
                      <a:pt x="7620" y="336550"/>
                      <a:pt x="6350" y="334010"/>
                      <a:pt x="6350" y="334010"/>
                    </a:cubicBezTo>
                    <a:cubicBezTo>
                      <a:pt x="5080" y="334010"/>
                      <a:pt x="3810" y="330200"/>
                      <a:pt x="3810" y="327660"/>
                    </a:cubicBezTo>
                    <a:cubicBezTo>
                      <a:pt x="2540" y="326390"/>
                      <a:pt x="1270" y="322580"/>
                      <a:pt x="1270" y="322580"/>
                    </a:cubicBezTo>
                    <a:cubicBezTo>
                      <a:pt x="1270" y="322580"/>
                      <a:pt x="1270" y="318770"/>
                      <a:pt x="1270" y="317500"/>
                    </a:cubicBezTo>
                    <a:cubicBezTo>
                      <a:pt x="0" y="314960"/>
                      <a:pt x="0" y="311150"/>
                      <a:pt x="0" y="311150"/>
                    </a:cubicBezTo>
                    <a:moveTo>
                      <a:pt x="292100" y="377190"/>
                    </a:moveTo>
                    <a:cubicBezTo>
                      <a:pt x="299720" y="382270"/>
                      <a:pt x="299720" y="379730"/>
                      <a:pt x="299720" y="379730"/>
                    </a:cubicBezTo>
                    <a:cubicBezTo>
                      <a:pt x="300990" y="378460"/>
                      <a:pt x="302260" y="377190"/>
                      <a:pt x="300990" y="375920"/>
                    </a:cubicBezTo>
                    <a:cubicBezTo>
                      <a:pt x="300990" y="373380"/>
                      <a:pt x="294640" y="365760"/>
                      <a:pt x="293370" y="367030"/>
                    </a:cubicBezTo>
                    <a:cubicBezTo>
                      <a:pt x="290830" y="367030"/>
                      <a:pt x="292100" y="377190"/>
                      <a:pt x="292100" y="377190"/>
                    </a:cubicBezTo>
                    <a:moveTo>
                      <a:pt x="486410" y="400050"/>
                    </a:moveTo>
                    <a:cubicBezTo>
                      <a:pt x="487680" y="401320"/>
                      <a:pt x="490220" y="398780"/>
                      <a:pt x="492760" y="397510"/>
                    </a:cubicBezTo>
                    <a:cubicBezTo>
                      <a:pt x="494030" y="396240"/>
                      <a:pt x="497840" y="394970"/>
                      <a:pt x="497840" y="394970"/>
                    </a:cubicBezTo>
                    <a:cubicBezTo>
                      <a:pt x="497840" y="394970"/>
                      <a:pt x="501650" y="393700"/>
                      <a:pt x="502920" y="392430"/>
                    </a:cubicBezTo>
                    <a:cubicBezTo>
                      <a:pt x="505460" y="391160"/>
                      <a:pt x="509270" y="389890"/>
                      <a:pt x="509270" y="389890"/>
                    </a:cubicBezTo>
                    <a:cubicBezTo>
                      <a:pt x="509270" y="389890"/>
                      <a:pt x="510540" y="391160"/>
                      <a:pt x="511810" y="389890"/>
                    </a:cubicBezTo>
                    <a:cubicBezTo>
                      <a:pt x="513080" y="388620"/>
                      <a:pt x="513080" y="378460"/>
                      <a:pt x="510540" y="378460"/>
                    </a:cubicBezTo>
                    <a:cubicBezTo>
                      <a:pt x="506730" y="375920"/>
                      <a:pt x="486410" y="400050"/>
                      <a:pt x="486410" y="40005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94" name="Group 94"/>
          <p:cNvGrpSpPr/>
          <p:nvPr/>
        </p:nvGrpSpPr>
        <p:grpSpPr>
          <a:xfrm>
            <a:off x="11116628" y="6507480"/>
            <a:ext cx="111442" cy="108585"/>
            <a:chOff x="0" y="0"/>
            <a:chExt cx="148590" cy="144780"/>
          </a:xfrm>
        </p:grpSpPr>
        <p:sp>
          <p:nvSpPr>
            <p:cNvPr id="95" name="Freeform 95"/>
            <p:cNvSpPr/>
            <p:nvPr/>
          </p:nvSpPr>
          <p:spPr>
            <a:xfrm>
              <a:off x="45720" y="45720"/>
              <a:ext cx="50800" cy="52070"/>
            </a:xfrm>
            <a:custGeom>
              <a:avLst/>
              <a:gdLst/>
              <a:ahLst/>
              <a:cxnLst/>
              <a:rect l="l" t="t" r="r" b="b"/>
              <a:pathLst>
                <a:path w="50800" h="52070">
                  <a:moveTo>
                    <a:pt x="50800" y="17780"/>
                  </a:moveTo>
                  <a:cubicBezTo>
                    <a:pt x="29210" y="52070"/>
                    <a:pt x="8890" y="45720"/>
                    <a:pt x="5080" y="38100"/>
                  </a:cubicBezTo>
                  <a:cubicBezTo>
                    <a:pt x="0" y="31750"/>
                    <a:pt x="3810" y="10160"/>
                    <a:pt x="11430" y="5080"/>
                  </a:cubicBezTo>
                  <a:cubicBezTo>
                    <a:pt x="17780" y="0"/>
                    <a:pt x="44450" y="7620"/>
                    <a:pt x="44450" y="76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888028" y="6297930"/>
            <a:ext cx="85725" cy="82868"/>
            <a:chOff x="0" y="0"/>
            <a:chExt cx="114300" cy="110490"/>
          </a:xfrm>
        </p:grpSpPr>
        <p:sp>
          <p:nvSpPr>
            <p:cNvPr id="97" name="Freeform 97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466653" y="5736961"/>
            <a:ext cx="1338156" cy="1541038"/>
            <a:chOff x="0" y="0"/>
            <a:chExt cx="1784208" cy="2054717"/>
          </a:xfrm>
        </p:grpSpPr>
        <p:grpSp>
          <p:nvGrpSpPr>
            <p:cNvPr id="99" name="Group 99"/>
            <p:cNvGrpSpPr/>
            <p:nvPr/>
          </p:nvGrpSpPr>
          <p:grpSpPr>
            <a:xfrm>
              <a:off x="0" y="0"/>
              <a:ext cx="1784208" cy="1784208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349961" y="569834"/>
              <a:ext cx="403569" cy="396275"/>
              <a:chOff x="0" y="0"/>
              <a:chExt cx="210820" cy="20701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982056" y="574696"/>
              <a:ext cx="406000" cy="381688"/>
              <a:chOff x="0" y="0"/>
              <a:chExt cx="212090" cy="19939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119003" y="735151"/>
              <a:ext cx="464347" cy="398706"/>
              <a:chOff x="0" y="0"/>
              <a:chExt cx="242570" cy="20828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178978" y="718133"/>
              <a:ext cx="486227" cy="427880"/>
              <a:chOff x="0" y="0"/>
              <a:chExt cx="254000" cy="22352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965419" y="626391"/>
              <a:ext cx="425908" cy="152521"/>
              <a:chOff x="0" y="0"/>
              <a:chExt cx="563880" cy="20193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48260" y="39370"/>
                <a:ext cx="46990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119380">
                    <a:moveTo>
                      <a:pt x="419100" y="110490"/>
                    </a:moveTo>
                    <a:cubicBezTo>
                      <a:pt x="222250" y="99060"/>
                      <a:pt x="78740" y="119380"/>
                      <a:pt x="39370" y="110490"/>
                    </a:cubicBezTo>
                    <a:cubicBezTo>
                      <a:pt x="25400" y="107950"/>
                      <a:pt x="19050" y="105410"/>
                      <a:pt x="13970" y="97790"/>
                    </a:cubicBezTo>
                    <a:cubicBezTo>
                      <a:pt x="6350" y="86360"/>
                      <a:pt x="2540" y="55880"/>
                      <a:pt x="8890" y="43180"/>
                    </a:cubicBezTo>
                    <a:cubicBezTo>
                      <a:pt x="13970" y="33020"/>
                      <a:pt x="31750" y="22860"/>
                      <a:pt x="44450" y="22860"/>
                    </a:cubicBezTo>
                    <a:cubicBezTo>
                      <a:pt x="55880" y="21590"/>
                      <a:pt x="74930" y="30480"/>
                      <a:pt x="81280" y="40640"/>
                    </a:cubicBezTo>
                    <a:cubicBezTo>
                      <a:pt x="88900" y="49530"/>
                      <a:pt x="92710" y="69850"/>
                      <a:pt x="88900" y="81280"/>
                    </a:cubicBezTo>
                    <a:cubicBezTo>
                      <a:pt x="83820" y="92710"/>
                      <a:pt x="69850" y="106680"/>
                      <a:pt x="58420" y="109220"/>
                    </a:cubicBezTo>
                    <a:cubicBezTo>
                      <a:pt x="45720" y="113030"/>
                      <a:pt x="26670" y="107950"/>
                      <a:pt x="17780" y="100330"/>
                    </a:cubicBezTo>
                    <a:cubicBezTo>
                      <a:pt x="7620" y="92710"/>
                      <a:pt x="0" y="73660"/>
                      <a:pt x="2540" y="62230"/>
                    </a:cubicBezTo>
                    <a:cubicBezTo>
                      <a:pt x="5080" y="48260"/>
                      <a:pt x="17780" y="33020"/>
                      <a:pt x="39370" y="22860"/>
                    </a:cubicBezTo>
                    <a:cubicBezTo>
                      <a:pt x="90170" y="0"/>
                      <a:pt x="266700" y="5080"/>
                      <a:pt x="342900" y="11430"/>
                    </a:cubicBezTo>
                    <a:cubicBezTo>
                      <a:pt x="391160" y="16510"/>
                      <a:pt x="440690" y="19050"/>
                      <a:pt x="457200" y="36830"/>
                    </a:cubicBezTo>
                    <a:cubicBezTo>
                      <a:pt x="468630" y="49530"/>
                      <a:pt x="469900" y="74930"/>
                      <a:pt x="463550" y="87630"/>
                    </a:cubicBezTo>
                    <a:cubicBezTo>
                      <a:pt x="457200" y="99060"/>
                      <a:pt x="419100" y="110490"/>
                      <a:pt x="419100" y="1104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329435" y="613921"/>
              <a:ext cx="441256" cy="155399"/>
              <a:chOff x="0" y="0"/>
              <a:chExt cx="584200" cy="20574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50800" y="45720"/>
                <a:ext cx="48641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486410" h="124460">
                    <a:moveTo>
                      <a:pt x="40640" y="21590"/>
                    </a:moveTo>
                    <a:cubicBezTo>
                      <a:pt x="247650" y="2540"/>
                      <a:pt x="337820" y="0"/>
                      <a:pt x="391160" y="10160"/>
                    </a:cubicBezTo>
                    <a:cubicBezTo>
                      <a:pt x="426720" y="16510"/>
                      <a:pt x="466090" y="25400"/>
                      <a:pt x="477520" y="43180"/>
                    </a:cubicBezTo>
                    <a:cubicBezTo>
                      <a:pt x="486410" y="53340"/>
                      <a:pt x="485140" y="72390"/>
                      <a:pt x="480060" y="83820"/>
                    </a:cubicBezTo>
                    <a:cubicBezTo>
                      <a:pt x="474980" y="95250"/>
                      <a:pt x="459740" y="107950"/>
                      <a:pt x="447040" y="109220"/>
                    </a:cubicBezTo>
                    <a:cubicBezTo>
                      <a:pt x="435610" y="111760"/>
                      <a:pt x="416560" y="104140"/>
                      <a:pt x="407670" y="96520"/>
                    </a:cubicBezTo>
                    <a:cubicBezTo>
                      <a:pt x="400050" y="90170"/>
                      <a:pt x="396240" y="80010"/>
                      <a:pt x="396240" y="71120"/>
                    </a:cubicBezTo>
                    <a:cubicBezTo>
                      <a:pt x="394970" y="59690"/>
                      <a:pt x="402590" y="40640"/>
                      <a:pt x="411480" y="31750"/>
                    </a:cubicBezTo>
                    <a:cubicBezTo>
                      <a:pt x="417830" y="25400"/>
                      <a:pt x="427990" y="20320"/>
                      <a:pt x="436880" y="21590"/>
                    </a:cubicBezTo>
                    <a:cubicBezTo>
                      <a:pt x="450850" y="22860"/>
                      <a:pt x="474980" y="39370"/>
                      <a:pt x="481330" y="50800"/>
                    </a:cubicBezTo>
                    <a:cubicBezTo>
                      <a:pt x="486410" y="59690"/>
                      <a:pt x="485140" y="71120"/>
                      <a:pt x="482600" y="80010"/>
                    </a:cubicBezTo>
                    <a:cubicBezTo>
                      <a:pt x="477520" y="90170"/>
                      <a:pt x="468630" y="102870"/>
                      <a:pt x="452120" y="107950"/>
                    </a:cubicBezTo>
                    <a:cubicBezTo>
                      <a:pt x="408940" y="124460"/>
                      <a:pt x="267970" y="91440"/>
                      <a:pt x="191770" y="92710"/>
                    </a:cubicBezTo>
                    <a:cubicBezTo>
                      <a:pt x="134620" y="93980"/>
                      <a:pt x="67310" y="115570"/>
                      <a:pt x="38100" y="109220"/>
                    </a:cubicBezTo>
                    <a:cubicBezTo>
                      <a:pt x="24130" y="106680"/>
                      <a:pt x="16510" y="101600"/>
                      <a:pt x="10160" y="93980"/>
                    </a:cubicBezTo>
                    <a:cubicBezTo>
                      <a:pt x="3810" y="86360"/>
                      <a:pt x="0" y="73660"/>
                      <a:pt x="0" y="63500"/>
                    </a:cubicBezTo>
                    <a:cubicBezTo>
                      <a:pt x="1270" y="54610"/>
                      <a:pt x="6350" y="41910"/>
                      <a:pt x="12700" y="35560"/>
                    </a:cubicBezTo>
                    <a:cubicBezTo>
                      <a:pt x="19050" y="27940"/>
                      <a:pt x="40640" y="21590"/>
                      <a:pt x="40640" y="215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553900" y="1021603"/>
              <a:ext cx="672435" cy="158277"/>
              <a:chOff x="0" y="0"/>
              <a:chExt cx="890270" cy="20955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46990" y="46990"/>
                <a:ext cx="792480" cy="123190"/>
              </a:xfrm>
              <a:custGeom>
                <a:avLst/>
                <a:gdLst/>
                <a:ahLst/>
                <a:cxnLst/>
                <a:rect l="l" t="t" r="r" b="b"/>
                <a:pathLst>
                  <a:path w="792480" h="123190">
                    <a:moveTo>
                      <a:pt x="40640" y="3810"/>
                    </a:moveTo>
                    <a:cubicBezTo>
                      <a:pt x="210820" y="58420"/>
                      <a:pt x="274320" y="58420"/>
                      <a:pt x="345440" y="60960"/>
                    </a:cubicBezTo>
                    <a:cubicBezTo>
                      <a:pt x="439420" y="64770"/>
                      <a:pt x="595630" y="73660"/>
                      <a:pt x="671830" y="60960"/>
                    </a:cubicBezTo>
                    <a:cubicBezTo>
                      <a:pt x="713740" y="53340"/>
                      <a:pt x="745490" y="21590"/>
                      <a:pt x="767080" y="26670"/>
                    </a:cubicBezTo>
                    <a:cubicBezTo>
                      <a:pt x="778510" y="30480"/>
                      <a:pt x="792480" y="45720"/>
                      <a:pt x="791210" y="54610"/>
                    </a:cubicBezTo>
                    <a:cubicBezTo>
                      <a:pt x="791210" y="62230"/>
                      <a:pt x="772160" y="77470"/>
                      <a:pt x="763270" y="77470"/>
                    </a:cubicBezTo>
                    <a:cubicBezTo>
                      <a:pt x="755650" y="77470"/>
                      <a:pt x="746760" y="69850"/>
                      <a:pt x="744220" y="63500"/>
                    </a:cubicBezTo>
                    <a:cubicBezTo>
                      <a:pt x="740410" y="58420"/>
                      <a:pt x="739140" y="45720"/>
                      <a:pt x="744220" y="40640"/>
                    </a:cubicBezTo>
                    <a:cubicBezTo>
                      <a:pt x="749300" y="33020"/>
                      <a:pt x="772160" y="26670"/>
                      <a:pt x="779780" y="30480"/>
                    </a:cubicBezTo>
                    <a:cubicBezTo>
                      <a:pt x="787400" y="35560"/>
                      <a:pt x="791210" y="55880"/>
                      <a:pt x="787400" y="67310"/>
                    </a:cubicBezTo>
                    <a:cubicBezTo>
                      <a:pt x="781050" y="81280"/>
                      <a:pt x="762000" y="92710"/>
                      <a:pt x="734060" y="101600"/>
                    </a:cubicBezTo>
                    <a:cubicBezTo>
                      <a:pt x="665480" y="123190"/>
                      <a:pt x="445770" y="113030"/>
                      <a:pt x="344170" y="111760"/>
                    </a:cubicBezTo>
                    <a:cubicBezTo>
                      <a:pt x="280670" y="110490"/>
                      <a:pt x="234950" y="107950"/>
                      <a:pt x="186690" y="101600"/>
                    </a:cubicBezTo>
                    <a:cubicBezTo>
                      <a:pt x="144780" y="95250"/>
                      <a:pt x="104140" y="87630"/>
                      <a:pt x="71120" y="73660"/>
                    </a:cubicBezTo>
                    <a:cubicBezTo>
                      <a:pt x="44450" y="63500"/>
                      <a:pt x="8890" y="48260"/>
                      <a:pt x="3810" y="33020"/>
                    </a:cubicBezTo>
                    <a:cubicBezTo>
                      <a:pt x="0" y="24130"/>
                      <a:pt x="6350" y="10160"/>
                      <a:pt x="12700" y="5080"/>
                    </a:cubicBezTo>
                    <a:cubicBezTo>
                      <a:pt x="19050" y="0"/>
                      <a:pt x="40640" y="3810"/>
                      <a:pt x="40640" y="38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689634" y="1691161"/>
              <a:ext cx="259957" cy="260916"/>
              <a:chOff x="0" y="0"/>
              <a:chExt cx="344170" cy="34544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49530" y="49530"/>
                <a:ext cx="242570" cy="248920"/>
              </a:xfrm>
              <a:custGeom>
                <a:avLst/>
                <a:gdLst/>
                <a:ahLst/>
                <a:cxnLst/>
                <a:rect l="l" t="t" r="r" b="b"/>
                <a:pathLst>
                  <a:path w="242570" h="248920">
                    <a:moveTo>
                      <a:pt x="1270" y="102870"/>
                    </a:moveTo>
                    <a:cubicBezTo>
                      <a:pt x="24130" y="30480"/>
                      <a:pt x="40640" y="19050"/>
                      <a:pt x="57150" y="11430"/>
                    </a:cubicBezTo>
                    <a:cubicBezTo>
                      <a:pt x="72390" y="3810"/>
                      <a:pt x="90170" y="2540"/>
                      <a:pt x="107950" y="1270"/>
                    </a:cubicBezTo>
                    <a:cubicBezTo>
                      <a:pt x="127000" y="0"/>
                      <a:pt x="149860" y="0"/>
                      <a:pt x="168910" y="5080"/>
                    </a:cubicBezTo>
                    <a:cubicBezTo>
                      <a:pt x="189230" y="11430"/>
                      <a:pt x="213360" y="21590"/>
                      <a:pt x="226060" y="38100"/>
                    </a:cubicBezTo>
                    <a:cubicBezTo>
                      <a:pt x="237490" y="54610"/>
                      <a:pt x="242570" y="86360"/>
                      <a:pt x="242570" y="101600"/>
                    </a:cubicBezTo>
                    <a:cubicBezTo>
                      <a:pt x="242570" y="110490"/>
                      <a:pt x="237490" y="114300"/>
                      <a:pt x="237490" y="121920"/>
                    </a:cubicBezTo>
                    <a:cubicBezTo>
                      <a:pt x="236220" y="130810"/>
                      <a:pt x="241300" y="139700"/>
                      <a:pt x="241300" y="151130"/>
                    </a:cubicBezTo>
                    <a:cubicBezTo>
                      <a:pt x="240030" y="168910"/>
                      <a:pt x="233680" y="203200"/>
                      <a:pt x="222250" y="218440"/>
                    </a:cubicBezTo>
                    <a:cubicBezTo>
                      <a:pt x="213360" y="231140"/>
                      <a:pt x="198120" y="238760"/>
                      <a:pt x="182880" y="243840"/>
                    </a:cubicBezTo>
                    <a:cubicBezTo>
                      <a:pt x="163830" y="248920"/>
                      <a:pt x="132080" y="247650"/>
                      <a:pt x="115570" y="243840"/>
                    </a:cubicBezTo>
                    <a:cubicBezTo>
                      <a:pt x="102870" y="241300"/>
                      <a:pt x="90170" y="232410"/>
                      <a:pt x="86360" y="232410"/>
                    </a:cubicBezTo>
                    <a:cubicBezTo>
                      <a:pt x="82550" y="231140"/>
                      <a:pt x="50800" y="224790"/>
                      <a:pt x="38100" y="213360"/>
                    </a:cubicBezTo>
                    <a:cubicBezTo>
                      <a:pt x="25400" y="201930"/>
                      <a:pt x="13970" y="168910"/>
                      <a:pt x="12700" y="165100"/>
                    </a:cubicBezTo>
                    <a:cubicBezTo>
                      <a:pt x="12700" y="163830"/>
                      <a:pt x="12700" y="165100"/>
                      <a:pt x="12700" y="163830"/>
                    </a:cubicBezTo>
                    <a:cubicBezTo>
                      <a:pt x="11430" y="162560"/>
                      <a:pt x="5080" y="154940"/>
                      <a:pt x="2540" y="147320"/>
                    </a:cubicBezTo>
                    <a:cubicBezTo>
                      <a:pt x="0" y="135890"/>
                      <a:pt x="1270" y="102870"/>
                      <a:pt x="1270" y="10287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806663" y="1577969"/>
              <a:ext cx="425908" cy="455645"/>
              <a:chOff x="0" y="0"/>
              <a:chExt cx="563880" cy="60325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45720" y="46990"/>
                <a:ext cx="473710" cy="511810"/>
              </a:xfrm>
              <a:custGeom>
                <a:avLst/>
                <a:gdLst/>
                <a:ahLst/>
                <a:cxnLst/>
                <a:rect l="l" t="t" r="r" b="b"/>
                <a:pathLst>
                  <a:path w="473710" h="511810">
                    <a:moveTo>
                      <a:pt x="43180" y="143510"/>
                    </a:moveTo>
                    <a:cubicBezTo>
                      <a:pt x="156210" y="54610"/>
                      <a:pt x="194310" y="33020"/>
                      <a:pt x="231140" y="21590"/>
                    </a:cubicBezTo>
                    <a:cubicBezTo>
                      <a:pt x="265430" y="10160"/>
                      <a:pt x="304800" y="0"/>
                      <a:pt x="335280" y="3810"/>
                    </a:cubicBezTo>
                    <a:cubicBezTo>
                      <a:pt x="359410" y="7620"/>
                      <a:pt x="384810" y="22860"/>
                      <a:pt x="400050" y="38100"/>
                    </a:cubicBezTo>
                    <a:cubicBezTo>
                      <a:pt x="414020" y="49530"/>
                      <a:pt x="419100" y="60960"/>
                      <a:pt x="426720" y="80010"/>
                    </a:cubicBezTo>
                    <a:cubicBezTo>
                      <a:pt x="441960" y="116840"/>
                      <a:pt x="459740" y="198120"/>
                      <a:pt x="464820" y="245110"/>
                    </a:cubicBezTo>
                    <a:cubicBezTo>
                      <a:pt x="469900" y="280670"/>
                      <a:pt x="473710" y="308610"/>
                      <a:pt x="466090" y="340360"/>
                    </a:cubicBezTo>
                    <a:cubicBezTo>
                      <a:pt x="458470" y="375920"/>
                      <a:pt x="441960" y="421640"/>
                      <a:pt x="411480" y="448310"/>
                    </a:cubicBezTo>
                    <a:cubicBezTo>
                      <a:pt x="375920" y="480060"/>
                      <a:pt x="302260" y="497840"/>
                      <a:pt x="256540" y="505460"/>
                    </a:cubicBezTo>
                    <a:cubicBezTo>
                      <a:pt x="219710" y="510540"/>
                      <a:pt x="191770" y="511810"/>
                      <a:pt x="156210" y="500380"/>
                    </a:cubicBezTo>
                    <a:cubicBezTo>
                      <a:pt x="110490" y="483870"/>
                      <a:pt x="25400" y="429260"/>
                      <a:pt x="8890" y="397510"/>
                    </a:cubicBezTo>
                    <a:cubicBezTo>
                      <a:pt x="0" y="379730"/>
                      <a:pt x="3810" y="360680"/>
                      <a:pt x="8890" y="347980"/>
                    </a:cubicBezTo>
                    <a:cubicBezTo>
                      <a:pt x="13970" y="337820"/>
                      <a:pt x="24130" y="328930"/>
                      <a:pt x="33020" y="325120"/>
                    </a:cubicBezTo>
                    <a:cubicBezTo>
                      <a:pt x="43180" y="320040"/>
                      <a:pt x="55880" y="317500"/>
                      <a:pt x="67310" y="321310"/>
                    </a:cubicBezTo>
                    <a:cubicBezTo>
                      <a:pt x="80010" y="325120"/>
                      <a:pt x="99060" y="339090"/>
                      <a:pt x="104140" y="353060"/>
                    </a:cubicBezTo>
                    <a:cubicBezTo>
                      <a:pt x="109220" y="367030"/>
                      <a:pt x="106680" y="389890"/>
                      <a:pt x="99060" y="402590"/>
                    </a:cubicBezTo>
                    <a:cubicBezTo>
                      <a:pt x="91440" y="414020"/>
                      <a:pt x="68580" y="424180"/>
                      <a:pt x="55880" y="425450"/>
                    </a:cubicBezTo>
                    <a:cubicBezTo>
                      <a:pt x="44450" y="425450"/>
                      <a:pt x="31750" y="420370"/>
                      <a:pt x="24130" y="414020"/>
                    </a:cubicBezTo>
                    <a:cubicBezTo>
                      <a:pt x="15240" y="407670"/>
                      <a:pt x="7620" y="396240"/>
                      <a:pt x="5080" y="386080"/>
                    </a:cubicBezTo>
                    <a:cubicBezTo>
                      <a:pt x="2540" y="375920"/>
                      <a:pt x="1270" y="363220"/>
                      <a:pt x="6350" y="353060"/>
                    </a:cubicBezTo>
                    <a:cubicBezTo>
                      <a:pt x="12700" y="340360"/>
                      <a:pt x="30480" y="325120"/>
                      <a:pt x="44450" y="321310"/>
                    </a:cubicBezTo>
                    <a:cubicBezTo>
                      <a:pt x="54610" y="317500"/>
                      <a:pt x="63500" y="320040"/>
                      <a:pt x="77470" y="325120"/>
                    </a:cubicBezTo>
                    <a:cubicBezTo>
                      <a:pt x="102870" y="334010"/>
                      <a:pt x="148590" y="379730"/>
                      <a:pt x="176530" y="391160"/>
                    </a:cubicBezTo>
                    <a:cubicBezTo>
                      <a:pt x="194310" y="398780"/>
                      <a:pt x="204470" y="401320"/>
                      <a:pt x="223520" y="401320"/>
                    </a:cubicBezTo>
                    <a:cubicBezTo>
                      <a:pt x="251460" y="401320"/>
                      <a:pt x="304800" y="394970"/>
                      <a:pt x="328930" y="381000"/>
                    </a:cubicBezTo>
                    <a:cubicBezTo>
                      <a:pt x="345440" y="370840"/>
                      <a:pt x="355600" y="359410"/>
                      <a:pt x="361950" y="340360"/>
                    </a:cubicBezTo>
                    <a:cubicBezTo>
                      <a:pt x="373380" y="308610"/>
                      <a:pt x="368300" y="236220"/>
                      <a:pt x="359410" y="194310"/>
                    </a:cubicBezTo>
                    <a:cubicBezTo>
                      <a:pt x="351790" y="160020"/>
                      <a:pt x="344170" y="115570"/>
                      <a:pt x="321310" y="104140"/>
                    </a:cubicBezTo>
                    <a:cubicBezTo>
                      <a:pt x="298450" y="91440"/>
                      <a:pt x="256540" y="111760"/>
                      <a:pt x="222250" y="127000"/>
                    </a:cubicBezTo>
                    <a:cubicBezTo>
                      <a:pt x="176530" y="146050"/>
                      <a:pt x="113030" y="220980"/>
                      <a:pt x="78740" y="222250"/>
                    </a:cubicBezTo>
                    <a:cubicBezTo>
                      <a:pt x="59690" y="222250"/>
                      <a:pt x="40640" y="208280"/>
                      <a:pt x="34290" y="194310"/>
                    </a:cubicBezTo>
                    <a:cubicBezTo>
                      <a:pt x="27940" y="181610"/>
                      <a:pt x="43180" y="143510"/>
                      <a:pt x="43180" y="1435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431596" y="1578928"/>
              <a:ext cx="410560" cy="475789"/>
              <a:chOff x="0" y="0"/>
              <a:chExt cx="543560" cy="62992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43180" y="44450"/>
                <a:ext cx="45593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455930" h="542290">
                    <a:moveTo>
                      <a:pt x="335280" y="212090"/>
                    </a:moveTo>
                    <a:cubicBezTo>
                      <a:pt x="191770" y="97790"/>
                      <a:pt x="151130" y="92710"/>
                      <a:pt x="129540" y="114300"/>
                    </a:cubicBezTo>
                    <a:cubicBezTo>
                      <a:pt x="91440" y="152400"/>
                      <a:pt x="86360" y="382270"/>
                      <a:pt x="111760" y="417830"/>
                    </a:cubicBezTo>
                    <a:cubicBezTo>
                      <a:pt x="121920" y="431800"/>
                      <a:pt x="139700" y="429260"/>
                      <a:pt x="156210" y="430530"/>
                    </a:cubicBezTo>
                    <a:cubicBezTo>
                      <a:pt x="172720" y="430530"/>
                      <a:pt x="186690" y="427990"/>
                      <a:pt x="209550" y="419100"/>
                    </a:cubicBezTo>
                    <a:cubicBezTo>
                      <a:pt x="255270" y="401320"/>
                      <a:pt x="361950" y="304800"/>
                      <a:pt x="398780" y="300990"/>
                    </a:cubicBezTo>
                    <a:cubicBezTo>
                      <a:pt x="412750" y="299720"/>
                      <a:pt x="421640" y="304800"/>
                      <a:pt x="430530" y="311150"/>
                    </a:cubicBezTo>
                    <a:cubicBezTo>
                      <a:pt x="439420" y="317500"/>
                      <a:pt x="447040" y="328930"/>
                      <a:pt x="449580" y="339090"/>
                    </a:cubicBezTo>
                    <a:cubicBezTo>
                      <a:pt x="452120" y="349250"/>
                      <a:pt x="452120" y="363220"/>
                      <a:pt x="448310" y="373380"/>
                    </a:cubicBezTo>
                    <a:cubicBezTo>
                      <a:pt x="443230" y="382270"/>
                      <a:pt x="435610" y="393700"/>
                      <a:pt x="425450" y="398780"/>
                    </a:cubicBezTo>
                    <a:cubicBezTo>
                      <a:pt x="414020" y="405130"/>
                      <a:pt x="389890" y="407670"/>
                      <a:pt x="377190" y="401320"/>
                    </a:cubicBezTo>
                    <a:cubicBezTo>
                      <a:pt x="363220" y="394970"/>
                      <a:pt x="349250" y="375920"/>
                      <a:pt x="346710" y="361950"/>
                    </a:cubicBezTo>
                    <a:cubicBezTo>
                      <a:pt x="344170" y="347980"/>
                      <a:pt x="353060" y="325120"/>
                      <a:pt x="361950" y="314960"/>
                    </a:cubicBezTo>
                    <a:cubicBezTo>
                      <a:pt x="369570" y="307340"/>
                      <a:pt x="382270" y="300990"/>
                      <a:pt x="392430" y="300990"/>
                    </a:cubicBezTo>
                    <a:cubicBezTo>
                      <a:pt x="406400" y="300990"/>
                      <a:pt x="429260" y="308610"/>
                      <a:pt x="439420" y="318770"/>
                    </a:cubicBezTo>
                    <a:cubicBezTo>
                      <a:pt x="448310" y="330200"/>
                      <a:pt x="455930" y="350520"/>
                      <a:pt x="449580" y="367030"/>
                    </a:cubicBezTo>
                    <a:cubicBezTo>
                      <a:pt x="439420" y="398780"/>
                      <a:pt x="370840" y="440690"/>
                      <a:pt x="326390" y="468630"/>
                    </a:cubicBezTo>
                    <a:cubicBezTo>
                      <a:pt x="283210" y="496570"/>
                      <a:pt x="228600" y="524510"/>
                      <a:pt x="185420" y="534670"/>
                    </a:cubicBezTo>
                    <a:cubicBezTo>
                      <a:pt x="149860" y="542290"/>
                      <a:pt x="114300" y="541020"/>
                      <a:pt x="87630" y="533400"/>
                    </a:cubicBezTo>
                    <a:cubicBezTo>
                      <a:pt x="66040" y="527050"/>
                      <a:pt x="46990" y="516890"/>
                      <a:pt x="34290" y="502920"/>
                    </a:cubicBezTo>
                    <a:cubicBezTo>
                      <a:pt x="20320" y="486410"/>
                      <a:pt x="12700" y="466090"/>
                      <a:pt x="7620" y="440690"/>
                    </a:cubicBezTo>
                    <a:cubicBezTo>
                      <a:pt x="0" y="402590"/>
                      <a:pt x="5080" y="344170"/>
                      <a:pt x="8890" y="292100"/>
                    </a:cubicBezTo>
                    <a:cubicBezTo>
                      <a:pt x="12700" y="236220"/>
                      <a:pt x="21590" y="161290"/>
                      <a:pt x="33020" y="119380"/>
                    </a:cubicBezTo>
                    <a:cubicBezTo>
                      <a:pt x="39370" y="95250"/>
                      <a:pt x="44450" y="78740"/>
                      <a:pt x="55880" y="62230"/>
                    </a:cubicBezTo>
                    <a:cubicBezTo>
                      <a:pt x="68580" y="45720"/>
                      <a:pt x="87630" y="30480"/>
                      <a:pt x="105410" y="21590"/>
                    </a:cubicBezTo>
                    <a:cubicBezTo>
                      <a:pt x="120650" y="12700"/>
                      <a:pt x="134620" y="8890"/>
                      <a:pt x="152400" y="6350"/>
                    </a:cubicBezTo>
                    <a:cubicBezTo>
                      <a:pt x="177800" y="3810"/>
                      <a:pt x="213360" y="0"/>
                      <a:pt x="245110" y="12700"/>
                    </a:cubicBezTo>
                    <a:cubicBezTo>
                      <a:pt x="289560" y="30480"/>
                      <a:pt x="356870" y="95250"/>
                      <a:pt x="384810" y="125730"/>
                    </a:cubicBezTo>
                    <a:cubicBezTo>
                      <a:pt x="400050" y="140970"/>
                      <a:pt x="408940" y="152400"/>
                      <a:pt x="414020" y="166370"/>
                    </a:cubicBezTo>
                    <a:cubicBezTo>
                      <a:pt x="417830" y="176530"/>
                      <a:pt x="417830" y="189230"/>
                      <a:pt x="415290" y="198120"/>
                    </a:cubicBezTo>
                    <a:cubicBezTo>
                      <a:pt x="411480" y="208280"/>
                      <a:pt x="402590" y="218440"/>
                      <a:pt x="394970" y="223520"/>
                    </a:cubicBezTo>
                    <a:cubicBezTo>
                      <a:pt x="386080" y="228600"/>
                      <a:pt x="372110" y="231140"/>
                      <a:pt x="361950" y="228600"/>
                    </a:cubicBezTo>
                    <a:cubicBezTo>
                      <a:pt x="353060" y="227330"/>
                      <a:pt x="335280" y="212090"/>
                      <a:pt x="335280" y="21209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469966" y="1613461"/>
              <a:ext cx="304083" cy="398089"/>
              <a:chOff x="0" y="0"/>
              <a:chExt cx="402590" cy="52705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45720" y="46990"/>
                <a:ext cx="31115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431800">
                    <a:moveTo>
                      <a:pt x="127000" y="41910"/>
                    </a:moveTo>
                    <a:cubicBezTo>
                      <a:pt x="132080" y="177800"/>
                      <a:pt x="104140" y="255270"/>
                      <a:pt x="101600" y="299720"/>
                    </a:cubicBezTo>
                    <a:cubicBezTo>
                      <a:pt x="100330" y="327660"/>
                      <a:pt x="113030" y="350520"/>
                      <a:pt x="106680" y="369570"/>
                    </a:cubicBezTo>
                    <a:cubicBezTo>
                      <a:pt x="101600" y="383540"/>
                      <a:pt x="88900" y="398780"/>
                      <a:pt x="76200" y="403860"/>
                    </a:cubicBezTo>
                    <a:cubicBezTo>
                      <a:pt x="63500" y="408940"/>
                      <a:pt x="40640" y="406400"/>
                      <a:pt x="29210" y="398780"/>
                    </a:cubicBezTo>
                    <a:cubicBezTo>
                      <a:pt x="17780" y="389890"/>
                      <a:pt x="10160" y="377190"/>
                      <a:pt x="7620" y="356870"/>
                    </a:cubicBezTo>
                    <a:cubicBezTo>
                      <a:pt x="2540" y="311150"/>
                      <a:pt x="34290" y="166370"/>
                      <a:pt x="68580" y="114300"/>
                    </a:cubicBezTo>
                    <a:cubicBezTo>
                      <a:pt x="91440" y="81280"/>
                      <a:pt x="124460" y="58420"/>
                      <a:pt x="153670" y="50800"/>
                    </a:cubicBezTo>
                    <a:cubicBezTo>
                      <a:pt x="180340" y="43180"/>
                      <a:pt x="219710" y="46990"/>
                      <a:pt x="237490" y="59690"/>
                    </a:cubicBezTo>
                    <a:cubicBezTo>
                      <a:pt x="251460" y="71120"/>
                      <a:pt x="255270" y="92710"/>
                      <a:pt x="260350" y="114300"/>
                    </a:cubicBezTo>
                    <a:cubicBezTo>
                      <a:pt x="266700" y="143510"/>
                      <a:pt x="270510" y="184150"/>
                      <a:pt x="267970" y="222250"/>
                    </a:cubicBezTo>
                    <a:cubicBezTo>
                      <a:pt x="264160" y="265430"/>
                      <a:pt x="246380" y="325120"/>
                      <a:pt x="234950" y="360680"/>
                    </a:cubicBezTo>
                    <a:cubicBezTo>
                      <a:pt x="227330" y="381000"/>
                      <a:pt x="224790" y="398780"/>
                      <a:pt x="212090" y="410210"/>
                    </a:cubicBezTo>
                    <a:cubicBezTo>
                      <a:pt x="199390" y="421640"/>
                      <a:pt x="176530" y="431800"/>
                      <a:pt x="158750" y="427990"/>
                    </a:cubicBezTo>
                    <a:cubicBezTo>
                      <a:pt x="138430" y="424180"/>
                      <a:pt x="113030" y="398780"/>
                      <a:pt x="100330" y="378460"/>
                    </a:cubicBezTo>
                    <a:cubicBezTo>
                      <a:pt x="87630" y="360680"/>
                      <a:pt x="85090" y="339090"/>
                      <a:pt x="81280" y="314960"/>
                    </a:cubicBezTo>
                    <a:cubicBezTo>
                      <a:pt x="77470" y="281940"/>
                      <a:pt x="77470" y="232410"/>
                      <a:pt x="82550" y="201930"/>
                    </a:cubicBezTo>
                    <a:cubicBezTo>
                      <a:pt x="86360" y="180340"/>
                      <a:pt x="91440" y="163830"/>
                      <a:pt x="101600" y="149860"/>
                    </a:cubicBezTo>
                    <a:cubicBezTo>
                      <a:pt x="110490" y="137160"/>
                      <a:pt x="119380" y="127000"/>
                      <a:pt x="134620" y="119380"/>
                    </a:cubicBezTo>
                    <a:cubicBezTo>
                      <a:pt x="161290" y="107950"/>
                      <a:pt x="227330" y="100330"/>
                      <a:pt x="256540" y="111760"/>
                    </a:cubicBezTo>
                    <a:cubicBezTo>
                      <a:pt x="279400" y="120650"/>
                      <a:pt x="298450" y="144780"/>
                      <a:pt x="304800" y="162560"/>
                    </a:cubicBezTo>
                    <a:cubicBezTo>
                      <a:pt x="311150" y="179070"/>
                      <a:pt x="309880" y="203200"/>
                      <a:pt x="302260" y="215900"/>
                    </a:cubicBezTo>
                    <a:cubicBezTo>
                      <a:pt x="297180" y="224790"/>
                      <a:pt x="278130" y="226060"/>
                      <a:pt x="276860" y="233680"/>
                    </a:cubicBezTo>
                    <a:cubicBezTo>
                      <a:pt x="274320" y="243840"/>
                      <a:pt x="300990" y="260350"/>
                      <a:pt x="302260" y="275590"/>
                    </a:cubicBezTo>
                    <a:cubicBezTo>
                      <a:pt x="302260" y="289560"/>
                      <a:pt x="293370" y="309880"/>
                      <a:pt x="281940" y="318770"/>
                    </a:cubicBezTo>
                    <a:cubicBezTo>
                      <a:pt x="270510" y="327660"/>
                      <a:pt x="247650" y="330200"/>
                      <a:pt x="234950" y="327660"/>
                    </a:cubicBezTo>
                    <a:cubicBezTo>
                      <a:pt x="223520" y="323850"/>
                      <a:pt x="214630" y="316230"/>
                      <a:pt x="208280" y="307340"/>
                    </a:cubicBezTo>
                    <a:cubicBezTo>
                      <a:pt x="201930" y="298450"/>
                      <a:pt x="198120" y="287020"/>
                      <a:pt x="199390" y="275590"/>
                    </a:cubicBezTo>
                    <a:cubicBezTo>
                      <a:pt x="200660" y="262890"/>
                      <a:pt x="212090" y="241300"/>
                      <a:pt x="223520" y="233680"/>
                    </a:cubicBezTo>
                    <a:cubicBezTo>
                      <a:pt x="236220" y="227330"/>
                      <a:pt x="259080" y="224790"/>
                      <a:pt x="271780" y="231140"/>
                    </a:cubicBezTo>
                    <a:cubicBezTo>
                      <a:pt x="284480" y="237490"/>
                      <a:pt x="298450" y="255270"/>
                      <a:pt x="300990" y="269240"/>
                    </a:cubicBezTo>
                    <a:cubicBezTo>
                      <a:pt x="303530" y="283210"/>
                      <a:pt x="294640" y="304800"/>
                      <a:pt x="285750" y="314960"/>
                    </a:cubicBezTo>
                    <a:cubicBezTo>
                      <a:pt x="279400" y="323850"/>
                      <a:pt x="266700" y="327660"/>
                      <a:pt x="256540" y="328930"/>
                    </a:cubicBezTo>
                    <a:cubicBezTo>
                      <a:pt x="246380" y="330200"/>
                      <a:pt x="232410" y="331470"/>
                      <a:pt x="224790" y="322580"/>
                    </a:cubicBezTo>
                    <a:cubicBezTo>
                      <a:pt x="207010" y="304800"/>
                      <a:pt x="193040" y="196850"/>
                      <a:pt x="205740" y="186690"/>
                    </a:cubicBezTo>
                    <a:cubicBezTo>
                      <a:pt x="212090" y="181610"/>
                      <a:pt x="246380" y="201930"/>
                      <a:pt x="245110" y="207010"/>
                    </a:cubicBezTo>
                    <a:cubicBezTo>
                      <a:pt x="245110" y="213360"/>
                      <a:pt x="194310" y="205740"/>
                      <a:pt x="182880" y="220980"/>
                    </a:cubicBezTo>
                    <a:cubicBezTo>
                      <a:pt x="166370" y="241300"/>
                      <a:pt x="203200" y="323850"/>
                      <a:pt x="187960" y="339090"/>
                    </a:cubicBezTo>
                    <a:cubicBezTo>
                      <a:pt x="177800" y="349250"/>
                      <a:pt x="140970" y="347980"/>
                      <a:pt x="133350" y="336550"/>
                    </a:cubicBezTo>
                    <a:cubicBezTo>
                      <a:pt x="121920" y="320040"/>
                      <a:pt x="161290" y="259080"/>
                      <a:pt x="165100" y="220980"/>
                    </a:cubicBezTo>
                    <a:cubicBezTo>
                      <a:pt x="168910" y="185420"/>
                      <a:pt x="146050" y="125730"/>
                      <a:pt x="157480" y="116840"/>
                    </a:cubicBezTo>
                    <a:cubicBezTo>
                      <a:pt x="166370" y="111760"/>
                      <a:pt x="203200" y="132080"/>
                      <a:pt x="203200" y="139700"/>
                    </a:cubicBezTo>
                    <a:cubicBezTo>
                      <a:pt x="203200" y="146050"/>
                      <a:pt x="170180" y="143510"/>
                      <a:pt x="157480" y="158750"/>
                    </a:cubicBezTo>
                    <a:cubicBezTo>
                      <a:pt x="128270" y="191770"/>
                      <a:pt x="127000" y="344170"/>
                      <a:pt x="102870" y="381000"/>
                    </a:cubicBezTo>
                    <a:cubicBezTo>
                      <a:pt x="91440" y="396240"/>
                      <a:pt x="77470" y="403860"/>
                      <a:pt x="63500" y="406400"/>
                    </a:cubicBezTo>
                    <a:cubicBezTo>
                      <a:pt x="53340" y="408940"/>
                      <a:pt x="39370" y="406400"/>
                      <a:pt x="29210" y="398780"/>
                    </a:cubicBezTo>
                    <a:cubicBezTo>
                      <a:pt x="16510" y="386080"/>
                      <a:pt x="7620" y="359410"/>
                      <a:pt x="5080" y="330200"/>
                    </a:cubicBezTo>
                    <a:cubicBezTo>
                      <a:pt x="0" y="281940"/>
                      <a:pt x="36830" y="187960"/>
                      <a:pt x="40640" y="132080"/>
                    </a:cubicBezTo>
                    <a:cubicBezTo>
                      <a:pt x="44450" y="93980"/>
                      <a:pt x="30480" y="53340"/>
                      <a:pt x="38100" y="31750"/>
                    </a:cubicBezTo>
                    <a:cubicBezTo>
                      <a:pt x="43180" y="19050"/>
                      <a:pt x="50800" y="12700"/>
                      <a:pt x="59690" y="7620"/>
                    </a:cubicBezTo>
                    <a:cubicBezTo>
                      <a:pt x="68580" y="2540"/>
                      <a:pt x="82550" y="0"/>
                      <a:pt x="92710" y="3810"/>
                    </a:cubicBezTo>
                    <a:cubicBezTo>
                      <a:pt x="104140" y="7620"/>
                      <a:pt x="127000" y="41910"/>
                      <a:pt x="127000" y="419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873811" y="1624013"/>
              <a:ext cx="296409" cy="353005"/>
              <a:chOff x="0" y="0"/>
              <a:chExt cx="392430" cy="46736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39370" y="49530"/>
                <a:ext cx="31369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313690" h="377190">
                    <a:moveTo>
                      <a:pt x="140970" y="78740"/>
                    </a:moveTo>
                    <a:cubicBezTo>
                      <a:pt x="133350" y="308610"/>
                      <a:pt x="114300" y="321310"/>
                      <a:pt x="100330" y="325120"/>
                    </a:cubicBezTo>
                    <a:cubicBezTo>
                      <a:pt x="90170" y="327660"/>
                      <a:pt x="76200" y="322580"/>
                      <a:pt x="67310" y="316230"/>
                    </a:cubicBezTo>
                    <a:cubicBezTo>
                      <a:pt x="58420" y="309880"/>
                      <a:pt x="53340" y="302260"/>
                      <a:pt x="48260" y="288290"/>
                    </a:cubicBezTo>
                    <a:cubicBezTo>
                      <a:pt x="34290" y="254000"/>
                      <a:pt x="7620" y="134620"/>
                      <a:pt x="22860" y="100330"/>
                    </a:cubicBezTo>
                    <a:cubicBezTo>
                      <a:pt x="31750" y="82550"/>
                      <a:pt x="55880" y="72390"/>
                      <a:pt x="69850" y="71120"/>
                    </a:cubicBezTo>
                    <a:cubicBezTo>
                      <a:pt x="81280" y="69850"/>
                      <a:pt x="93980" y="76200"/>
                      <a:pt x="101600" y="83820"/>
                    </a:cubicBezTo>
                    <a:cubicBezTo>
                      <a:pt x="109220" y="91440"/>
                      <a:pt x="113030" y="100330"/>
                      <a:pt x="116840" y="115570"/>
                    </a:cubicBezTo>
                    <a:cubicBezTo>
                      <a:pt x="123190" y="149860"/>
                      <a:pt x="120650" y="264160"/>
                      <a:pt x="109220" y="298450"/>
                    </a:cubicBezTo>
                    <a:cubicBezTo>
                      <a:pt x="104140" y="313690"/>
                      <a:pt x="99060" y="321310"/>
                      <a:pt x="88900" y="327660"/>
                    </a:cubicBezTo>
                    <a:cubicBezTo>
                      <a:pt x="77470" y="334010"/>
                      <a:pt x="55880" y="337820"/>
                      <a:pt x="43180" y="332740"/>
                    </a:cubicBezTo>
                    <a:cubicBezTo>
                      <a:pt x="29210" y="326390"/>
                      <a:pt x="15240" y="304800"/>
                      <a:pt x="11430" y="287020"/>
                    </a:cubicBezTo>
                    <a:cubicBezTo>
                      <a:pt x="7620" y="264160"/>
                      <a:pt x="19050" y="224790"/>
                      <a:pt x="29210" y="207010"/>
                    </a:cubicBezTo>
                    <a:cubicBezTo>
                      <a:pt x="36830" y="194310"/>
                      <a:pt x="45720" y="186690"/>
                      <a:pt x="55880" y="182880"/>
                    </a:cubicBezTo>
                    <a:cubicBezTo>
                      <a:pt x="66040" y="179070"/>
                      <a:pt x="81280" y="179070"/>
                      <a:pt x="91440" y="182880"/>
                    </a:cubicBezTo>
                    <a:cubicBezTo>
                      <a:pt x="101600" y="186690"/>
                      <a:pt x="113030" y="196850"/>
                      <a:pt x="118110" y="207010"/>
                    </a:cubicBezTo>
                    <a:cubicBezTo>
                      <a:pt x="123190" y="215900"/>
                      <a:pt x="123190" y="241300"/>
                      <a:pt x="121920" y="241300"/>
                    </a:cubicBezTo>
                    <a:cubicBezTo>
                      <a:pt x="120650" y="241300"/>
                      <a:pt x="110490" y="205740"/>
                      <a:pt x="109220" y="182880"/>
                    </a:cubicBezTo>
                    <a:cubicBezTo>
                      <a:pt x="107950" y="152400"/>
                      <a:pt x="109220" y="101600"/>
                      <a:pt x="125730" y="73660"/>
                    </a:cubicBezTo>
                    <a:cubicBezTo>
                      <a:pt x="140970" y="46990"/>
                      <a:pt x="176530" y="12700"/>
                      <a:pt x="198120" y="13970"/>
                    </a:cubicBezTo>
                    <a:cubicBezTo>
                      <a:pt x="215900" y="13970"/>
                      <a:pt x="233680" y="40640"/>
                      <a:pt x="245110" y="58420"/>
                    </a:cubicBezTo>
                    <a:cubicBezTo>
                      <a:pt x="257810" y="77470"/>
                      <a:pt x="264160" y="97790"/>
                      <a:pt x="270510" y="123190"/>
                    </a:cubicBezTo>
                    <a:cubicBezTo>
                      <a:pt x="279400" y="160020"/>
                      <a:pt x="287020" y="218440"/>
                      <a:pt x="285750" y="256540"/>
                    </a:cubicBezTo>
                    <a:cubicBezTo>
                      <a:pt x="284480" y="284480"/>
                      <a:pt x="283210" y="312420"/>
                      <a:pt x="270510" y="331470"/>
                    </a:cubicBezTo>
                    <a:cubicBezTo>
                      <a:pt x="259080" y="347980"/>
                      <a:pt x="237490" y="361950"/>
                      <a:pt x="214630" y="367030"/>
                    </a:cubicBezTo>
                    <a:cubicBezTo>
                      <a:pt x="185420" y="374650"/>
                      <a:pt x="128270" y="377190"/>
                      <a:pt x="110490" y="359410"/>
                    </a:cubicBezTo>
                    <a:cubicBezTo>
                      <a:pt x="92710" y="341630"/>
                      <a:pt x="87630" y="292100"/>
                      <a:pt x="100330" y="266700"/>
                    </a:cubicBezTo>
                    <a:cubicBezTo>
                      <a:pt x="114300" y="238760"/>
                      <a:pt x="191770" y="227330"/>
                      <a:pt x="201930" y="204470"/>
                    </a:cubicBezTo>
                    <a:cubicBezTo>
                      <a:pt x="209550" y="187960"/>
                      <a:pt x="193040" y="173990"/>
                      <a:pt x="193040" y="153670"/>
                    </a:cubicBezTo>
                    <a:cubicBezTo>
                      <a:pt x="191770" y="119380"/>
                      <a:pt x="194310" y="40640"/>
                      <a:pt x="212090" y="19050"/>
                    </a:cubicBezTo>
                    <a:cubicBezTo>
                      <a:pt x="223520" y="5080"/>
                      <a:pt x="242570" y="0"/>
                      <a:pt x="256540" y="1270"/>
                    </a:cubicBezTo>
                    <a:cubicBezTo>
                      <a:pt x="270510" y="3810"/>
                      <a:pt x="287020" y="12700"/>
                      <a:pt x="295910" y="29210"/>
                    </a:cubicBezTo>
                    <a:cubicBezTo>
                      <a:pt x="309880" y="54610"/>
                      <a:pt x="302260" y="124460"/>
                      <a:pt x="302260" y="161290"/>
                    </a:cubicBezTo>
                    <a:cubicBezTo>
                      <a:pt x="300990" y="186690"/>
                      <a:pt x="302260" y="204470"/>
                      <a:pt x="295910" y="226060"/>
                    </a:cubicBezTo>
                    <a:cubicBezTo>
                      <a:pt x="288290" y="251460"/>
                      <a:pt x="270510" y="288290"/>
                      <a:pt x="255270" y="299720"/>
                    </a:cubicBezTo>
                    <a:cubicBezTo>
                      <a:pt x="245110" y="307340"/>
                      <a:pt x="233680" y="308610"/>
                      <a:pt x="222250" y="306070"/>
                    </a:cubicBezTo>
                    <a:cubicBezTo>
                      <a:pt x="209550" y="302260"/>
                      <a:pt x="189230" y="289560"/>
                      <a:pt x="184150" y="276860"/>
                    </a:cubicBezTo>
                    <a:cubicBezTo>
                      <a:pt x="177800" y="264160"/>
                      <a:pt x="180340" y="241300"/>
                      <a:pt x="185420" y="228600"/>
                    </a:cubicBezTo>
                    <a:cubicBezTo>
                      <a:pt x="190500" y="218440"/>
                      <a:pt x="200660" y="210820"/>
                      <a:pt x="210820" y="207010"/>
                    </a:cubicBezTo>
                    <a:cubicBezTo>
                      <a:pt x="223520" y="203200"/>
                      <a:pt x="246380" y="204470"/>
                      <a:pt x="259080" y="212090"/>
                    </a:cubicBezTo>
                    <a:cubicBezTo>
                      <a:pt x="270510" y="219710"/>
                      <a:pt x="280670" y="241300"/>
                      <a:pt x="281940" y="254000"/>
                    </a:cubicBezTo>
                    <a:cubicBezTo>
                      <a:pt x="283210" y="265430"/>
                      <a:pt x="278130" y="276860"/>
                      <a:pt x="271780" y="285750"/>
                    </a:cubicBezTo>
                    <a:cubicBezTo>
                      <a:pt x="265430" y="294640"/>
                      <a:pt x="254000" y="300990"/>
                      <a:pt x="245110" y="304800"/>
                    </a:cubicBezTo>
                    <a:cubicBezTo>
                      <a:pt x="234950" y="307340"/>
                      <a:pt x="222250" y="307340"/>
                      <a:pt x="212090" y="303530"/>
                    </a:cubicBezTo>
                    <a:cubicBezTo>
                      <a:pt x="199390" y="297180"/>
                      <a:pt x="184150" y="279400"/>
                      <a:pt x="180340" y="266700"/>
                    </a:cubicBezTo>
                    <a:cubicBezTo>
                      <a:pt x="176530" y="255270"/>
                      <a:pt x="179070" y="242570"/>
                      <a:pt x="182880" y="233680"/>
                    </a:cubicBezTo>
                    <a:cubicBezTo>
                      <a:pt x="187960" y="223520"/>
                      <a:pt x="207010" y="212090"/>
                      <a:pt x="205740" y="209550"/>
                    </a:cubicBezTo>
                    <a:cubicBezTo>
                      <a:pt x="204470" y="208280"/>
                      <a:pt x="196850" y="214630"/>
                      <a:pt x="194310" y="212090"/>
                    </a:cubicBezTo>
                    <a:cubicBezTo>
                      <a:pt x="184150" y="203200"/>
                      <a:pt x="190500" y="87630"/>
                      <a:pt x="199390" y="52070"/>
                    </a:cubicBezTo>
                    <a:cubicBezTo>
                      <a:pt x="204470" y="33020"/>
                      <a:pt x="209550" y="17780"/>
                      <a:pt x="220980" y="10160"/>
                    </a:cubicBezTo>
                    <a:cubicBezTo>
                      <a:pt x="233680" y="2540"/>
                      <a:pt x="255270" y="0"/>
                      <a:pt x="269240" y="5080"/>
                    </a:cubicBezTo>
                    <a:cubicBezTo>
                      <a:pt x="281940" y="10160"/>
                      <a:pt x="293370" y="21590"/>
                      <a:pt x="300990" y="40640"/>
                    </a:cubicBezTo>
                    <a:cubicBezTo>
                      <a:pt x="313690" y="78740"/>
                      <a:pt x="306070" y="196850"/>
                      <a:pt x="290830" y="240030"/>
                    </a:cubicBezTo>
                    <a:cubicBezTo>
                      <a:pt x="283210" y="264160"/>
                      <a:pt x="273050" y="275590"/>
                      <a:pt x="255270" y="290830"/>
                    </a:cubicBezTo>
                    <a:cubicBezTo>
                      <a:pt x="229870" y="312420"/>
                      <a:pt x="162560" y="355600"/>
                      <a:pt x="146050" y="345440"/>
                    </a:cubicBezTo>
                    <a:cubicBezTo>
                      <a:pt x="133350" y="337820"/>
                      <a:pt x="133350" y="284480"/>
                      <a:pt x="143510" y="270510"/>
                    </a:cubicBezTo>
                    <a:cubicBezTo>
                      <a:pt x="151130" y="260350"/>
                      <a:pt x="179070" y="271780"/>
                      <a:pt x="187960" y="259080"/>
                    </a:cubicBezTo>
                    <a:cubicBezTo>
                      <a:pt x="203200" y="236220"/>
                      <a:pt x="144780" y="125730"/>
                      <a:pt x="161290" y="97790"/>
                    </a:cubicBezTo>
                    <a:cubicBezTo>
                      <a:pt x="172720" y="80010"/>
                      <a:pt x="214630" y="67310"/>
                      <a:pt x="226060" y="74930"/>
                    </a:cubicBezTo>
                    <a:cubicBezTo>
                      <a:pt x="238760" y="86360"/>
                      <a:pt x="220980" y="148590"/>
                      <a:pt x="213360" y="184150"/>
                    </a:cubicBezTo>
                    <a:cubicBezTo>
                      <a:pt x="204470" y="222250"/>
                      <a:pt x="191770" y="275590"/>
                      <a:pt x="172720" y="297180"/>
                    </a:cubicBezTo>
                    <a:cubicBezTo>
                      <a:pt x="161290" y="309880"/>
                      <a:pt x="147320" y="314960"/>
                      <a:pt x="132080" y="316230"/>
                    </a:cubicBezTo>
                    <a:cubicBezTo>
                      <a:pt x="115570" y="318770"/>
                      <a:pt x="91440" y="316230"/>
                      <a:pt x="76200" y="307340"/>
                    </a:cubicBezTo>
                    <a:cubicBezTo>
                      <a:pt x="59690" y="298450"/>
                      <a:pt x="44450" y="279400"/>
                      <a:pt x="36830" y="262890"/>
                    </a:cubicBezTo>
                    <a:cubicBezTo>
                      <a:pt x="29210" y="248920"/>
                      <a:pt x="21590" y="231140"/>
                      <a:pt x="25400" y="217170"/>
                    </a:cubicBezTo>
                    <a:cubicBezTo>
                      <a:pt x="29210" y="204470"/>
                      <a:pt x="43180" y="187960"/>
                      <a:pt x="55880" y="182880"/>
                    </a:cubicBezTo>
                    <a:cubicBezTo>
                      <a:pt x="68580" y="177800"/>
                      <a:pt x="91440" y="181610"/>
                      <a:pt x="101600" y="189230"/>
                    </a:cubicBezTo>
                    <a:cubicBezTo>
                      <a:pt x="113030" y="196850"/>
                      <a:pt x="121920" y="213360"/>
                      <a:pt x="123190" y="229870"/>
                    </a:cubicBezTo>
                    <a:cubicBezTo>
                      <a:pt x="125730" y="254000"/>
                      <a:pt x="114300" y="303530"/>
                      <a:pt x="97790" y="320040"/>
                    </a:cubicBezTo>
                    <a:cubicBezTo>
                      <a:pt x="85090" y="331470"/>
                      <a:pt x="57150" y="337820"/>
                      <a:pt x="43180" y="332740"/>
                    </a:cubicBezTo>
                    <a:cubicBezTo>
                      <a:pt x="29210" y="327660"/>
                      <a:pt x="17780" y="308610"/>
                      <a:pt x="11430" y="287020"/>
                    </a:cubicBezTo>
                    <a:cubicBezTo>
                      <a:pt x="0" y="246380"/>
                      <a:pt x="3810" y="134620"/>
                      <a:pt x="22860" y="100330"/>
                    </a:cubicBezTo>
                    <a:cubicBezTo>
                      <a:pt x="34290" y="82550"/>
                      <a:pt x="54610" y="69850"/>
                      <a:pt x="69850" y="71120"/>
                    </a:cubicBezTo>
                    <a:cubicBezTo>
                      <a:pt x="85090" y="71120"/>
                      <a:pt x="102870" y="85090"/>
                      <a:pt x="114300" y="104140"/>
                    </a:cubicBezTo>
                    <a:cubicBezTo>
                      <a:pt x="134620" y="137160"/>
                      <a:pt x="146050" y="242570"/>
                      <a:pt x="143510" y="276860"/>
                    </a:cubicBezTo>
                    <a:cubicBezTo>
                      <a:pt x="142240" y="292100"/>
                      <a:pt x="138430" y="300990"/>
                      <a:pt x="130810" y="308610"/>
                    </a:cubicBezTo>
                    <a:cubicBezTo>
                      <a:pt x="124460" y="316230"/>
                      <a:pt x="111760" y="323850"/>
                      <a:pt x="100330" y="325120"/>
                    </a:cubicBezTo>
                    <a:cubicBezTo>
                      <a:pt x="90170" y="326390"/>
                      <a:pt x="76200" y="322580"/>
                      <a:pt x="67310" y="316230"/>
                    </a:cubicBezTo>
                    <a:cubicBezTo>
                      <a:pt x="58420" y="309880"/>
                      <a:pt x="52070" y="303530"/>
                      <a:pt x="48260" y="288290"/>
                    </a:cubicBezTo>
                    <a:cubicBezTo>
                      <a:pt x="36830" y="250190"/>
                      <a:pt x="38100" y="105410"/>
                      <a:pt x="50800" y="67310"/>
                    </a:cubicBezTo>
                    <a:cubicBezTo>
                      <a:pt x="54610" y="53340"/>
                      <a:pt x="60960" y="46990"/>
                      <a:pt x="68580" y="40640"/>
                    </a:cubicBezTo>
                    <a:cubicBezTo>
                      <a:pt x="77470" y="35560"/>
                      <a:pt x="90170" y="31750"/>
                      <a:pt x="100330" y="33020"/>
                    </a:cubicBezTo>
                    <a:cubicBezTo>
                      <a:pt x="110490" y="34290"/>
                      <a:pt x="121920" y="40640"/>
                      <a:pt x="129540" y="48260"/>
                    </a:cubicBezTo>
                    <a:cubicBezTo>
                      <a:pt x="135890" y="55880"/>
                      <a:pt x="140970" y="78740"/>
                      <a:pt x="140970" y="7874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686757" y="1721857"/>
              <a:ext cx="100721" cy="188973"/>
              <a:chOff x="0" y="0"/>
              <a:chExt cx="133350" cy="25019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49530" y="50800"/>
                <a:ext cx="35560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149860">
                    <a:moveTo>
                      <a:pt x="33020" y="10160"/>
                    </a:moveTo>
                    <a:cubicBezTo>
                      <a:pt x="11430" y="82550"/>
                      <a:pt x="35560" y="137160"/>
                      <a:pt x="27940" y="144780"/>
                    </a:cubicBezTo>
                    <a:cubicBezTo>
                      <a:pt x="25400" y="148590"/>
                      <a:pt x="15240" y="144780"/>
                      <a:pt x="15240" y="146050"/>
                    </a:cubicBezTo>
                    <a:cubicBezTo>
                      <a:pt x="15240" y="146050"/>
                      <a:pt x="26670" y="148590"/>
                      <a:pt x="26670" y="148590"/>
                    </a:cubicBezTo>
                    <a:cubicBezTo>
                      <a:pt x="26670" y="148590"/>
                      <a:pt x="19050" y="149860"/>
                      <a:pt x="15240" y="146050"/>
                    </a:cubicBezTo>
                    <a:cubicBezTo>
                      <a:pt x="6350" y="137160"/>
                      <a:pt x="0" y="86360"/>
                      <a:pt x="1270" y="62230"/>
                    </a:cubicBezTo>
                    <a:cubicBezTo>
                      <a:pt x="2540" y="41910"/>
                      <a:pt x="11430" y="19050"/>
                      <a:pt x="17780" y="8890"/>
                    </a:cubicBezTo>
                    <a:cubicBezTo>
                      <a:pt x="20320" y="3810"/>
                      <a:pt x="25400" y="0"/>
                      <a:pt x="27940" y="0"/>
                    </a:cubicBezTo>
                    <a:cubicBezTo>
                      <a:pt x="30480" y="0"/>
                      <a:pt x="33020" y="10160"/>
                      <a:pt x="33020" y="101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850789" y="1739123"/>
              <a:ext cx="97844" cy="167869"/>
              <a:chOff x="0" y="0"/>
              <a:chExt cx="129540" cy="22225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41910" y="46990"/>
                <a:ext cx="3810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24460">
                    <a:moveTo>
                      <a:pt x="21590" y="3810"/>
                    </a:moveTo>
                    <a:cubicBezTo>
                      <a:pt x="36830" y="96520"/>
                      <a:pt x="38100" y="116840"/>
                      <a:pt x="33020" y="121920"/>
                    </a:cubicBezTo>
                    <a:cubicBezTo>
                      <a:pt x="30480" y="123190"/>
                      <a:pt x="20320" y="119380"/>
                      <a:pt x="20320" y="119380"/>
                    </a:cubicBezTo>
                    <a:cubicBezTo>
                      <a:pt x="20320" y="120650"/>
                      <a:pt x="33020" y="121920"/>
                      <a:pt x="33020" y="123190"/>
                    </a:cubicBezTo>
                    <a:cubicBezTo>
                      <a:pt x="33020" y="123190"/>
                      <a:pt x="24130" y="124460"/>
                      <a:pt x="20320" y="120650"/>
                    </a:cubicBezTo>
                    <a:cubicBezTo>
                      <a:pt x="10160" y="109220"/>
                      <a:pt x="0" y="13970"/>
                      <a:pt x="8890" y="3810"/>
                    </a:cubicBezTo>
                    <a:cubicBezTo>
                      <a:pt x="11430" y="0"/>
                      <a:pt x="21590" y="3810"/>
                      <a:pt x="21590" y="3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867096" y="1764064"/>
              <a:ext cx="141010" cy="99762"/>
              <a:chOff x="0" y="0"/>
              <a:chExt cx="186690" cy="13208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48260" y="53340"/>
                <a:ext cx="889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1750">
                    <a:moveTo>
                      <a:pt x="5080" y="15240"/>
                    </a:moveTo>
                    <a:cubicBezTo>
                      <a:pt x="87630" y="0"/>
                      <a:pt x="88900" y="6350"/>
                      <a:pt x="87630" y="8890"/>
                    </a:cubicBezTo>
                    <a:cubicBezTo>
                      <a:pt x="83820" y="15240"/>
                      <a:pt x="62230" y="20320"/>
                      <a:pt x="48260" y="24130"/>
                    </a:cubicBezTo>
                    <a:cubicBezTo>
                      <a:pt x="34290" y="26670"/>
                      <a:pt x="7620" y="31750"/>
                      <a:pt x="2540" y="27940"/>
                    </a:cubicBezTo>
                    <a:cubicBezTo>
                      <a:pt x="0" y="25400"/>
                      <a:pt x="5080" y="15240"/>
                      <a:pt x="5080" y="152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861340" y="1742960"/>
              <a:ext cx="128540" cy="118947"/>
              <a:chOff x="0" y="0"/>
              <a:chExt cx="170180" cy="15748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49530" y="50800"/>
                <a:ext cx="698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7150">
                    <a:moveTo>
                      <a:pt x="1270" y="43180"/>
                    </a:moveTo>
                    <a:cubicBezTo>
                      <a:pt x="66040" y="1270"/>
                      <a:pt x="68580" y="11430"/>
                      <a:pt x="68580" y="11430"/>
                    </a:cubicBezTo>
                    <a:cubicBezTo>
                      <a:pt x="68580" y="11430"/>
                      <a:pt x="63500" y="0"/>
                      <a:pt x="63500" y="0"/>
                    </a:cubicBezTo>
                    <a:cubicBezTo>
                      <a:pt x="63500" y="0"/>
                      <a:pt x="69850" y="7620"/>
                      <a:pt x="68580" y="11430"/>
                    </a:cubicBezTo>
                    <a:cubicBezTo>
                      <a:pt x="67310" y="19050"/>
                      <a:pt x="41910" y="35560"/>
                      <a:pt x="29210" y="43180"/>
                    </a:cubicBezTo>
                    <a:cubicBezTo>
                      <a:pt x="20320" y="49530"/>
                      <a:pt x="6350" y="57150"/>
                      <a:pt x="2540" y="55880"/>
                    </a:cubicBezTo>
                    <a:cubicBezTo>
                      <a:pt x="0" y="53340"/>
                      <a:pt x="1270" y="43180"/>
                      <a:pt x="1270" y="4318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629202" y="1724735"/>
              <a:ext cx="143888" cy="153480"/>
              <a:chOff x="0" y="0"/>
              <a:chExt cx="190500" cy="203200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49530" y="50800"/>
                <a:ext cx="88900" cy="10287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2870">
                    <a:moveTo>
                      <a:pt x="13970" y="0"/>
                    </a:moveTo>
                    <a:cubicBezTo>
                      <a:pt x="88900" y="97790"/>
                      <a:pt x="81280" y="101600"/>
                      <a:pt x="80010" y="101600"/>
                    </a:cubicBezTo>
                    <a:cubicBezTo>
                      <a:pt x="80010" y="100330"/>
                      <a:pt x="87630" y="90170"/>
                      <a:pt x="87630" y="90170"/>
                    </a:cubicBezTo>
                    <a:cubicBezTo>
                      <a:pt x="87630" y="91440"/>
                      <a:pt x="85090" y="100330"/>
                      <a:pt x="81280" y="101600"/>
                    </a:cubicBezTo>
                    <a:cubicBezTo>
                      <a:pt x="72390" y="102870"/>
                      <a:pt x="41910" y="64770"/>
                      <a:pt x="27940" y="46990"/>
                    </a:cubicBezTo>
                    <a:cubicBezTo>
                      <a:pt x="16510" y="33020"/>
                      <a:pt x="0" y="11430"/>
                      <a:pt x="1270" y="5080"/>
                    </a:cubicBezTo>
                    <a:cubicBezTo>
                      <a:pt x="2540" y="1270"/>
                      <a:pt x="13970" y="0"/>
                      <a:pt x="1397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646468" y="1792842"/>
              <a:ext cx="112232" cy="136214"/>
              <a:chOff x="0" y="0"/>
              <a:chExt cx="148590" cy="18034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46990" y="49530"/>
                <a:ext cx="508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0010">
                    <a:moveTo>
                      <a:pt x="50800" y="11430"/>
                    </a:moveTo>
                    <a:cubicBezTo>
                      <a:pt x="20320" y="41910"/>
                      <a:pt x="21590" y="76200"/>
                      <a:pt x="15240" y="78740"/>
                    </a:cubicBezTo>
                    <a:cubicBezTo>
                      <a:pt x="11430" y="80010"/>
                      <a:pt x="3810" y="71120"/>
                      <a:pt x="3810" y="71120"/>
                    </a:cubicBezTo>
                    <a:cubicBezTo>
                      <a:pt x="3810" y="72390"/>
                      <a:pt x="13970" y="78740"/>
                      <a:pt x="13970" y="80010"/>
                    </a:cubicBezTo>
                    <a:cubicBezTo>
                      <a:pt x="13970" y="80010"/>
                      <a:pt x="5080" y="77470"/>
                      <a:pt x="3810" y="74930"/>
                    </a:cubicBezTo>
                    <a:cubicBezTo>
                      <a:pt x="0" y="67310"/>
                      <a:pt x="7620" y="40640"/>
                      <a:pt x="15240" y="27940"/>
                    </a:cubicBezTo>
                    <a:cubicBezTo>
                      <a:pt x="21590" y="16510"/>
                      <a:pt x="38100" y="0"/>
                      <a:pt x="44450" y="1270"/>
                    </a:cubicBezTo>
                    <a:cubicBezTo>
                      <a:pt x="46990" y="1270"/>
                      <a:pt x="50800" y="11430"/>
                      <a:pt x="50800" y="114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861340" y="1718020"/>
              <a:ext cx="169788" cy="141010"/>
              <a:chOff x="0" y="0"/>
              <a:chExt cx="224790" cy="18669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50800" y="50800"/>
                <a:ext cx="12319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23190" h="87630">
                    <a:moveTo>
                      <a:pt x="0" y="73660"/>
                    </a:moveTo>
                    <a:cubicBezTo>
                      <a:pt x="118110" y="1270"/>
                      <a:pt x="121920" y="8890"/>
                      <a:pt x="121920" y="8890"/>
                    </a:cubicBezTo>
                    <a:cubicBezTo>
                      <a:pt x="121920" y="8890"/>
                      <a:pt x="113030" y="1270"/>
                      <a:pt x="113030" y="0"/>
                    </a:cubicBezTo>
                    <a:cubicBezTo>
                      <a:pt x="113030" y="0"/>
                      <a:pt x="123190" y="5080"/>
                      <a:pt x="123190" y="8890"/>
                    </a:cubicBezTo>
                    <a:cubicBezTo>
                      <a:pt x="123190" y="15240"/>
                      <a:pt x="101600" y="27940"/>
                      <a:pt x="87630" y="38100"/>
                    </a:cubicBezTo>
                    <a:cubicBezTo>
                      <a:pt x="66040" y="53340"/>
                      <a:pt x="17780" y="87630"/>
                      <a:pt x="6350" y="85090"/>
                    </a:cubicBezTo>
                    <a:cubicBezTo>
                      <a:pt x="2540" y="83820"/>
                      <a:pt x="0" y="73660"/>
                      <a:pt x="0" y="736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898751" y="1772697"/>
              <a:ext cx="144847" cy="108395"/>
              <a:chOff x="0" y="0"/>
              <a:chExt cx="191770" cy="143510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48260" y="50800"/>
                <a:ext cx="9271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92710" h="43180">
                    <a:moveTo>
                      <a:pt x="5080" y="0"/>
                    </a:moveTo>
                    <a:cubicBezTo>
                      <a:pt x="73660" y="10160"/>
                      <a:pt x="90170" y="24130"/>
                      <a:pt x="91440" y="30480"/>
                    </a:cubicBezTo>
                    <a:cubicBezTo>
                      <a:pt x="92710" y="35560"/>
                      <a:pt x="86360" y="41910"/>
                      <a:pt x="86360" y="41910"/>
                    </a:cubicBezTo>
                    <a:cubicBezTo>
                      <a:pt x="86360" y="40640"/>
                      <a:pt x="90170" y="29210"/>
                      <a:pt x="90170" y="29210"/>
                    </a:cubicBezTo>
                    <a:cubicBezTo>
                      <a:pt x="88900" y="29210"/>
                      <a:pt x="87630" y="40640"/>
                      <a:pt x="85090" y="40640"/>
                    </a:cubicBezTo>
                    <a:cubicBezTo>
                      <a:pt x="80010" y="43180"/>
                      <a:pt x="66040" y="20320"/>
                      <a:pt x="52070" y="15240"/>
                    </a:cubicBezTo>
                    <a:cubicBezTo>
                      <a:pt x="38100" y="10160"/>
                      <a:pt x="6350" y="17780"/>
                      <a:pt x="2540" y="12700"/>
                    </a:cubicBezTo>
                    <a:cubicBezTo>
                      <a:pt x="0" y="10160"/>
                      <a:pt x="5080" y="0"/>
                      <a:pt x="508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664694" y="1870541"/>
              <a:ext cx="169788" cy="148684"/>
              <a:chOff x="0" y="0"/>
              <a:chExt cx="224790" cy="19685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50800" y="50800"/>
                <a:ext cx="12192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21920" h="97790">
                    <a:moveTo>
                      <a:pt x="121920" y="8890"/>
                    </a:moveTo>
                    <a:cubicBezTo>
                      <a:pt x="52070" y="83820"/>
                      <a:pt x="16510" y="97790"/>
                      <a:pt x="6350" y="95250"/>
                    </a:cubicBezTo>
                    <a:cubicBezTo>
                      <a:pt x="2540" y="93980"/>
                      <a:pt x="0" y="85090"/>
                      <a:pt x="0" y="85090"/>
                    </a:cubicBezTo>
                    <a:cubicBezTo>
                      <a:pt x="0" y="85090"/>
                      <a:pt x="7620" y="95250"/>
                      <a:pt x="7620" y="93980"/>
                    </a:cubicBezTo>
                    <a:cubicBezTo>
                      <a:pt x="7620" y="93980"/>
                      <a:pt x="0" y="87630"/>
                      <a:pt x="1270" y="83820"/>
                    </a:cubicBezTo>
                    <a:cubicBezTo>
                      <a:pt x="3810" y="76200"/>
                      <a:pt x="43180" y="74930"/>
                      <a:pt x="60960" y="62230"/>
                    </a:cubicBezTo>
                    <a:cubicBezTo>
                      <a:pt x="81280" y="48260"/>
                      <a:pt x="102870" y="0"/>
                      <a:pt x="113030" y="0"/>
                    </a:cubicBezTo>
                    <a:cubicBezTo>
                      <a:pt x="116840" y="0"/>
                      <a:pt x="121920" y="8890"/>
                      <a:pt x="121920" y="889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462292" y="1615380"/>
              <a:ext cx="341494" cy="421112"/>
              <a:chOff x="0" y="0"/>
              <a:chExt cx="452120" cy="55753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40640" y="45720"/>
                <a:ext cx="360680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0680" h="469900">
                    <a:moveTo>
                      <a:pt x="336550" y="118110"/>
                    </a:moveTo>
                    <a:cubicBezTo>
                      <a:pt x="284480" y="46990"/>
                      <a:pt x="220980" y="25400"/>
                      <a:pt x="185420" y="17780"/>
                    </a:cubicBezTo>
                    <a:cubicBezTo>
                      <a:pt x="161290" y="12700"/>
                      <a:pt x="138430" y="12700"/>
                      <a:pt x="121920" y="17780"/>
                    </a:cubicBezTo>
                    <a:cubicBezTo>
                      <a:pt x="106680" y="21590"/>
                      <a:pt x="96520" y="27940"/>
                      <a:pt x="86360" y="39370"/>
                    </a:cubicBezTo>
                    <a:cubicBezTo>
                      <a:pt x="72390" y="55880"/>
                      <a:pt x="64770" y="80010"/>
                      <a:pt x="55880" y="109220"/>
                    </a:cubicBezTo>
                    <a:cubicBezTo>
                      <a:pt x="41910" y="154940"/>
                      <a:pt x="31750" y="234950"/>
                      <a:pt x="25400" y="288290"/>
                    </a:cubicBezTo>
                    <a:cubicBezTo>
                      <a:pt x="20320" y="331470"/>
                      <a:pt x="12700" y="375920"/>
                      <a:pt x="17780" y="403860"/>
                    </a:cubicBezTo>
                    <a:cubicBezTo>
                      <a:pt x="21590" y="421640"/>
                      <a:pt x="25400" y="436880"/>
                      <a:pt x="36830" y="444500"/>
                    </a:cubicBezTo>
                    <a:cubicBezTo>
                      <a:pt x="55880" y="455930"/>
                      <a:pt x="99060" y="450850"/>
                      <a:pt x="130810" y="445770"/>
                    </a:cubicBezTo>
                    <a:cubicBezTo>
                      <a:pt x="163830" y="439420"/>
                      <a:pt x="204470" y="421640"/>
                      <a:pt x="233680" y="407670"/>
                    </a:cubicBezTo>
                    <a:cubicBezTo>
                      <a:pt x="256540" y="397510"/>
                      <a:pt x="275590" y="389890"/>
                      <a:pt x="294640" y="375920"/>
                    </a:cubicBezTo>
                    <a:cubicBezTo>
                      <a:pt x="313690" y="360680"/>
                      <a:pt x="337820" y="318770"/>
                      <a:pt x="349250" y="316230"/>
                    </a:cubicBezTo>
                    <a:cubicBezTo>
                      <a:pt x="354330" y="316230"/>
                      <a:pt x="359410" y="320040"/>
                      <a:pt x="359410" y="323850"/>
                    </a:cubicBezTo>
                    <a:cubicBezTo>
                      <a:pt x="360680" y="335280"/>
                      <a:pt x="304800" y="383540"/>
                      <a:pt x="269240" y="406400"/>
                    </a:cubicBezTo>
                    <a:cubicBezTo>
                      <a:pt x="229870" y="429260"/>
                      <a:pt x="175260" y="449580"/>
                      <a:pt x="133350" y="458470"/>
                    </a:cubicBezTo>
                    <a:cubicBezTo>
                      <a:pt x="101600" y="464820"/>
                      <a:pt x="64770" y="469900"/>
                      <a:pt x="44450" y="459740"/>
                    </a:cubicBezTo>
                    <a:cubicBezTo>
                      <a:pt x="27940" y="452120"/>
                      <a:pt x="16510" y="438150"/>
                      <a:pt x="10160" y="419100"/>
                    </a:cubicBezTo>
                    <a:cubicBezTo>
                      <a:pt x="0" y="388620"/>
                      <a:pt x="7620" y="336550"/>
                      <a:pt x="11430" y="290830"/>
                    </a:cubicBezTo>
                    <a:cubicBezTo>
                      <a:pt x="16510" y="238760"/>
                      <a:pt x="26670" y="168910"/>
                      <a:pt x="40640" y="120650"/>
                    </a:cubicBezTo>
                    <a:cubicBezTo>
                      <a:pt x="52070" y="85090"/>
                      <a:pt x="62230" y="48260"/>
                      <a:pt x="80010" y="29210"/>
                    </a:cubicBezTo>
                    <a:cubicBezTo>
                      <a:pt x="91440" y="15240"/>
                      <a:pt x="106680" y="8890"/>
                      <a:pt x="124460" y="5080"/>
                    </a:cubicBezTo>
                    <a:cubicBezTo>
                      <a:pt x="147320" y="0"/>
                      <a:pt x="180340" y="5080"/>
                      <a:pt x="209550" y="12700"/>
                    </a:cubicBezTo>
                    <a:cubicBezTo>
                      <a:pt x="243840" y="21590"/>
                      <a:pt x="294640" y="39370"/>
                      <a:pt x="317500" y="59690"/>
                    </a:cubicBezTo>
                    <a:cubicBezTo>
                      <a:pt x="334010" y="74930"/>
                      <a:pt x="350520" y="105410"/>
                      <a:pt x="347980" y="113030"/>
                    </a:cubicBezTo>
                    <a:cubicBezTo>
                      <a:pt x="346710" y="116840"/>
                      <a:pt x="336550" y="118110"/>
                      <a:pt x="336550" y="1181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846952" y="1600991"/>
              <a:ext cx="370271" cy="414397"/>
              <a:chOff x="0" y="0"/>
              <a:chExt cx="490220" cy="548640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48260" y="48260"/>
                <a:ext cx="393700" cy="45847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458470">
                    <a:moveTo>
                      <a:pt x="15240" y="130810"/>
                    </a:moveTo>
                    <a:cubicBezTo>
                      <a:pt x="76200" y="63500"/>
                      <a:pt x="88900" y="59690"/>
                      <a:pt x="107950" y="50800"/>
                    </a:cubicBezTo>
                    <a:cubicBezTo>
                      <a:pt x="140970" y="35560"/>
                      <a:pt x="207010" y="6350"/>
                      <a:pt x="245110" y="2540"/>
                    </a:cubicBezTo>
                    <a:cubicBezTo>
                      <a:pt x="270510" y="0"/>
                      <a:pt x="293370" y="3810"/>
                      <a:pt x="311150" y="11430"/>
                    </a:cubicBezTo>
                    <a:cubicBezTo>
                      <a:pt x="323850" y="19050"/>
                      <a:pt x="332740" y="30480"/>
                      <a:pt x="341630" y="44450"/>
                    </a:cubicBezTo>
                    <a:cubicBezTo>
                      <a:pt x="351790" y="59690"/>
                      <a:pt x="356870" y="78740"/>
                      <a:pt x="363220" y="104140"/>
                    </a:cubicBezTo>
                    <a:cubicBezTo>
                      <a:pt x="374650" y="143510"/>
                      <a:pt x="387350" y="214630"/>
                      <a:pt x="389890" y="256540"/>
                    </a:cubicBezTo>
                    <a:cubicBezTo>
                      <a:pt x="392430" y="284480"/>
                      <a:pt x="393700" y="306070"/>
                      <a:pt x="387350" y="327660"/>
                    </a:cubicBezTo>
                    <a:cubicBezTo>
                      <a:pt x="382270" y="350520"/>
                      <a:pt x="373380" y="373380"/>
                      <a:pt x="356870" y="389890"/>
                    </a:cubicBezTo>
                    <a:cubicBezTo>
                      <a:pt x="336550" y="410210"/>
                      <a:pt x="303530" y="422910"/>
                      <a:pt x="270510" y="433070"/>
                    </a:cubicBezTo>
                    <a:cubicBezTo>
                      <a:pt x="231140" y="444500"/>
                      <a:pt x="172720" y="458470"/>
                      <a:pt x="133350" y="449580"/>
                    </a:cubicBezTo>
                    <a:cubicBezTo>
                      <a:pt x="99060" y="440690"/>
                      <a:pt x="69850" y="414020"/>
                      <a:pt x="46990" y="392430"/>
                    </a:cubicBezTo>
                    <a:cubicBezTo>
                      <a:pt x="26670" y="374650"/>
                      <a:pt x="0" y="340360"/>
                      <a:pt x="2540" y="330200"/>
                    </a:cubicBezTo>
                    <a:cubicBezTo>
                      <a:pt x="2540" y="326390"/>
                      <a:pt x="11430" y="323850"/>
                      <a:pt x="12700" y="325120"/>
                    </a:cubicBezTo>
                    <a:cubicBezTo>
                      <a:pt x="12700" y="325120"/>
                      <a:pt x="2540" y="332740"/>
                      <a:pt x="2540" y="332740"/>
                    </a:cubicBezTo>
                    <a:cubicBezTo>
                      <a:pt x="3810" y="332740"/>
                      <a:pt x="8890" y="325120"/>
                      <a:pt x="12700" y="325120"/>
                    </a:cubicBezTo>
                    <a:cubicBezTo>
                      <a:pt x="22860" y="326390"/>
                      <a:pt x="36830" y="365760"/>
                      <a:pt x="54610" y="383540"/>
                    </a:cubicBezTo>
                    <a:cubicBezTo>
                      <a:pt x="74930" y="403860"/>
                      <a:pt x="101600" y="427990"/>
                      <a:pt x="133350" y="436880"/>
                    </a:cubicBezTo>
                    <a:cubicBezTo>
                      <a:pt x="170180" y="445770"/>
                      <a:pt x="227330" y="431800"/>
                      <a:pt x="265430" y="421640"/>
                    </a:cubicBezTo>
                    <a:cubicBezTo>
                      <a:pt x="295910" y="414020"/>
                      <a:pt x="326390" y="405130"/>
                      <a:pt x="345440" y="387350"/>
                    </a:cubicBezTo>
                    <a:cubicBezTo>
                      <a:pt x="361950" y="370840"/>
                      <a:pt x="369570" y="345440"/>
                      <a:pt x="375920" y="322580"/>
                    </a:cubicBezTo>
                    <a:cubicBezTo>
                      <a:pt x="381000" y="302260"/>
                      <a:pt x="379730" y="283210"/>
                      <a:pt x="377190" y="256540"/>
                    </a:cubicBezTo>
                    <a:cubicBezTo>
                      <a:pt x="374650" y="217170"/>
                      <a:pt x="360680" y="144780"/>
                      <a:pt x="351790" y="107950"/>
                    </a:cubicBezTo>
                    <a:cubicBezTo>
                      <a:pt x="345440" y="85090"/>
                      <a:pt x="342900" y="69850"/>
                      <a:pt x="335280" y="54610"/>
                    </a:cubicBezTo>
                    <a:cubicBezTo>
                      <a:pt x="327660" y="41910"/>
                      <a:pt x="318770" y="29210"/>
                      <a:pt x="303530" y="22860"/>
                    </a:cubicBezTo>
                    <a:cubicBezTo>
                      <a:pt x="281940" y="13970"/>
                      <a:pt x="241300" y="17780"/>
                      <a:pt x="208280" y="24130"/>
                    </a:cubicBezTo>
                    <a:cubicBezTo>
                      <a:pt x="168910" y="31750"/>
                      <a:pt x="115570" y="53340"/>
                      <a:pt x="83820" y="74930"/>
                    </a:cubicBezTo>
                    <a:cubicBezTo>
                      <a:pt x="58420" y="92710"/>
                      <a:pt x="35560" y="139700"/>
                      <a:pt x="24130" y="139700"/>
                    </a:cubicBezTo>
                    <a:cubicBezTo>
                      <a:pt x="19050" y="139700"/>
                      <a:pt x="15240" y="130810"/>
                      <a:pt x="15240" y="130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9" name="잉크 148">
                <a:extLst>
                  <a:ext uri="{FF2B5EF4-FFF2-40B4-BE49-F238E27FC236}">
                    <a16:creationId xmlns:a16="http://schemas.microsoft.com/office/drawing/2014/main" id="{19C70D1B-F4B0-48DA-8158-2ABC819D8EA4}"/>
                  </a:ext>
                </a:extLst>
              </p14:cNvPr>
              <p14:cNvContentPartPr/>
              <p14:nvPr/>
            </p14:nvContentPartPr>
            <p14:xfrm>
              <a:off x="2317330" y="2302844"/>
              <a:ext cx="26640" cy="44280"/>
            </p14:xfrm>
          </p:contentPart>
        </mc:Choice>
        <mc:Fallback xmlns="">
          <p:pic>
            <p:nvPicPr>
              <p:cNvPr id="149" name="잉크 148">
                <a:extLst>
                  <a:ext uri="{FF2B5EF4-FFF2-40B4-BE49-F238E27FC236}">
                    <a16:creationId xmlns:a16="http://schemas.microsoft.com/office/drawing/2014/main" id="{19C70D1B-F4B0-48DA-8158-2ABC819D8E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8207" y="2293844"/>
                <a:ext cx="44522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0" name="잉크 149">
                <a:extLst>
                  <a:ext uri="{FF2B5EF4-FFF2-40B4-BE49-F238E27FC236}">
                    <a16:creationId xmlns:a16="http://schemas.microsoft.com/office/drawing/2014/main" id="{56AF454A-B077-4495-9963-6D0A39576C18}"/>
                  </a:ext>
                </a:extLst>
              </p14:cNvPr>
              <p14:cNvContentPartPr/>
              <p14:nvPr/>
            </p14:nvContentPartPr>
            <p14:xfrm>
              <a:off x="2265043" y="2305342"/>
              <a:ext cx="131760" cy="124560"/>
            </p14:xfrm>
          </p:contentPart>
        </mc:Choice>
        <mc:Fallback xmlns="">
          <p:pic>
            <p:nvPicPr>
              <p:cNvPr id="150" name="잉크 149">
                <a:extLst>
                  <a:ext uri="{FF2B5EF4-FFF2-40B4-BE49-F238E27FC236}">
                    <a16:creationId xmlns:a16="http://schemas.microsoft.com/office/drawing/2014/main" id="{56AF454A-B077-4495-9963-6D0A39576C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56043" y="2296316"/>
                <a:ext cx="149400" cy="142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1" name="잉크 150">
                <a:extLst>
                  <a:ext uri="{FF2B5EF4-FFF2-40B4-BE49-F238E27FC236}">
                    <a16:creationId xmlns:a16="http://schemas.microsoft.com/office/drawing/2014/main" id="{5CBF5B57-337D-4BCE-B9F9-EA5B784DF28D}"/>
                  </a:ext>
                </a:extLst>
              </p14:cNvPr>
              <p14:cNvContentPartPr/>
              <p14:nvPr/>
            </p14:nvContentPartPr>
            <p14:xfrm>
              <a:off x="1962643" y="6239332"/>
              <a:ext cx="34200" cy="33840"/>
            </p14:xfrm>
          </p:contentPart>
        </mc:Choice>
        <mc:Fallback xmlns="">
          <p:pic>
            <p:nvPicPr>
              <p:cNvPr id="151" name="잉크 150">
                <a:extLst>
                  <a:ext uri="{FF2B5EF4-FFF2-40B4-BE49-F238E27FC236}">
                    <a16:creationId xmlns:a16="http://schemas.microsoft.com/office/drawing/2014/main" id="{5CBF5B57-337D-4BCE-B9F9-EA5B784DF2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54003" y="6230692"/>
                <a:ext cx="518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2" name="잉크 151">
                <a:extLst>
                  <a:ext uri="{FF2B5EF4-FFF2-40B4-BE49-F238E27FC236}">
                    <a16:creationId xmlns:a16="http://schemas.microsoft.com/office/drawing/2014/main" id="{7FEA2C03-0876-4F87-A6B4-A98EF58BFA8F}"/>
                  </a:ext>
                </a:extLst>
              </p14:cNvPr>
              <p14:cNvContentPartPr/>
              <p14:nvPr/>
            </p14:nvContentPartPr>
            <p14:xfrm>
              <a:off x="2233003" y="6244372"/>
              <a:ext cx="33480" cy="39960"/>
            </p14:xfrm>
          </p:contentPart>
        </mc:Choice>
        <mc:Fallback xmlns="">
          <p:pic>
            <p:nvPicPr>
              <p:cNvPr id="152" name="잉크 151">
                <a:extLst>
                  <a:ext uri="{FF2B5EF4-FFF2-40B4-BE49-F238E27FC236}">
                    <a16:creationId xmlns:a16="http://schemas.microsoft.com/office/drawing/2014/main" id="{7FEA2C03-0876-4F87-A6B4-A98EF58BFA8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24003" y="6235372"/>
                <a:ext cx="511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3" name="잉크 152">
                <a:extLst>
                  <a:ext uri="{FF2B5EF4-FFF2-40B4-BE49-F238E27FC236}">
                    <a16:creationId xmlns:a16="http://schemas.microsoft.com/office/drawing/2014/main" id="{29D9944C-013C-4DD5-A3BF-A89E64846A3E}"/>
                  </a:ext>
                </a:extLst>
              </p14:cNvPr>
              <p14:cNvContentPartPr/>
              <p14:nvPr/>
            </p14:nvContentPartPr>
            <p14:xfrm>
              <a:off x="2287003" y="6290452"/>
              <a:ext cx="127440" cy="72360"/>
            </p14:xfrm>
          </p:contentPart>
        </mc:Choice>
        <mc:Fallback xmlns="">
          <p:pic>
            <p:nvPicPr>
              <p:cNvPr id="153" name="잉크 152">
                <a:extLst>
                  <a:ext uri="{FF2B5EF4-FFF2-40B4-BE49-F238E27FC236}">
                    <a16:creationId xmlns:a16="http://schemas.microsoft.com/office/drawing/2014/main" id="{29D9944C-013C-4DD5-A3BF-A89E64846A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78003" y="6281452"/>
                <a:ext cx="14508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292898A5-0571-4935-9584-DFB49F8912B7}"/>
              </a:ext>
            </a:extLst>
          </p:cNvPr>
          <p:cNvGrpSpPr/>
          <p:nvPr/>
        </p:nvGrpSpPr>
        <p:grpSpPr>
          <a:xfrm>
            <a:off x="2340643" y="6556852"/>
            <a:ext cx="360" cy="12240"/>
            <a:chOff x="2340643" y="6556852"/>
            <a:chExt cx="360" cy="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2F5F4008-6FF6-413D-837E-ECEBDEE961E5}"/>
                    </a:ext>
                  </a:extLst>
                </p14:cNvPr>
                <p14:cNvContentPartPr/>
                <p14:nvPr/>
              </p14:nvContentPartPr>
              <p14:xfrm>
                <a:off x="2340643" y="6568012"/>
                <a:ext cx="360" cy="108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2F5F4008-6FF6-413D-837E-ECEBDEE961E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31643" y="6559012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26771768-DF0E-42CF-B158-999DE551F011}"/>
                    </a:ext>
                  </a:extLst>
                </p14:cNvPr>
                <p14:cNvContentPartPr/>
                <p14:nvPr/>
              </p14:nvContentPartPr>
              <p14:xfrm>
                <a:off x="2340643" y="6564772"/>
                <a:ext cx="360" cy="36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26771768-DF0E-42CF-B158-999DE551F0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55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3869D50-4EC6-4E79-89FE-507652829645}"/>
                    </a:ext>
                  </a:extLst>
                </p14:cNvPr>
                <p14:cNvContentPartPr/>
                <p14:nvPr/>
              </p14:nvContentPartPr>
              <p14:xfrm>
                <a:off x="2340643" y="6564772"/>
                <a:ext cx="360" cy="36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73869D50-4EC6-4E79-89FE-5076528296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55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FE657DC7-A019-4413-8B68-D92A2B31E820}"/>
                    </a:ext>
                  </a:extLst>
                </p14:cNvPr>
                <p14:cNvContentPartPr/>
                <p14:nvPr/>
              </p14:nvContentPartPr>
              <p14:xfrm>
                <a:off x="2340643" y="6556852"/>
                <a:ext cx="360" cy="3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FE657DC7-A019-4413-8B68-D92A2B31E8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482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12D67FE-323D-4E82-BBC6-921C57B40F7D}"/>
                    </a:ext>
                  </a:extLst>
                </p14:cNvPr>
                <p14:cNvContentPartPr/>
                <p14:nvPr/>
              </p14:nvContentPartPr>
              <p14:xfrm>
                <a:off x="2340643" y="6556852"/>
                <a:ext cx="360" cy="36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12D67FE-323D-4E82-BBC6-921C57B40F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482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3" name="잉크 162">
                <a:extLst>
                  <a:ext uri="{FF2B5EF4-FFF2-40B4-BE49-F238E27FC236}">
                    <a16:creationId xmlns:a16="http://schemas.microsoft.com/office/drawing/2014/main" id="{8D798ED1-8F1B-410F-AA0A-7342C0E40F18}"/>
                  </a:ext>
                </a:extLst>
              </p14:cNvPr>
              <p14:cNvContentPartPr/>
              <p14:nvPr/>
            </p14:nvContentPartPr>
            <p14:xfrm>
              <a:off x="2256403" y="4270206"/>
              <a:ext cx="127440" cy="122040"/>
            </p14:xfrm>
          </p:contentPart>
        </mc:Choice>
        <mc:Fallback xmlns="">
          <p:pic>
            <p:nvPicPr>
              <p:cNvPr id="163" name="잉크 162">
                <a:extLst>
                  <a:ext uri="{FF2B5EF4-FFF2-40B4-BE49-F238E27FC236}">
                    <a16:creationId xmlns:a16="http://schemas.microsoft.com/office/drawing/2014/main" id="{8D798ED1-8F1B-410F-AA0A-7342C0E40F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47403" y="4261232"/>
                <a:ext cx="145080" cy="13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4" name="잉크 163">
                <a:extLst>
                  <a:ext uri="{FF2B5EF4-FFF2-40B4-BE49-F238E27FC236}">
                    <a16:creationId xmlns:a16="http://schemas.microsoft.com/office/drawing/2014/main" id="{89686BEB-6830-4773-A3A5-0F00AFB522BD}"/>
                  </a:ext>
                </a:extLst>
              </p14:cNvPr>
              <p14:cNvContentPartPr/>
              <p14:nvPr/>
            </p14:nvContentPartPr>
            <p14:xfrm>
              <a:off x="2159902" y="8459837"/>
              <a:ext cx="128160" cy="62640"/>
            </p14:xfrm>
          </p:contentPart>
        </mc:Choice>
        <mc:Fallback xmlns="">
          <p:pic>
            <p:nvPicPr>
              <p:cNvPr id="164" name="잉크 163">
                <a:extLst>
                  <a:ext uri="{FF2B5EF4-FFF2-40B4-BE49-F238E27FC236}">
                    <a16:creationId xmlns:a16="http://schemas.microsoft.com/office/drawing/2014/main" id="{89686BEB-6830-4773-A3A5-0F00AFB522B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50902" y="8450837"/>
                <a:ext cx="1458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64492537-C36F-4C3F-A077-D16E48D1F32F}"/>
                  </a:ext>
                </a:extLst>
              </p14:cNvPr>
              <p14:cNvContentPartPr/>
              <p14:nvPr/>
            </p14:nvContentPartPr>
            <p14:xfrm>
              <a:off x="2181862" y="8394677"/>
              <a:ext cx="62280" cy="2376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64492537-C36F-4C3F-A077-D16E48D1F32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2862" y="8385677"/>
                <a:ext cx="79920" cy="41400"/>
              </a:xfrm>
              <a:prstGeom prst="rect">
                <a:avLst/>
              </a:prstGeom>
            </p:spPr>
          </p:pic>
        </mc:Fallback>
      </mc:AlternateContent>
      <p:sp>
        <p:nvSpPr>
          <p:cNvPr id="160" name="TextBox 63">
            <a:extLst>
              <a:ext uri="{FF2B5EF4-FFF2-40B4-BE49-F238E27FC236}">
                <a16:creationId xmlns:a16="http://schemas.microsoft.com/office/drawing/2014/main" id="{75CDC819-1C9E-459A-9C8D-02E7E64FF3A4}"/>
              </a:ext>
            </a:extLst>
          </p:cNvPr>
          <p:cNvSpPr txBox="1"/>
          <p:nvPr/>
        </p:nvSpPr>
        <p:spPr>
          <a:xfrm>
            <a:off x="3873982" y="2181072"/>
            <a:ext cx="1301428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처음 평균 구했던 코드가 잘 되질 않아서 다시 수정했는데 더 쉽게 코드를 짠 것 같아서 기분이 좋았다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생각보다 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DB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에도 잘 들어가는 것 같아 우리 팀플의 프로젝트 결과물이 기대된다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</p:txBody>
      </p:sp>
      <p:sp>
        <p:nvSpPr>
          <p:cNvPr id="161" name="TextBox 63">
            <a:extLst>
              <a:ext uri="{FF2B5EF4-FFF2-40B4-BE49-F238E27FC236}">
                <a16:creationId xmlns:a16="http://schemas.microsoft.com/office/drawing/2014/main" id="{C8BDF453-0C75-45D3-AB6A-1368C9E5A67C}"/>
              </a:ext>
            </a:extLst>
          </p:cNvPr>
          <p:cNvSpPr txBox="1"/>
          <p:nvPr/>
        </p:nvSpPr>
        <p:spPr>
          <a:xfrm>
            <a:off x="3891363" y="4148284"/>
            <a:ext cx="13014283" cy="166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실시간데이터를 수집하는 과정에서 데이터 사이에 불필요한 키 값이 추가되었는데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불필요한 데이터를 </a:t>
            </a: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삭제하는 부분이 어려워 힘들었다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 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여러 시행착오를 겪은 후 불필요한 키 값을 삭제하고 데이터에 저장을 하니</a:t>
            </a: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뿌듯하고 나중의 결과물이 기대된다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  <a:p>
            <a:pPr>
              <a:lnSpc>
                <a:spcPts val="2640"/>
              </a:lnSpc>
              <a:spcBef>
                <a:spcPct val="0"/>
              </a:spcBef>
            </a:pP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66" name="TextBox 63">
            <a:extLst>
              <a:ext uri="{FF2B5EF4-FFF2-40B4-BE49-F238E27FC236}">
                <a16:creationId xmlns:a16="http://schemas.microsoft.com/office/drawing/2014/main" id="{1E45D260-F85E-471F-B9A3-F6EB5F326ED7}"/>
              </a:ext>
            </a:extLst>
          </p:cNvPr>
          <p:cNvSpPr txBox="1"/>
          <p:nvPr/>
        </p:nvSpPr>
        <p:spPr>
          <a:xfrm>
            <a:off x="3863160" y="6196069"/>
            <a:ext cx="13014283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Insert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하기 전에 </a:t>
            </a:r>
            <a:r>
              <a:rPr lang="ko-KR" altLang="en-US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결측지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 와 불필요한 데이터 때문에 시행착오가 많았습니다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처음엔 많이 고생했지만 </a:t>
            </a:r>
            <a:r>
              <a:rPr lang="ko-KR" altLang="en-US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좋은결과가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 나와서 다행이고 많은 공부가 되었습니다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246490" y="657204"/>
            <a:ext cx="15795020" cy="9022622"/>
            <a:chOff x="0" y="0"/>
            <a:chExt cx="5762066" cy="32914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3291477"/>
            </a:xfrm>
            <a:custGeom>
              <a:avLst/>
              <a:gdLst/>
              <a:ahLst/>
              <a:cxnLst/>
              <a:rect l="l" t="t" r="r" b="b"/>
              <a:pathLst>
                <a:path w="5762066" h="3291477">
                  <a:moveTo>
                    <a:pt x="0" y="0"/>
                  </a:moveTo>
                  <a:lnTo>
                    <a:pt x="5762066" y="0"/>
                  </a:lnTo>
                  <a:lnTo>
                    <a:pt x="5762066" y="3291477"/>
                  </a:lnTo>
                  <a:lnTo>
                    <a:pt x="0" y="3291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97717" y="4609099"/>
            <a:ext cx="729761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003EA8"/>
                </a:solidFill>
                <a:ea typeface="Arita Dotum Bold"/>
              </a:rPr>
              <a:t>감사합니다</a:t>
            </a:r>
          </a:p>
        </p:txBody>
      </p:sp>
      <p:sp>
        <p:nvSpPr>
          <p:cNvPr id="6" name="Freeform 6"/>
          <p:cNvSpPr/>
          <p:nvPr/>
        </p:nvSpPr>
        <p:spPr>
          <a:xfrm>
            <a:off x="10984238" y="4346807"/>
            <a:ext cx="1637441" cy="1643417"/>
          </a:xfrm>
          <a:custGeom>
            <a:avLst/>
            <a:gdLst/>
            <a:ahLst/>
            <a:cxnLst/>
            <a:rect l="l" t="t" r="r" b="b"/>
            <a:pathLst>
              <a:path w="1637441" h="1643417">
                <a:moveTo>
                  <a:pt x="0" y="0"/>
                </a:moveTo>
                <a:lnTo>
                  <a:pt x="1637441" y="0"/>
                </a:lnTo>
                <a:lnTo>
                  <a:pt x="1637441" y="1643417"/>
                </a:lnTo>
                <a:lnTo>
                  <a:pt x="0" y="1643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751</Words>
  <Application>Microsoft Office PowerPoint</Application>
  <PresentationFormat>사용자 지정</PresentationFormat>
  <Paragraphs>195</Paragraphs>
  <Slides>30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Arita Dotum Bold</vt:lpstr>
      <vt:lpstr>Arita Dotum Medium</vt:lpstr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불사조 팀</dc:title>
  <dc:creator>GRS</dc:creator>
  <cp:lastModifiedBy>GRS</cp:lastModifiedBy>
  <cp:revision>76</cp:revision>
  <dcterms:created xsi:type="dcterms:W3CDTF">2006-08-16T00:00:00Z</dcterms:created>
  <dcterms:modified xsi:type="dcterms:W3CDTF">2024-04-12T05:01:54Z</dcterms:modified>
  <dc:identifier>DAGAel_MQkM</dc:identifier>
</cp:coreProperties>
</file>